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4"/>
    <p:sldMasterId id="2147483773" r:id="rId5"/>
  </p:sldMasterIdLst>
  <p:notesMasterIdLst>
    <p:notesMasterId r:id="rId10"/>
  </p:notesMasterIdLst>
  <p:handoutMasterIdLst>
    <p:handoutMasterId r:id="rId11"/>
  </p:handoutMasterIdLst>
  <p:sldIdLst>
    <p:sldId id="9444" r:id="rId6"/>
    <p:sldId id="9334" r:id="rId7"/>
    <p:sldId id="9362" r:id="rId8"/>
    <p:sldId id="256" r:id="rId9"/>
  </p:sldIdLst>
  <p:sldSz cx="12192000" cy="6858000"/>
  <p:notesSz cx="7104063" cy="10234613"/>
  <p:custDataLst>
    <p:tags r:id="rId12"/>
  </p:custDataLst>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APA" id="{4036DC74-850A-416C-95BA-C2415E96C355}">
          <p14:sldIdLst/>
        </p14:section>
        <p14:section name="ESTRATÉGIA AS IS" id="{6717DE34-88BA-4684-BEC5-6F13E1AD868D}">
          <p14:sldIdLst>
            <p14:sldId id="9444"/>
            <p14:sldId id="9334"/>
          </p14:sldIdLst>
        </p14:section>
        <p14:section name="PLANO | OFERTA E DESCONTO | BÔNUS | ESTRUTURAIS | OUTROS" id="{49880E69-95C1-4B84-B910-433EB8B5BA83}">
          <p14:sldIdLst>
            <p14:sldId id="9362"/>
            <p14:sldId id="256"/>
          </p14:sldIdLst>
        </p14:section>
        <p14:section name="GLOBAL - TODOS OS MODELOS" id="{EF6DF7E9-0713-4A0D-9901-BA4A31BAF96F}">
          <p14:sldIdLst/>
        </p14:section>
        <p14:section name="OPCIONAL" id="{8B11D27B-148D-4DD7-BCE5-E93E18FC28EE}">
          <p14:sldIdLst/>
        </p14:section>
        <p14:section name="ESTRATÉGIA TO BE" id="{05BA782C-DA3E-40E2-9A7F-65914BB388CA}">
          <p14:sldIdLst/>
        </p14:section>
        <p14:section name="ANEXOS" id="{CBABFD96-A537-4C15-A558-8EB79FABF460}">
          <p14:sldIdLst/>
        </p14:section>
        <p14:section name="FAQ E CHECKLIST" id="{4B9CBBC0-9467-4CD2-86A2-6307E2B535F8}">
          <p14:sldIdLst/>
        </p14:section>
      </p14:sectionLst>
    </p:ext>
    <p:ext uri="{EFAFB233-063F-42B5-8137-9DF3F51BA10A}">
      <p15:sldGuideLst xmlns:p15="http://schemas.microsoft.com/office/powerpoint/2012/main">
        <p15:guide id="2" pos="2184" userDrawn="1">
          <p15:clr>
            <a:srgbClr val="A4A3A4"/>
          </p15:clr>
        </p15:guide>
        <p15:guide id="3" pos="370" userDrawn="1">
          <p15:clr>
            <a:srgbClr val="A4A3A4"/>
          </p15:clr>
        </p15:guide>
        <p15:guide id="4" pos="7287" userDrawn="1">
          <p15:clr>
            <a:srgbClr val="A4A3A4"/>
          </p15:clr>
        </p15:guide>
        <p15:guide id="5" pos="143" userDrawn="1">
          <p15:clr>
            <a:srgbClr val="A4A3A4"/>
          </p15:clr>
        </p15:guide>
        <p15:guide id="6" orient="horz" pos="216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ardelli, Camila (Bip)" initials="TC(" lastIdx="1" clrIdx="0">
    <p:extLst>
      <p:ext uri="{19B8F6BF-5375-455C-9EA6-DF929625EA0E}">
        <p15:presenceInfo xmlns:p15="http://schemas.microsoft.com/office/powerpoint/2012/main" userId="S::Camila.Tardelli@mail-bip.com::b85d2b67-07e1-4e16-a4a2-c9a02d8249d7" providerId="AD"/>
      </p:ext>
    </p:extLst>
  </p:cmAuthor>
  <p:cmAuthor id="2" name="Coisse, Lorrine (Bip)" initials="CL(" lastIdx="1" clrIdx="0">
    <p:extLst>
      <p:ext uri="{19B8F6BF-5375-455C-9EA6-DF929625EA0E}">
        <p15:presenceInfo xmlns:p15="http://schemas.microsoft.com/office/powerpoint/2012/main" userId="S::Lorrine.Coisse@mail-bip.com::04914c51-4cf6-40f8-9d4f-a5fb548750ad" providerId="AD"/>
      </p:ext>
    </p:extLst>
  </p:cmAuthor>
  <p:cmAuthor id="3" name="Juliana Sant Ana De Queiroz" initials="JSADQ" lastIdx="56" clrIdx="1">
    <p:extLst>
      <p:ext uri="{19B8F6BF-5375-455C-9EA6-DF929625EA0E}">
        <p15:presenceInfo xmlns:p15="http://schemas.microsoft.com/office/powerpoint/2012/main" userId="S::jdqueiroz@timbrasil.com.br::05dbcf00-f887-42c2-b317-3bdcfd1e3fba" providerId="AD"/>
      </p:ext>
    </p:extLst>
  </p:cmAuthor>
  <p:cmAuthor id="4" name="Cinara Da Silva Siqueira" initials="CDSS" lastIdx="42" clrIdx="2">
    <p:extLst>
      <p:ext uri="{19B8F6BF-5375-455C-9EA6-DF929625EA0E}">
        <p15:presenceInfo xmlns:p15="http://schemas.microsoft.com/office/powerpoint/2012/main" userId="S::csiqueira@timbrasil.com.br::9190f1a9-a7eb-48ae-9aac-17db51015f1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1B3F"/>
    <a:srgbClr val="00478D"/>
    <a:srgbClr val="010C12"/>
    <a:srgbClr val="4472C4"/>
    <a:srgbClr val="0026D9"/>
    <a:srgbClr val="EB0028"/>
    <a:srgbClr val="01579C"/>
    <a:srgbClr val="002E46"/>
    <a:srgbClr val="004691"/>
    <a:srgbClr val="022A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Estilo Claro 1 - Ênfase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2A488322-F2BA-4B5B-9748-0D474271808F}" styleName="Estilo Médio 3 - Destaque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3B4B98B0-60AC-42C2-AFA5-B58CD77FA1E5}" styleName="Estilo Claro 1 - Ênfase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338" autoAdjust="0"/>
    <p:restoredTop sz="94660"/>
  </p:normalViewPr>
  <p:slideViewPr>
    <p:cSldViewPr snapToGrid="0">
      <p:cViewPr varScale="1">
        <p:scale>
          <a:sx n="74" d="100"/>
          <a:sy n="74" d="100"/>
        </p:scale>
        <p:origin x="516" y="44"/>
      </p:cViewPr>
      <p:guideLst>
        <p:guide pos="2184"/>
        <p:guide pos="370"/>
        <p:guide pos="7287"/>
        <p:guide pos="143"/>
        <p:guide orient="horz" pos="216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commentAuthors" Target="commentAuthors.xml"/><Relationship Id="rId18" Type="http://schemas.microsoft.com/office/2016/11/relationships/changesInfo" Target="changesInfos/changesInfo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tags" Target="tags/tag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viewProps" Target="viewProps.xml"/><Relationship Id="rId10"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odolfo Pontes Marcelino" userId="128e5001-fc6e-40bb-b9ac-6f0b31723bca" providerId="ADAL" clId="{19405F79-ED2C-4C23-9B89-5D17578E97EF}"/>
    <pc:docChg chg="modSld">
      <pc:chgData name="Rodolfo Pontes Marcelino" userId="128e5001-fc6e-40bb-b9ac-6f0b31723bca" providerId="ADAL" clId="{19405F79-ED2C-4C23-9B89-5D17578E97EF}" dt="2025-07-24T13:28:58.380" v="19" actId="20577"/>
      <pc:docMkLst>
        <pc:docMk/>
      </pc:docMkLst>
      <pc:sldChg chg="modSp mod">
        <pc:chgData name="Rodolfo Pontes Marcelino" userId="128e5001-fc6e-40bb-b9ac-6f0b31723bca" providerId="ADAL" clId="{19405F79-ED2C-4C23-9B89-5D17578E97EF}" dt="2025-07-24T13:28:58.380" v="19" actId="20577"/>
        <pc:sldMkLst>
          <pc:docMk/>
          <pc:sldMk cId="1181985111" sldId="9444"/>
        </pc:sldMkLst>
        <pc:spChg chg="mod">
          <ac:chgData name="Rodolfo Pontes Marcelino" userId="128e5001-fc6e-40bb-b9ac-6f0b31723bca" providerId="ADAL" clId="{19405F79-ED2C-4C23-9B89-5D17578E97EF}" dt="2025-07-24T13:28:58.380" v="19" actId="20577"/>
          <ac:spMkLst>
            <pc:docMk/>
            <pc:sldMk cId="1181985111" sldId="9444"/>
            <ac:spMk id="7" creationId="{3A992015-E28C-447C-A03E-6BEA39C4CE6E}"/>
          </ac:spMkLst>
        </pc:spChg>
      </pc:sldChg>
    </pc:docChg>
  </pc:docChgLst>
  <pc:docChgLst>
    <pc:chgData name="Rodolfo Pontes Marcelino" userId="128e5001-fc6e-40bb-b9ac-6f0b31723bca" providerId="ADAL" clId="{3FA1443E-1308-4764-AF23-30FFCF7370D8}"/>
    <pc:docChg chg="undo custSel addSld delSld modSld delMainMaster modSection">
      <pc:chgData name="Rodolfo Pontes Marcelino" userId="128e5001-fc6e-40bb-b9ac-6f0b31723bca" providerId="ADAL" clId="{3FA1443E-1308-4764-AF23-30FFCF7370D8}" dt="2025-07-22T19:49:55.704" v="2818" actId="164"/>
      <pc:docMkLst>
        <pc:docMk/>
      </pc:docMkLst>
      <pc:sldChg chg="addSp delSp modSp add mod">
        <pc:chgData name="Rodolfo Pontes Marcelino" userId="128e5001-fc6e-40bb-b9ac-6f0b31723bca" providerId="ADAL" clId="{3FA1443E-1308-4764-AF23-30FFCF7370D8}" dt="2025-07-22T19:49:55.704" v="2818" actId="164"/>
        <pc:sldMkLst>
          <pc:docMk/>
          <pc:sldMk cId="20528403" sldId="256"/>
        </pc:sldMkLst>
        <pc:spChg chg="add mod">
          <ac:chgData name="Rodolfo Pontes Marcelino" userId="128e5001-fc6e-40bb-b9ac-6f0b31723bca" providerId="ADAL" clId="{3FA1443E-1308-4764-AF23-30FFCF7370D8}" dt="2025-07-22T19:47:29.172" v="2771" actId="1038"/>
          <ac:spMkLst>
            <pc:docMk/>
            <pc:sldMk cId="20528403" sldId="256"/>
            <ac:spMk id="9" creationId="{9F9F3DE3-4396-526F-3294-83B7742CB244}"/>
          </ac:spMkLst>
        </pc:spChg>
        <pc:spChg chg="add mod">
          <ac:chgData name="Rodolfo Pontes Marcelino" userId="128e5001-fc6e-40bb-b9ac-6f0b31723bca" providerId="ADAL" clId="{3FA1443E-1308-4764-AF23-30FFCF7370D8}" dt="2025-07-22T19:47:29.172" v="2771" actId="1038"/>
          <ac:spMkLst>
            <pc:docMk/>
            <pc:sldMk cId="20528403" sldId="256"/>
            <ac:spMk id="10" creationId="{FB2EC26F-7953-C94F-E268-25DE62D9022C}"/>
          </ac:spMkLst>
        </pc:spChg>
        <pc:spChg chg="add mod">
          <ac:chgData name="Rodolfo Pontes Marcelino" userId="128e5001-fc6e-40bb-b9ac-6f0b31723bca" providerId="ADAL" clId="{3FA1443E-1308-4764-AF23-30FFCF7370D8}" dt="2025-07-22T19:39:21.488" v="2425" actId="1036"/>
          <ac:spMkLst>
            <pc:docMk/>
            <pc:sldMk cId="20528403" sldId="256"/>
            <ac:spMk id="11" creationId="{EE28C84B-4B67-A662-40B3-97BBD9ED6273}"/>
          </ac:spMkLst>
        </pc:spChg>
        <pc:spChg chg="add mod">
          <ac:chgData name="Rodolfo Pontes Marcelino" userId="128e5001-fc6e-40bb-b9ac-6f0b31723bca" providerId="ADAL" clId="{3FA1443E-1308-4764-AF23-30FFCF7370D8}" dt="2025-07-22T19:47:29.172" v="2771" actId="1038"/>
          <ac:spMkLst>
            <pc:docMk/>
            <pc:sldMk cId="20528403" sldId="256"/>
            <ac:spMk id="14" creationId="{08526945-C900-67E7-CA1F-D0C87A4213E1}"/>
          </ac:spMkLst>
        </pc:spChg>
        <pc:spChg chg="add mod">
          <ac:chgData name="Rodolfo Pontes Marcelino" userId="128e5001-fc6e-40bb-b9ac-6f0b31723bca" providerId="ADAL" clId="{3FA1443E-1308-4764-AF23-30FFCF7370D8}" dt="2025-07-22T19:47:29.172" v="2771" actId="1038"/>
          <ac:spMkLst>
            <pc:docMk/>
            <pc:sldMk cId="20528403" sldId="256"/>
            <ac:spMk id="15" creationId="{3E51AA23-E780-B9B1-53CC-9B3B99948009}"/>
          </ac:spMkLst>
        </pc:spChg>
        <pc:spChg chg="add mod">
          <ac:chgData name="Rodolfo Pontes Marcelino" userId="128e5001-fc6e-40bb-b9ac-6f0b31723bca" providerId="ADAL" clId="{3FA1443E-1308-4764-AF23-30FFCF7370D8}" dt="2025-07-22T19:47:29.172" v="2771" actId="1038"/>
          <ac:spMkLst>
            <pc:docMk/>
            <pc:sldMk cId="20528403" sldId="256"/>
            <ac:spMk id="18" creationId="{F1B2D68F-1F83-A75A-146C-A0BB7409E3FC}"/>
          </ac:spMkLst>
        </pc:spChg>
        <pc:spChg chg="add mod">
          <ac:chgData name="Rodolfo Pontes Marcelino" userId="128e5001-fc6e-40bb-b9ac-6f0b31723bca" providerId="ADAL" clId="{3FA1443E-1308-4764-AF23-30FFCF7370D8}" dt="2025-07-22T19:16:58.474" v="2267" actId="164"/>
          <ac:spMkLst>
            <pc:docMk/>
            <pc:sldMk cId="20528403" sldId="256"/>
            <ac:spMk id="20" creationId="{7F5DEECA-22FF-B913-7A8E-D880BF96C03D}"/>
          </ac:spMkLst>
        </pc:spChg>
        <pc:spChg chg="add mod ord">
          <ac:chgData name="Rodolfo Pontes Marcelino" userId="128e5001-fc6e-40bb-b9ac-6f0b31723bca" providerId="ADAL" clId="{3FA1443E-1308-4764-AF23-30FFCF7370D8}" dt="2025-07-22T19:44:40.837" v="2677" actId="1035"/>
          <ac:spMkLst>
            <pc:docMk/>
            <pc:sldMk cId="20528403" sldId="256"/>
            <ac:spMk id="22" creationId="{3D6360AD-BC92-AAE4-34A4-6C23A49CE6E2}"/>
          </ac:spMkLst>
        </pc:spChg>
        <pc:spChg chg="add mod ord">
          <ac:chgData name="Rodolfo Pontes Marcelino" userId="128e5001-fc6e-40bb-b9ac-6f0b31723bca" providerId="ADAL" clId="{3FA1443E-1308-4764-AF23-30FFCF7370D8}" dt="2025-07-22T19:39:02.165" v="2349" actId="167"/>
          <ac:spMkLst>
            <pc:docMk/>
            <pc:sldMk cId="20528403" sldId="256"/>
            <ac:spMk id="23" creationId="{5B3F0777-3B8F-8AD8-608E-5A5D8853C38D}"/>
          </ac:spMkLst>
        </pc:spChg>
        <pc:spChg chg="add mod">
          <ac:chgData name="Rodolfo Pontes Marcelino" userId="128e5001-fc6e-40bb-b9ac-6f0b31723bca" providerId="ADAL" clId="{3FA1443E-1308-4764-AF23-30FFCF7370D8}" dt="2025-07-22T19:44:40.837" v="2677" actId="1035"/>
          <ac:spMkLst>
            <pc:docMk/>
            <pc:sldMk cId="20528403" sldId="256"/>
            <ac:spMk id="24" creationId="{3AD7BD85-7459-C092-77F0-44C9473C8916}"/>
          </ac:spMkLst>
        </pc:spChg>
        <pc:spChg chg="add mod">
          <ac:chgData name="Rodolfo Pontes Marcelino" userId="128e5001-fc6e-40bb-b9ac-6f0b31723bca" providerId="ADAL" clId="{3FA1443E-1308-4764-AF23-30FFCF7370D8}" dt="2025-07-22T19:47:29.172" v="2771" actId="1038"/>
          <ac:spMkLst>
            <pc:docMk/>
            <pc:sldMk cId="20528403" sldId="256"/>
            <ac:spMk id="25" creationId="{2ECAF20D-8064-1955-BC2D-3A40E367C795}"/>
          </ac:spMkLst>
        </pc:spChg>
        <pc:spChg chg="add mod">
          <ac:chgData name="Rodolfo Pontes Marcelino" userId="128e5001-fc6e-40bb-b9ac-6f0b31723bca" providerId="ADAL" clId="{3FA1443E-1308-4764-AF23-30FFCF7370D8}" dt="2025-07-22T19:49:55.704" v="2818" actId="164"/>
          <ac:spMkLst>
            <pc:docMk/>
            <pc:sldMk cId="20528403" sldId="256"/>
            <ac:spMk id="28" creationId="{A6AB1D35-C600-523F-246C-E418E323C51D}"/>
          </ac:spMkLst>
        </pc:spChg>
        <pc:grpChg chg="add mod">
          <ac:chgData name="Rodolfo Pontes Marcelino" userId="128e5001-fc6e-40bb-b9ac-6f0b31723bca" providerId="ADAL" clId="{3FA1443E-1308-4764-AF23-30FFCF7370D8}" dt="2025-07-22T19:47:29.172" v="2771" actId="1038"/>
          <ac:grpSpMkLst>
            <pc:docMk/>
            <pc:sldMk cId="20528403" sldId="256"/>
            <ac:grpSpMk id="21" creationId="{421F3E6A-E60D-CF34-67F0-6AD926BC19E5}"/>
          </ac:grpSpMkLst>
        </pc:grpChg>
        <pc:grpChg chg="add mod">
          <ac:chgData name="Rodolfo Pontes Marcelino" userId="128e5001-fc6e-40bb-b9ac-6f0b31723bca" providerId="ADAL" clId="{3FA1443E-1308-4764-AF23-30FFCF7370D8}" dt="2025-07-22T19:49:55.704" v="2818" actId="164"/>
          <ac:grpSpMkLst>
            <pc:docMk/>
            <pc:sldMk cId="20528403" sldId="256"/>
            <ac:grpSpMk id="29" creationId="{B2DE542D-3D03-A90F-B6FA-2FCDDED88E22}"/>
          </ac:grpSpMkLst>
        </pc:grpChg>
        <pc:picChg chg="add mod">
          <ac:chgData name="Rodolfo Pontes Marcelino" userId="128e5001-fc6e-40bb-b9ac-6f0b31723bca" providerId="ADAL" clId="{3FA1443E-1308-4764-AF23-30FFCF7370D8}" dt="2025-07-22T19:41:43.708" v="2429" actId="14861"/>
          <ac:picMkLst>
            <pc:docMk/>
            <pc:sldMk cId="20528403" sldId="256"/>
            <ac:picMk id="5" creationId="{39A8F349-E29E-3BAA-40F6-89F3A1BCC601}"/>
          </ac:picMkLst>
        </pc:picChg>
        <pc:picChg chg="add mod">
          <ac:chgData name="Rodolfo Pontes Marcelino" userId="128e5001-fc6e-40bb-b9ac-6f0b31723bca" providerId="ADAL" clId="{3FA1443E-1308-4764-AF23-30FFCF7370D8}" dt="2025-07-22T19:47:29.172" v="2771" actId="1038"/>
          <ac:picMkLst>
            <pc:docMk/>
            <pc:sldMk cId="20528403" sldId="256"/>
            <ac:picMk id="7" creationId="{B8C615DC-46BD-622A-0F27-4ADEBC7F56DD}"/>
          </ac:picMkLst>
        </pc:picChg>
        <pc:picChg chg="add mod">
          <ac:chgData name="Rodolfo Pontes Marcelino" userId="128e5001-fc6e-40bb-b9ac-6f0b31723bca" providerId="ADAL" clId="{3FA1443E-1308-4764-AF23-30FFCF7370D8}" dt="2025-07-22T19:47:29.172" v="2771" actId="1038"/>
          <ac:picMkLst>
            <pc:docMk/>
            <pc:sldMk cId="20528403" sldId="256"/>
            <ac:picMk id="8" creationId="{8407AFBE-AE51-4A55-C390-B781BF92BA17}"/>
          </ac:picMkLst>
        </pc:picChg>
        <pc:picChg chg="add mod">
          <ac:chgData name="Rodolfo Pontes Marcelino" userId="128e5001-fc6e-40bb-b9ac-6f0b31723bca" providerId="ADAL" clId="{3FA1443E-1308-4764-AF23-30FFCF7370D8}" dt="2025-07-22T19:16:58.474" v="2267" actId="164"/>
          <ac:picMkLst>
            <pc:docMk/>
            <pc:sldMk cId="20528403" sldId="256"/>
            <ac:picMk id="17" creationId="{971E150E-2621-3090-A438-5A8FA9D4E9B5}"/>
          </ac:picMkLst>
        </pc:picChg>
        <pc:picChg chg="add mod">
          <ac:chgData name="Rodolfo Pontes Marcelino" userId="128e5001-fc6e-40bb-b9ac-6f0b31723bca" providerId="ADAL" clId="{3FA1443E-1308-4764-AF23-30FFCF7370D8}" dt="2025-07-22T19:49:55.704" v="2818" actId="164"/>
          <ac:picMkLst>
            <pc:docMk/>
            <pc:sldMk cId="20528403" sldId="256"/>
            <ac:picMk id="1026" creationId="{15B53723-9B6A-889D-3A60-645B675EC34C}"/>
          </ac:picMkLst>
        </pc:picChg>
        <pc:cxnChg chg="add mod">
          <ac:chgData name="Rodolfo Pontes Marcelino" userId="128e5001-fc6e-40bb-b9ac-6f0b31723bca" providerId="ADAL" clId="{3FA1443E-1308-4764-AF23-30FFCF7370D8}" dt="2025-07-22T19:47:35.738" v="2772" actId="14100"/>
          <ac:cxnSpMkLst>
            <pc:docMk/>
            <pc:sldMk cId="20528403" sldId="256"/>
            <ac:cxnSpMk id="13" creationId="{5E36AAE7-DEDB-441B-287C-E7731098B67F}"/>
          </ac:cxnSpMkLst>
        </pc:cxnChg>
        <pc:cxnChg chg="add mod ord">
          <ac:chgData name="Rodolfo Pontes Marcelino" userId="128e5001-fc6e-40bb-b9ac-6f0b31723bca" providerId="ADAL" clId="{3FA1443E-1308-4764-AF23-30FFCF7370D8}" dt="2025-07-22T19:47:39.444" v="2773" actId="14100"/>
          <ac:cxnSpMkLst>
            <pc:docMk/>
            <pc:sldMk cId="20528403" sldId="256"/>
            <ac:cxnSpMk id="19" creationId="{1233CC29-F7AA-49DD-0CE0-C07A5CCB13FF}"/>
          </ac:cxnSpMkLst>
        </pc:cxnChg>
      </pc:sldChg>
      <pc:sldChg chg="del">
        <pc:chgData name="Rodolfo Pontes Marcelino" userId="128e5001-fc6e-40bb-b9ac-6f0b31723bca" providerId="ADAL" clId="{3FA1443E-1308-4764-AF23-30FFCF7370D8}" dt="2025-07-22T14:33:13.861" v="0" actId="47"/>
        <pc:sldMkLst>
          <pc:docMk/>
          <pc:sldMk cId="985909682" sldId="9037"/>
        </pc:sldMkLst>
      </pc:sldChg>
      <pc:sldChg chg="addSp delSp modSp del mod">
        <pc:chgData name="Rodolfo Pontes Marcelino" userId="128e5001-fc6e-40bb-b9ac-6f0b31723bca" providerId="ADAL" clId="{3FA1443E-1308-4764-AF23-30FFCF7370D8}" dt="2025-07-22T18:49:49.855" v="1425" actId="47"/>
        <pc:sldMkLst>
          <pc:docMk/>
          <pc:sldMk cId="264902829" sldId="9271"/>
        </pc:sldMkLst>
      </pc:sldChg>
      <pc:sldChg chg="del">
        <pc:chgData name="Rodolfo Pontes Marcelino" userId="128e5001-fc6e-40bb-b9ac-6f0b31723bca" providerId="ADAL" clId="{3FA1443E-1308-4764-AF23-30FFCF7370D8}" dt="2025-07-22T18:41:28.061" v="1413" actId="47"/>
        <pc:sldMkLst>
          <pc:docMk/>
          <pc:sldMk cId="1603738068" sldId="9272"/>
        </pc:sldMkLst>
      </pc:sldChg>
      <pc:sldChg chg="del">
        <pc:chgData name="Rodolfo Pontes Marcelino" userId="128e5001-fc6e-40bb-b9ac-6f0b31723bca" providerId="ADAL" clId="{3FA1443E-1308-4764-AF23-30FFCF7370D8}" dt="2025-07-22T18:41:28.061" v="1413" actId="47"/>
        <pc:sldMkLst>
          <pc:docMk/>
          <pc:sldMk cId="4224513117" sldId="9273"/>
        </pc:sldMkLst>
      </pc:sldChg>
      <pc:sldChg chg="del">
        <pc:chgData name="Rodolfo Pontes Marcelino" userId="128e5001-fc6e-40bb-b9ac-6f0b31723bca" providerId="ADAL" clId="{3FA1443E-1308-4764-AF23-30FFCF7370D8}" dt="2025-07-22T18:41:28.061" v="1413" actId="47"/>
        <pc:sldMkLst>
          <pc:docMk/>
          <pc:sldMk cId="964944093" sldId="9274"/>
        </pc:sldMkLst>
      </pc:sldChg>
      <pc:sldChg chg="modSp del mod">
        <pc:chgData name="Rodolfo Pontes Marcelino" userId="128e5001-fc6e-40bb-b9ac-6f0b31723bca" providerId="ADAL" clId="{3FA1443E-1308-4764-AF23-30FFCF7370D8}" dt="2025-07-22T18:15:59.978" v="949" actId="47"/>
        <pc:sldMkLst>
          <pc:docMk/>
          <pc:sldMk cId="3297393745" sldId="9330"/>
        </pc:sldMkLst>
      </pc:sldChg>
      <pc:sldChg chg="delSp del">
        <pc:chgData name="Rodolfo Pontes Marcelino" userId="128e5001-fc6e-40bb-b9ac-6f0b31723bca" providerId="ADAL" clId="{3FA1443E-1308-4764-AF23-30FFCF7370D8}" dt="2025-07-22T18:14:27.793" v="946" actId="47"/>
        <pc:sldMkLst>
          <pc:docMk/>
          <pc:sldMk cId="1552041848" sldId="9332"/>
        </pc:sldMkLst>
      </pc:sldChg>
      <pc:sldChg chg="del">
        <pc:chgData name="Rodolfo Pontes Marcelino" userId="128e5001-fc6e-40bb-b9ac-6f0b31723bca" providerId="ADAL" clId="{3FA1443E-1308-4764-AF23-30FFCF7370D8}" dt="2025-07-22T18:14:35.796" v="947" actId="2696"/>
        <pc:sldMkLst>
          <pc:docMk/>
          <pc:sldMk cId="548836835" sldId="9333"/>
        </pc:sldMkLst>
      </pc:sldChg>
      <pc:sldChg chg="modSp mod">
        <pc:chgData name="Rodolfo Pontes Marcelino" userId="128e5001-fc6e-40bb-b9ac-6f0b31723bca" providerId="ADAL" clId="{3FA1443E-1308-4764-AF23-30FFCF7370D8}" dt="2025-07-22T18:34:55.515" v="1317" actId="113"/>
        <pc:sldMkLst>
          <pc:docMk/>
          <pc:sldMk cId="3712669517" sldId="9334"/>
        </pc:sldMkLst>
        <pc:spChg chg="mod">
          <ac:chgData name="Rodolfo Pontes Marcelino" userId="128e5001-fc6e-40bb-b9ac-6f0b31723bca" providerId="ADAL" clId="{3FA1443E-1308-4764-AF23-30FFCF7370D8}" dt="2025-07-22T18:34:55.515" v="1317" actId="113"/>
          <ac:spMkLst>
            <pc:docMk/>
            <pc:sldMk cId="3712669517" sldId="9334"/>
            <ac:spMk id="2" creationId="{E78277DF-BCA1-4B9F-86C1-2331D2E59ABD}"/>
          </ac:spMkLst>
        </pc:spChg>
        <pc:spChg chg="mod">
          <ac:chgData name="Rodolfo Pontes Marcelino" userId="128e5001-fc6e-40bb-b9ac-6f0b31723bca" providerId="ADAL" clId="{3FA1443E-1308-4764-AF23-30FFCF7370D8}" dt="2025-07-22T18:15:57.284" v="948"/>
          <ac:spMkLst>
            <pc:docMk/>
            <pc:sldMk cId="3712669517" sldId="9334"/>
            <ac:spMk id="3" creationId="{37B8FFBE-3948-4CD7-8682-230F5EB5057C}"/>
          </ac:spMkLst>
        </pc:spChg>
      </pc:sldChg>
      <pc:sldChg chg="addSp delSp modSp mod">
        <pc:chgData name="Rodolfo Pontes Marcelino" userId="128e5001-fc6e-40bb-b9ac-6f0b31723bca" providerId="ADAL" clId="{3FA1443E-1308-4764-AF23-30FFCF7370D8}" dt="2025-07-22T18:38:52.824" v="1412" actId="478"/>
        <pc:sldMkLst>
          <pc:docMk/>
          <pc:sldMk cId="3862773325" sldId="9362"/>
        </pc:sldMkLst>
        <pc:spChg chg="add mod">
          <ac:chgData name="Rodolfo Pontes Marcelino" userId="128e5001-fc6e-40bb-b9ac-6f0b31723bca" providerId="ADAL" clId="{3FA1443E-1308-4764-AF23-30FFCF7370D8}" dt="2025-07-22T18:37:27.371" v="1411" actId="20577"/>
          <ac:spMkLst>
            <pc:docMk/>
            <pc:sldMk cId="3862773325" sldId="9362"/>
            <ac:spMk id="12" creationId="{90F56241-DE2C-A354-7152-4C7A0E5CCD14}"/>
          </ac:spMkLst>
        </pc:spChg>
        <pc:spChg chg="add mod">
          <ac:chgData name="Rodolfo Pontes Marcelino" userId="128e5001-fc6e-40bb-b9ac-6f0b31723bca" providerId="ADAL" clId="{3FA1443E-1308-4764-AF23-30FFCF7370D8}" dt="2025-07-22T18:38:52.824" v="1412" actId="478"/>
          <ac:spMkLst>
            <pc:docMk/>
            <pc:sldMk cId="3862773325" sldId="9362"/>
            <ac:spMk id="14" creationId="{FA6DE4EC-E354-1BD3-65BB-C1388DEE04C0}"/>
          </ac:spMkLst>
        </pc:spChg>
      </pc:sldChg>
      <pc:sldChg chg="modSp mod">
        <pc:chgData name="Rodolfo Pontes Marcelino" userId="128e5001-fc6e-40bb-b9ac-6f0b31723bca" providerId="ADAL" clId="{3FA1443E-1308-4764-AF23-30FFCF7370D8}" dt="2025-07-22T17:37:43.791" v="645" actId="20577"/>
        <pc:sldMkLst>
          <pc:docMk/>
          <pc:sldMk cId="1181985111" sldId="9444"/>
        </pc:sldMkLst>
        <pc:spChg chg="mod">
          <ac:chgData name="Rodolfo Pontes Marcelino" userId="128e5001-fc6e-40bb-b9ac-6f0b31723bca" providerId="ADAL" clId="{3FA1443E-1308-4764-AF23-30FFCF7370D8}" dt="2025-07-22T17:36:27.730" v="641"/>
          <ac:spMkLst>
            <pc:docMk/>
            <pc:sldMk cId="1181985111" sldId="9444"/>
            <ac:spMk id="2" creationId="{EAFA599A-99A0-4751-9DD5-81CFEB0A4688}"/>
          </ac:spMkLst>
        </pc:spChg>
        <pc:spChg chg="mod">
          <ac:chgData name="Rodolfo Pontes Marcelino" userId="128e5001-fc6e-40bb-b9ac-6f0b31723bca" providerId="ADAL" clId="{3FA1443E-1308-4764-AF23-30FFCF7370D8}" dt="2025-07-22T14:39:45.501" v="620" actId="20577"/>
          <ac:spMkLst>
            <pc:docMk/>
            <pc:sldMk cId="1181985111" sldId="9444"/>
            <ac:spMk id="3" creationId="{339CCE84-88F6-41D0-BC06-9FD684B65585}"/>
          </ac:spMkLst>
        </pc:spChg>
        <pc:spChg chg="mod">
          <ac:chgData name="Rodolfo Pontes Marcelino" userId="128e5001-fc6e-40bb-b9ac-6f0b31723bca" providerId="ADAL" clId="{3FA1443E-1308-4764-AF23-30FFCF7370D8}" dt="2025-07-22T14:33:26.250" v="15" actId="20577"/>
          <ac:spMkLst>
            <pc:docMk/>
            <pc:sldMk cId="1181985111" sldId="9444"/>
            <ac:spMk id="6" creationId="{C76A17A2-C422-4567-9BBC-B0EAE2072303}"/>
          </ac:spMkLst>
        </pc:spChg>
        <pc:spChg chg="mod">
          <ac:chgData name="Rodolfo Pontes Marcelino" userId="128e5001-fc6e-40bb-b9ac-6f0b31723bca" providerId="ADAL" clId="{3FA1443E-1308-4764-AF23-30FFCF7370D8}" dt="2025-07-22T14:33:46.419" v="19" actId="20577"/>
          <ac:spMkLst>
            <pc:docMk/>
            <pc:sldMk cId="1181985111" sldId="9444"/>
            <ac:spMk id="8" creationId="{E018AEA0-7084-4172-BA11-15A06FB0B03A}"/>
          </ac:spMkLst>
        </pc:spChg>
        <pc:spChg chg="mod">
          <ac:chgData name="Rodolfo Pontes Marcelino" userId="128e5001-fc6e-40bb-b9ac-6f0b31723bca" providerId="ADAL" clId="{3FA1443E-1308-4764-AF23-30FFCF7370D8}" dt="2025-07-22T17:37:43.791" v="645" actId="20577"/>
          <ac:spMkLst>
            <pc:docMk/>
            <pc:sldMk cId="1181985111" sldId="9444"/>
            <ac:spMk id="10" creationId="{E7EDF688-F9C5-4828-A10F-26F971B4AD3D}"/>
          </ac:spMkLst>
        </pc:spChg>
      </pc:sldChg>
      <pc:sldChg chg="new del">
        <pc:chgData name="Rodolfo Pontes Marcelino" userId="128e5001-fc6e-40bb-b9ac-6f0b31723bca" providerId="ADAL" clId="{3FA1443E-1308-4764-AF23-30FFCF7370D8}" dt="2025-07-22T18:49:43.752" v="1424" actId="47"/>
        <pc:sldMkLst>
          <pc:docMk/>
          <pc:sldMk cId="2539771670" sldId="9445"/>
        </pc:sldMkLst>
      </pc:sldChg>
      <pc:sldChg chg="del">
        <pc:chgData name="Rodolfo Pontes Marcelino" userId="128e5001-fc6e-40bb-b9ac-6f0b31723bca" providerId="ADAL" clId="{3FA1443E-1308-4764-AF23-30FFCF7370D8}" dt="2025-07-22T18:41:28.061" v="1413" actId="47"/>
        <pc:sldMkLst>
          <pc:docMk/>
          <pc:sldMk cId="38215133" sldId="9448"/>
        </pc:sldMkLst>
      </pc:sldChg>
      <pc:sldMasterChg chg="delSldLayout">
        <pc:chgData name="Rodolfo Pontes Marcelino" userId="128e5001-fc6e-40bb-b9ac-6f0b31723bca" providerId="ADAL" clId="{3FA1443E-1308-4764-AF23-30FFCF7370D8}" dt="2025-07-22T14:33:13.861" v="0" actId="47"/>
        <pc:sldMasterMkLst>
          <pc:docMk/>
          <pc:sldMasterMk cId="2112544319" sldId="2147483648"/>
        </pc:sldMasterMkLst>
        <pc:sldLayoutChg chg="del">
          <pc:chgData name="Rodolfo Pontes Marcelino" userId="128e5001-fc6e-40bb-b9ac-6f0b31723bca" providerId="ADAL" clId="{3FA1443E-1308-4764-AF23-30FFCF7370D8}" dt="2025-07-22T14:33:13.861" v="0" actId="47"/>
          <pc:sldLayoutMkLst>
            <pc:docMk/>
            <pc:sldMasterMk cId="2112544319" sldId="2147483648"/>
            <pc:sldLayoutMk cId="3917245592" sldId="2147483742"/>
          </pc:sldLayoutMkLst>
        </pc:sldLayoutChg>
      </pc:sldMasterChg>
      <pc:sldMasterChg chg="del delSldLayout">
        <pc:chgData name="Rodolfo Pontes Marcelino" userId="128e5001-fc6e-40bb-b9ac-6f0b31723bca" providerId="ADAL" clId="{3FA1443E-1308-4764-AF23-30FFCF7370D8}" dt="2025-07-22T14:33:22.630" v="1"/>
        <pc:sldMasterMkLst>
          <pc:docMk/>
          <pc:sldMasterMk cId="1937576531" sldId="2147483677"/>
        </pc:sldMasterMkLst>
        <pc:sldLayoutChg chg="del">
          <pc:chgData name="Rodolfo Pontes Marcelino" userId="128e5001-fc6e-40bb-b9ac-6f0b31723bca" providerId="ADAL" clId="{3FA1443E-1308-4764-AF23-30FFCF7370D8}" dt="2025-07-22T14:33:22.630" v="1"/>
          <pc:sldLayoutMkLst>
            <pc:docMk/>
            <pc:sldMasterMk cId="1937576531" sldId="2147483677"/>
            <pc:sldLayoutMk cId="3701870350" sldId="2147483678"/>
          </pc:sldLayoutMkLst>
        </pc:sldLayoutChg>
        <pc:sldLayoutChg chg="del">
          <pc:chgData name="Rodolfo Pontes Marcelino" userId="128e5001-fc6e-40bb-b9ac-6f0b31723bca" providerId="ADAL" clId="{3FA1443E-1308-4764-AF23-30FFCF7370D8}" dt="2025-07-22T14:33:22.630" v="1"/>
          <pc:sldLayoutMkLst>
            <pc:docMk/>
            <pc:sldMasterMk cId="1937576531" sldId="2147483677"/>
            <pc:sldLayoutMk cId="3601937215" sldId="2147483679"/>
          </pc:sldLayoutMkLst>
        </pc:sldLayoutChg>
        <pc:sldLayoutChg chg="del">
          <pc:chgData name="Rodolfo Pontes Marcelino" userId="128e5001-fc6e-40bb-b9ac-6f0b31723bca" providerId="ADAL" clId="{3FA1443E-1308-4764-AF23-30FFCF7370D8}" dt="2025-07-22T14:33:22.630" v="1"/>
          <pc:sldLayoutMkLst>
            <pc:docMk/>
            <pc:sldMasterMk cId="1937576531" sldId="2147483677"/>
            <pc:sldLayoutMk cId="1669136467" sldId="2147483680"/>
          </pc:sldLayoutMkLst>
        </pc:sldLayoutChg>
        <pc:sldLayoutChg chg="del">
          <pc:chgData name="Rodolfo Pontes Marcelino" userId="128e5001-fc6e-40bb-b9ac-6f0b31723bca" providerId="ADAL" clId="{3FA1443E-1308-4764-AF23-30FFCF7370D8}" dt="2025-07-22T14:33:22.630" v="1"/>
          <pc:sldLayoutMkLst>
            <pc:docMk/>
            <pc:sldMasterMk cId="1937576531" sldId="2147483677"/>
            <pc:sldLayoutMk cId="2137347616" sldId="2147483681"/>
          </pc:sldLayoutMkLst>
        </pc:sldLayoutChg>
        <pc:sldLayoutChg chg="del">
          <pc:chgData name="Rodolfo Pontes Marcelino" userId="128e5001-fc6e-40bb-b9ac-6f0b31723bca" providerId="ADAL" clId="{3FA1443E-1308-4764-AF23-30FFCF7370D8}" dt="2025-07-22T14:33:22.630" v="1"/>
          <pc:sldLayoutMkLst>
            <pc:docMk/>
            <pc:sldMasterMk cId="1937576531" sldId="2147483677"/>
            <pc:sldLayoutMk cId="2288884062" sldId="2147483682"/>
          </pc:sldLayoutMkLst>
        </pc:sldLayoutChg>
        <pc:sldLayoutChg chg="del">
          <pc:chgData name="Rodolfo Pontes Marcelino" userId="128e5001-fc6e-40bb-b9ac-6f0b31723bca" providerId="ADAL" clId="{3FA1443E-1308-4764-AF23-30FFCF7370D8}" dt="2025-07-22T14:33:22.630" v="1"/>
          <pc:sldLayoutMkLst>
            <pc:docMk/>
            <pc:sldMasterMk cId="1937576531" sldId="2147483677"/>
            <pc:sldLayoutMk cId="1580714565" sldId="2147483683"/>
          </pc:sldLayoutMkLst>
        </pc:sldLayoutChg>
        <pc:sldLayoutChg chg="del">
          <pc:chgData name="Rodolfo Pontes Marcelino" userId="128e5001-fc6e-40bb-b9ac-6f0b31723bca" providerId="ADAL" clId="{3FA1443E-1308-4764-AF23-30FFCF7370D8}" dt="2025-07-22T14:33:22.630" v="1"/>
          <pc:sldLayoutMkLst>
            <pc:docMk/>
            <pc:sldMasterMk cId="1937576531" sldId="2147483677"/>
            <pc:sldLayoutMk cId="2831441949" sldId="2147483684"/>
          </pc:sldLayoutMkLst>
        </pc:sldLayoutChg>
        <pc:sldLayoutChg chg="del">
          <pc:chgData name="Rodolfo Pontes Marcelino" userId="128e5001-fc6e-40bb-b9ac-6f0b31723bca" providerId="ADAL" clId="{3FA1443E-1308-4764-AF23-30FFCF7370D8}" dt="2025-07-22T14:33:22.630" v="1"/>
          <pc:sldLayoutMkLst>
            <pc:docMk/>
            <pc:sldMasterMk cId="1937576531" sldId="2147483677"/>
            <pc:sldLayoutMk cId="1306589596" sldId="2147483685"/>
          </pc:sldLayoutMkLst>
        </pc:sldLayoutChg>
        <pc:sldLayoutChg chg="del">
          <pc:chgData name="Rodolfo Pontes Marcelino" userId="128e5001-fc6e-40bb-b9ac-6f0b31723bca" providerId="ADAL" clId="{3FA1443E-1308-4764-AF23-30FFCF7370D8}" dt="2025-07-22T14:33:22.630" v="1"/>
          <pc:sldLayoutMkLst>
            <pc:docMk/>
            <pc:sldMasterMk cId="1937576531" sldId="2147483677"/>
            <pc:sldLayoutMk cId="684043054" sldId="2147483686"/>
          </pc:sldLayoutMkLst>
        </pc:sldLayoutChg>
        <pc:sldLayoutChg chg="del">
          <pc:chgData name="Rodolfo Pontes Marcelino" userId="128e5001-fc6e-40bb-b9ac-6f0b31723bca" providerId="ADAL" clId="{3FA1443E-1308-4764-AF23-30FFCF7370D8}" dt="2025-07-22T14:33:22.630" v="1"/>
          <pc:sldLayoutMkLst>
            <pc:docMk/>
            <pc:sldMasterMk cId="1937576531" sldId="2147483677"/>
            <pc:sldLayoutMk cId="2711356415" sldId="2147483687"/>
          </pc:sldLayoutMkLst>
        </pc:sldLayoutChg>
        <pc:sldLayoutChg chg="del">
          <pc:chgData name="Rodolfo Pontes Marcelino" userId="128e5001-fc6e-40bb-b9ac-6f0b31723bca" providerId="ADAL" clId="{3FA1443E-1308-4764-AF23-30FFCF7370D8}" dt="2025-07-22T14:33:22.630" v="1"/>
          <pc:sldLayoutMkLst>
            <pc:docMk/>
            <pc:sldMasterMk cId="1937576531" sldId="2147483677"/>
            <pc:sldLayoutMk cId="3696646812" sldId="2147483688"/>
          </pc:sldLayoutMkLst>
        </pc:sldLayoutChg>
        <pc:sldLayoutChg chg="del">
          <pc:chgData name="Rodolfo Pontes Marcelino" userId="128e5001-fc6e-40bb-b9ac-6f0b31723bca" providerId="ADAL" clId="{3FA1443E-1308-4764-AF23-30FFCF7370D8}" dt="2025-07-22T14:33:22.630" v="1"/>
          <pc:sldLayoutMkLst>
            <pc:docMk/>
            <pc:sldMasterMk cId="1937576531" sldId="2147483677"/>
            <pc:sldLayoutMk cId="1218249392" sldId="2147483689"/>
          </pc:sldLayoutMkLst>
        </pc:sldLayoutChg>
        <pc:sldLayoutChg chg="del">
          <pc:chgData name="Rodolfo Pontes Marcelino" userId="128e5001-fc6e-40bb-b9ac-6f0b31723bca" providerId="ADAL" clId="{3FA1443E-1308-4764-AF23-30FFCF7370D8}" dt="2025-07-22T14:33:22.630" v="1"/>
          <pc:sldLayoutMkLst>
            <pc:docMk/>
            <pc:sldMasterMk cId="1937576531" sldId="2147483677"/>
            <pc:sldLayoutMk cId="3509358769" sldId="2147483690"/>
          </pc:sldLayoutMkLst>
        </pc:sldLayoutChg>
        <pc:sldLayoutChg chg="del">
          <pc:chgData name="Rodolfo Pontes Marcelino" userId="128e5001-fc6e-40bb-b9ac-6f0b31723bca" providerId="ADAL" clId="{3FA1443E-1308-4764-AF23-30FFCF7370D8}" dt="2025-07-22T14:33:22.630" v="1"/>
          <pc:sldLayoutMkLst>
            <pc:docMk/>
            <pc:sldMasterMk cId="1937576531" sldId="2147483677"/>
            <pc:sldLayoutMk cId="1236006156" sldId="2147483691"/>
          </pc:sldLayoutMkLst>
        </pc:sldLayoutChg>
        <pc:sldLayoutChg chg="del">
          <pc:chgData name="Rodolfo Pontes Marcelino" userId="128e5001-fc6e-40bb-b9ac-6f0b31723bca" providerId="ADAL" clId="{3FA1443E-1308-4764-AF23-30FFCF7370D8}" dt="2025-07-22T14:33:22.630" v="1"/>
          <pc:sldLayoutMkLst>
            <pc:docMk/>
            <pc:sldMasterMk cId="1937576531" sldId="2147483677"/>
            <pc:sldLayoutMk cId="1616562625" sldId="2147483692"/>
          </pc:sldLayoutMkLst>
        </pc:sldLayoutChg>
        <pc:sldLayoutChg chg="del">
          <pc:chgData name="Rodolfo Pontes Marcelino" userId="128e5001-fc6e-40bb-b9ac-6f0b31723bca" providerId="ADAL" clId="{3FA1443E-1308-4764-AF23-30FFCF7370D8}" dt="2025-07-22T14:33:22.630" v="1"/>
          <pc:sldLayoutMkLst>
            <pc:docMk/>
            <pc:sldMasterMk cId="1937576531" sldId="2147483677"/>
            <pc:sldLayoutMk cId="2765427451" sldId="2147483693"/>
          </pc:sldLayoutMkLst>
        </pc:sldLayoutChg>
        <pc:sldLayoutChg chg="del">
          <pc:chgData name="Rodolfo Pontes Marcelino" userId="128e5001-fc6e-40bb-b9ac-6f0b31723bca" providerId="ADAL" clId="{3FA1443E-1308-4764-AF23-30FFCF7370D8}" dt="2025-07-22T14:33:22.630" v="1"/>
          <pc:sldLayoutMkLst>
            <pc:docMk/>
            <pc:sldMasterMk cId="1937576531" sldId="2147483677"/>
            <pc:sldLayoutMk cId="1558355944" sldId="2147483694"/>
          </pc:sldLayoutMkLst>
        </pc:sldLayoutChg>
        <pc:sldLayoutChg chg="del">
          <pc:chgData name="Rodolfo Pontes Marcelino" userId="128e5001-fc6e-40bb-b9ac-6f0b31723bca" providerId="ADAL" clId="{3FA1443E-1308-4764-AF23-30FFCF7370D8}" dt="2025-07-22T14:33:22.630" v="1"/>
          <pc:sldLayoutMkLst>
            <pc:docMk/>
            <pc:sldMasterMk cId="1937576531" sldId="2147483677"/>
            <pc:sldLayoutMk cId="836048779" sldId="2147483696"/>
          </pc:sldLayoutMkLst>
        </pc:sldLayoutChg>
        <pc:sldLayoutChg chg="del">
          <pc:chgData name="Rodolfo Pontes Marcelino" userId="128e5001-fc6e-40bb-b9ac-6f0b31723bca" providerId="ADAL" clId="{3FA1443E-1308-4764-AF23-30FFCF7370D8}" dt="2025-07-22T14:33:22.630" v="1"/>
          <pc:sldLayoutMkLst>
            <pc:docMk/>
            <pc:sldMasterMk cId="1937576531" sldId="2147483677"/>
            <pc:sldLayoutMk cId="3113168568" sldId="2147483698"/>
          </pc:sldLayoutMkLst>
        </pc:sldLayoutChg>
        <pc:sldLayoutChg chg="del">
          <pc:chgData name="Rodolfo Pontes Marcelino" userId="128e5001-fc6e-40bb-b9ac-6f0b31723bca" providerId="ADAL" clId="{3FA1443E-1308-4764-AF23-30FFCF7370D8}" dt="2025-07-22T14:33:22.630" v="1"/>
          <pc:sldLayoutMkLst>
            <pc:docMk/>
            <pc:sldMasterMk cId="1937576531" sldId="2147483677"/>
            <pc:sldLayoutMk cId="540337030" sldId="2147483699"/>
          </pc:sldLayoutMkLst>
        </pc:sldLayoutChg>
      </pc:sldMasterChg>
      <pc:sldMasterChg chg="del delSldLayout">
        <pc:chgData name="Rodolfo Pontes Marcelino" userId="128e5001-fc6e-40bb-b9ac-6f0b31723bca" providerId="ADAL" clId="{3FA1443E-1308-4764-AF23-30FFCF7370D8}" dt="2025-07-22T14:33:22.630" v="1"/>
        <pc:sldMasterMkLst>
          <pc:docMk/>
          <pc:sldMasterMk cId="3414821986" sldId="2147483725"/>
        </pc:sldMasterMkLst>
        <pc:sldLayoutChg chg="del">
          <pc:chgData name="Rodolfo Pontes Marcelino" userId="128e5001-fc6e-40bb-b9ac-6f0b31723bca" providerId="ADAL" clId="{3FA1443E-1308-4764-AF23-30FFCF7370D8}" dt="2025-07-22T14:33:22.630" v="1"/>
          <pc:sldLayoutMkLst>
            <pc:docMk/>
            <pc:sldMasterMk cId="3414821986" sldId="2147483725"/>
            <pc:sldLayoutMk cId="3856728255" sldId="2147483659"/>
          </pc:sldLayoutMkLst>
        </pc:sldLayoutChg>
        <pc:sldLayoutChg chg="del">
          <pc:chgData name="Rodolfo Pontes Marcelino" userId="128e5001-fc6e-40bb-b9ac-6f0b31723bca" providerId="ADAL" clId="{3FA1443E-1308-4764-AF23-30FFCF7370D8}" dt="2025-07-22T14:33:22.630" v="1"/>
          <pc:sldLayoutMkLst>
            <pc:docMk/>
            <pc:sldMasterMk cId="3414821986" sldId="2147483725"/>
            <pc:sldLayoutMk cId="2752517795" sldId="2147483726"/>
          </pc:sldLayoutMkLst>
        </pc:sldLayoutChg>
      </pc:sldMasterChg>
      <pc:sldMasterChg chg="del delSldLayout">
        <pc:chgData name="Rodolfo Pontes Marcelino" userId="128e5001-fc6e-40bb-b9ac-6f0b31723bca" providerId="ADAL" clId="{3FA1443E-1308-4764-AF23-30FFCF7370D8}" dt="2025-07-22T14:33:22.630" v="1"/>
        <pc:sldMasterMkLst>
          <pc:docMk/>
          <pc:sldMasterMk cId="1474225522" sldId="2147483772"/>
        </pc:sldMasterMkLst>
        <pc:sldLayoutChg chg="del">
          <pc:chgData name="Rodolfo Pontes Marcelino" userId="128e5001-fc6e-40bb-b9ac-6f0b31723bca" providerId="ADAL" clId="{3FA1443E-1308-4764-AF23-30FFCF7370D8}" dt="2025-07-22T14:33:22.630" v="1"/>
          <pc:sldLayoutMkLst>
            <pc:docMk/>
            <pc:sldMasterMk cId="1474225522" sldId="2147483772"/>
            <pc:sldLayoutMk cId="3318910593" sldId="2147483931"/>
          </pc:sldLayoutMkLst>
        </pc:sldLayoutChg>
        <pc:sldLayoutChg chg="del">
          <pc:chgData name="Rodolfo Pontes Marcelino" userId="128e5001-fc6e-40bb-b9ac-6f0b31723bca" providerId="ADAL" clId="{3FA1443E-1308-4764-AF23-30FFCF7370D8}" dt="2025-07-22T14:33:22.630" v="1"/>
          <pc:sldLayoutMkLst>
            <pc:docMk/>
            <pc:sldMasterMk cId="1474225522" sldId="2147483772"/>
            <pc:sldLayoutMk cId="3834310863" sldId="2147483932"/>
          </pc:sldLayoutMkLst>
        </pc:sldLayoutChg>
        <pc:sldLayoutChg chg="del">
          <pc:chgData name="Rodolfo Pontes Marcelino" userId="128e5001-fc6e-40bb-b9ac-6f0b31723bca" providerId="ADAL" clId="{3FA1443E-1308-4764-AF23-30FFCF7370D8}" dt="2025-07-22T14:33:22.630" v="1"/>
          <pc:sldLayoutMkLst>
            <pc:docMk/>
            <pc:sldMasterMk cId="1474225522" sldId="2147483772"/>
            <pc:sldLayoutMk cId="2572179371" sldId="2147483933"/>
          </pc:sldLayoutMkLst>
        </pc:sldLayoutChg>
        <pc:sldLayoutChg chg="del">
          <pc:chgData name="Rodolfo Pontes Marcelino" userId="128e5001-fc6e-40bb-b9ac-6f0b31723bca" providerId="ADAL" clId="{3FA1443E-1308-4764-AF23-30FFCF7370D8}" dt="2025-07-22T14:33:22.630" v="1"/>
          <pc:sldLayoutMkLst>
            <pc:docMk/>
            <pc:sldMasterMk cId="1474225522" sldId="2147483772"/>
            <pc:sldLayoutMk cId="2625355968" sldId="2147483934"/>
          </pc:sldLayoutMkLst>
        </pc:sldLayoutChg>
        <pc:sldLayoutChg chg="del">
          <pc:chgData name="Rodolfo Pontes Marcelino" userId="128e5001-fc6e-40bb-b9ac-6f0b31723bca" providerId="ADAL" clId="{3FA1443E-1308-4764-AF23-30FFCF7370D8}" dt="2025-07-22T14:33:22.630" v="1"/>
          <pc:sldLayoutMkLst>
            <pc:docMk/>
            <pc:sldMasterMk cId="1474225522" sldId="2147483772"/>
            <pc:sldLayoutMk cId="1958483869" sldId="2147483935"/>
          </pc:sldLayoutMkLst>
        </pc:sldLayoutChg>
        <pc:sldLayoutChg chg="del">
          <pc:chgData name="Rodolfo Pontes Marcelino" userId="128e5001-fc6e-40bb-b9ac-6f0b31723bca" providerId="ADAL" clId="{3FA1443E-1308-4764-AF23-30FFCF7370D8}" dt="2025-07-22T14:33:22.630" v="1"/>
          <pc:sldLayoutMkLst>
            <pc:docMk/>
            <pc:sldMasterMk cId="1474225522" sldId="2147483772"/>
            <pc:sldLayoutMk cId="2308821846" sldId="2147483936"/>
          </pc:sldLayoutMkLst>
        </pc:sldLayoutChg>
        <pc:sldLayoutChg chg="del">
          <pc:chgData name="Rodolfo Pontes Marcelino" userId="128e5001-fc6e-40bb-b9ac-6f0b31723bca" providerId="ADAL" clId="{3FA1443E-1308-4764-AF23-30FFCF7370D8}" dt="2025-07-22T14:33:22.630" v="1"/>
          <pc:sldLayoutMkLst>
            <pc:docMk/>
            <pc:sldMasterMk cId="1474225522" sldId="2147483772"/>
            <pc:sldLayoutMk cId="3784738003" sldId="2147483938"/>
          </pc:sldLayoutMkLst>
        </pc:sldLayoutChg>
        <pc:sldLayoutChg chg="del">
          <pc:chgData name="Rodolfo Pontes Marcelino" userId="128e5001-fc6e-40bb-b9ac-6f0b31723bca" providerId="ADAL" clId="{3FA1443E-1308-4764-AF23-30FFCF7370D8}" dt="2025-07-22T14:33:22.630" v="1"/>
          <pc:sldLayoutMkLst>
            <pc:docMk/>
            <pc:sldMasterMk cId="1474225522" sldId="2147483772"/>
            <pc:sldLayoutMk cId="1541818619" sldId="2147484023"/>
          </pc:sldLayoutMkLst>
        </pc:sldLayoutChg>
      </pc:sldMasterChg>
      <pc:sldMasterChg chg="delSldLayout">
        <pc:chgData name="Rodolfo Pontes Marcelino" userId="128e5001-fc6e-40bb-b9ac-6f0b31723bca" providerId="ADAL" clId="{3FA1443E-1308-4764-AF23-30FFCF7370D8}" dt="2025-07-22T18:41:28.061" v="1413" actId="47"/>
        <pc:sldMasterMkLst>
          <pc:docMk/>
          <pc:sldMasterMk cId="1958704348" sldId="2147483773"/>
        </pc:sldMasterMkLst>
        <pc:sldLayoutChg chg="del">
          <pc:chgData name="Rodolfo Pontes Marcelino" userId="128e5001-fc6e-40bb-b9ac-6f0b31723bca" providerId="ADAL" clId="{3FA1443E-1308-4764-AF23-30FFCF7370D8}" dt="2025-07-22T18:41:28.061" v="1413" actId="47"/>
          <pc:sldLayoutMkLst>
            <pc:docMk/>
            <pc:sldMasterMk cId="1958704348" sldId="2147483773"/>
            <pc:sldLayoutMk cId="1734399427" sldId="2147484031"/>
          </pc:sldLayoutMkLst>
        </pc:sldLayoutChg>
      </pc:sldMasterChg>
      <pc:sldMasterChg chg="del delSldLayout">
        <pc:chgData name="Rodolfo Pontes Marcelino" userId="128e5001-fc6e-40bb-b9ac-6f0b31723bca" providerId="ADAL" clId="{3FA1443E-1308-4764-AF23-30FFCF7370D8}" dt="2025-07-22T14:33:22.630" v="1"/>
        <pc:sldMasterMkLst>
          <pc:docMk/>
          <pc:sldMasterMk cId="4279935287" sldId="2147483774"/>
        </pc:sldMasterMkLst>
        <pc:sldLayoutChg chg="del">
          <pc:chgData name="Rodolfo Pontes Marcelino" userId="128e5001-fc6e-40bb-b9ac-6f0b31723bca" providerId="ADAL" clId="{3FA1443E-1308-4764-AF23-30FFCF7370D8}" dt="2025-07-22T14:33:22.630" v="1"/>
          <pc:sldLayoutMkLst>
            <pc:docMk/>
            <pc:sldMasterMk cId="4279935287" sldId="2147483774"/>
            <pc:sldLayoutMk cId="3412871790" sldId="2147483950"/>
          </pc:sldLayoutMkLst>
        </pc:sldLayoutChg>
        <pc:sldLayoutChg chg="del">
          <pc:chgData name="Rodolfo Pontes Marcelino" userId="128e5001-fc6e-40bb-b9ac-6f0b31723bca" providerId="ADAL" clId="{3FA1443E-1308-4764-AF23-30FFCF7370D8}" dt="2025-07-22T14:33:22.630" v="1"/>
          <pc:sldLayoutMkLst>
            <pc:docMk/>
            <pc:sldMasterMk cId="4279935287" sldId="2147483774"/>
            <pc:sldLayoutMk cId="1114182374" sldId="2147483951"/>
          </pc:sldLayoutMkLst>
        </pc:sldLayoutChg>
        <pc:sldLayoutChg chg="del">
          <pc:chgData name="Rodolfo Pontes Marcelino" userId="128e5001-fc6e-40bb-b9ac-6f0b31723bca" providerId="ADAL" clId="{3FA1443E-1308-4764-AF23-30FFCF7370D8}" dt="2025-07-22T14:33:22.630" v="1"/>
          <pc:sldLayoutMkLst>
            <pc:docMk/>
            <pc:sldMasterMk cId="4279935287" sldId="2147483774"/>
            <pc:sldLayoutMk cId="1621019152" sldId="2147483952"/>
          </pc:sldLayoutMkLst>
        </pc:sldLayoutChg>
        <pc:sldLayoutChg chg="del">
          <pc:chgData name="Rodolfo Pontes Marcelino" userId="128e5001-fc6e-40bb-b9ac-6f0b31723bca" providerId="ADAL" clId="{3FA1443E-1308-4764-AF23-30FFCF7370D8}" dt="2025-07-22T14:33:22.630" v="1"/>
          <pc:sldLayoutMkLst>
            <pc:docMk/>
            <pc:sldMasterMk cId="4279935287" sldId="2147483774"/>
            <pc:sldLayoutMk cId="2596940586" sldId="2147483953"/>
          </pc:sldLayoutMkLst>
        </pc:sldLayoutChg>
        <pc:sldLayoutChg chg="del">
          <pc:chgData name="Rodolfo Pontes Marcelino" userId="128e5001-fc6e-40bb-b9ac-6f0b31723bca" providerId="ADAL" clId="{3FA1443E-1308-4764-AF23-30FFCF7370D8}" dt="2025-07-22T14:33:22.630" v="1"/>
          <pc:sldLayoutMkLst>
            <pc:docMk/>
            <pc:sldMasterMk cId="4279935287" sldId="2147483774"/>
            <pc:sldLayoutMk cId="2744230079" sldId="2147483954"/>
          </pc:sldLayoutMkLst>
        </pc:sldLayoutChg>
        <pc:sldLayoutChg chg="del">
          <pc:chgData name="Rodolfo Pontes Marcelino" userId="128e5001-fc6e-40bb-b9ac-6f0b31723bca" providerId="ADAL" clId="{3FA1443E-1308-4764-AF23-30FFCF7370D8}" dt="2025-07-22T14:33:22.630" v="1"/>
          <pc:sldLayoutMkLst>
            <pc:docMk/>
            <pc:sldMasterMk cId="4279935287" sldId="2147483774"/>
            <pc:sldLayoutMk cId="2376616848" sldId="2147483956"/>
          </pc:sldLayoutMkLst>
        </pc:sldLayoutChg>
        <pc:sldLayoutChg chg="del">
          <pc:chgData name="Rodolfo Pontes Marcelino" userId="128e5001-fc6e-40bb-b9ac-6f0b31723bca" providerId="ADAL" clId="{3FA1443E-1308-4764-AF23-30FFCF7370D8}" dt="2025-07-22T14:33:22.630" v="1"/>
          <pc:sldLayoutMkLst>
            <pc:docMk/>
            <pc:sldMasterMk cId="4279935287" sldId="2147483774"/>
            <pc:sldLayoutMk cId="2518015210" sldId="2147484025"/>
          </pc:sldLayoutMkLst>
        </pc:sldLayoutChg>
      </pc:sldMasterChg>
      <pc:sldMasterChg chg="del delSldLayout">
        <pc:chgData name="Rodolfo Pontes Marcelino" userId="128e5001-fc6e-40bb-b9ac-6f0b31723bca" providerId="ADAL" clId="{3FA1443E-1308-4764-AF23-30FFCF7370D8}" dt="2025-07-22T14:33:22.630" v="1"/>
        <pc:sldMasterMkLst>
          <pc:docMk/>
          <pc:sldMasterMk cId="4131451515" sldId="2147483867"/>
        </pc:sldMasterMkLst>
        <pc:sldLayoutChg chg="del">
          <pc:chgData name="Rodolfo Pontes Marcelino" userId="128e5001-fc6e-40bb-b9ac-6f0b31723bca" providerId="ADAL" clId="{3FA1443E-1308-4764-AF23-30FFCF7370D8}" dt="2025-07-22T14:33:22.630" v="1"/>
          <pc:sldLayoutMkLst>
            <pc:docMk/>
            <pc:sldMasterMk cId="4131451515" sldId="2147483867"/>
            <pc:sldLayoutMk cId="2697667858" sldId="2147483968"/>
          </pc:sldLayoutMkLst>
        </pc:sldLayoutChg>
        <pc:sldLayoutChg chg="del">
          <pc:chgData name="Rodolfo Pontes Marcelino" userId="128e5001-fc6e-40bb-b9ac-6f0b31723bca" providerId="ADAL" clId="{3FA1443E-1308-4764-AF23-30FFCF7370D8}" dt="2025-07-22T14:33:22.630" v="1"/>
          <pc:sldLayoutMkLst>
            <pc:docMk/>
            <pc:sldMasterMk cId="4131451515" sldId="2147483867"/>
            <pc:sldLayoutMk cId="2818588574" sldId="2147483969"/>
          </pc:sldLayoutMkLst>
        </pc:sldLayoutChg>
        <pc:sldLayoutChg chg="del">
          <pc:chgData name="Rodolfo Pontes Marcelino" userId="128e5001-fc6e-40bb-b9ac-6f0b31723bca" providerId="ADAL" clId="{3FA1443E-1308-4764-AF23-30FFCF7370D8}" dt="2025-07-22T14:33:22.630" v="1"/>
          <pc:sldLayoutMkLst>
            <pc:docMk/>
            <pc:sldMasterMk cId="4131451515" sldId="2147483867"/>
            <pc:sldLayoutMk cId="20367798" sldId="2147483970"/>
          </pc:sldLayoutMkLst>
        </pc:sldLayoutChg>
        <pc:sldLayoutChg chg="del">
          <pc:chgData name="Rodolfo Pontes Marcelino" userId="128e5001-fc6e-40bb-b9ac-6f0b31723bca" providerId="ADAL" clId="{3FA1443E-1308-4764-AF23-30FFCF7370D8}" dt="2025-07-22T14:33:22.630" v="1"/>
          <pc:sldLayoutMkLst>
            <pc:docMk/>
            <pc:sldMasterMk cId="4131451515" sldId="2147483867"/>
            <pc:sldLayoutMk cId="3497418680" sldId="2147483971"/>
          </pc:sldLayoutMkLst>
        </pc:sldLayoutChg>
        <pc:sldLayoutChg chg="del">
          <pc:chgData name="Rodolfo Pontes Marcelino" userId="128e5001-fc6e-40bb-b9ac-6f0b31723bca" providerId="ADAL" clId="{3FA1443E-1308-4764-AF23-30FFCF7370D8}" dt="2025-07-22T14:33:22.630" v="1"/>
          <pc:sldLayoutMkLst>
            <pc:docMk/>
            <pc:sldMasterMk cId="4131451515" sldId="2147483867"/>
            <pc:sldLayoutMk cId="1250328986" sldId="2147484026"/>
          </pc:sldLayoutMkLst>
        </pc:sldLayoutChg>
      </pc:sldMasterChg>
      <pc:sldMasterChg chg="del delSldLayout">
        <pc:chgData name="Rodolfo Pontes Marcelino" userId="128e5001-fc6e-40bb-b9ac-6f0b31723bca" providerId="ADAL" clId="{3FA1443E-1308-4764-AF23-30FFCF7370D8}" dt="2025-07-22T14:33:22.630" v="1"/>
        <pc:sldMasterMkLst>
          <pc:docMk/>
          <pc:sldMasterMk cId="612962773" sldId="2147483872"/>
        </pc:sldMasterMkLst>
        <pc:sldLayoutChg chg="del">
          <pc:chgData name="Rodolfo Pontes Marcelino" userId="128e5001-fc6e-40bb-b9ac-6f0b31723bca" providerId="ADAL" clId="{3FA1443E-1308-4764-AF23-30FFCF7370D8}" dt="2025-07-22T14:33:22.630" v="1"/>
          <pc:sldLayoutMkLst>
            <pc:docMk/>
            <pc:sldMasterMk cId="612962773" sldId="2147483872"/>
            <pc:sldLayoutMk cId="1870758697" sldId="2147483963"/>
          </pc:sldLayoutMkLst>
        </pc:sldLayoutChg>
        <pc:sldLayoutChg chg="del">
          <pc:chgData name="Rodolfo Pontes Marcelino" userId="128e5001-fc6e-40bb-b9ac-6f0b31723bca" providerId="ADAL" clId="{3FA1443E-1308-4764-AF23-30FFCF7370D8}" dt="2025-07-22T14:33:22.630" v="1"/>
          <pc:sldLayoutMkLst>
            <pc:docMk/>
            <pc:sldMasterMk cId="612962773" sldId="2147483872"/>
            <pc:sldLayoutMk cId="3040773888" sldId="2147483964"/>
          </pc:sldLayoutMkLst>
        </pc:sldLayoutChg>
        <pc:sldLayoutChg chg="del">
          <pc:chgData name="Rodolfo Pontes Marcelino" userId="128e5001-fc6e-40bb-b9ac-6f0b31723bca" providerId="ADAL" clId="{3FA1443E-1308-4764-AF23-30FFCF7370D8}" dt="2025-07-22T14:33:22.630" v="1"/>
          <pc:sldLayoutMkLst>
            <pc:docMk/>
            <pc:sldMasterMk cId="612962773" sldId="2147483872"/>
            <pc:sldLayoutMk cId="3468465849" sldId="2147483965"/>
          </pc:sldLayoutMkLst>
        </pc:sldLayoutChg>
        <pc:sldLayoutChg chg="del">
          <pc:chgData name="Rodolfo Pontes Marcelino" userId="128e5001-fc6e-40bb-b9ac-6f0b31723bca" providerId="ADAL" clId="{3FA1443E-1308-4764-AF23-30FFCF7370D8}" dt="2025-07-22T14:33:22.630" v="1"/>
          <pc:sldLayoutMkLst>
            <pc:docMk/>
            <pc:sldMasterMk cId="612962773" sldId="2147483872"/>
            <pc:sldLayoutMk cId="2865540562" sldId="2147484027"/>
          </pc:sldLayoutMkLst>
        </pc:sldLayoutChg>
      </pc:sldMasterChg>
      <pc:sldMasterChg chg="del delSldLayout">
        <pc:chgData name="Rodolfo Pontes Marcelino" userId="128e5001-fc6e-40bb-b9ac-6f0b31723bca" providerId="ADAL" clId="{3FA1443E-1308-4764-AF23-30FFCF7370D8}" dt="2025-07-22T14:33:22.630" v="1"/>
        <pc:sldMasterMkLst>
          <pc:docMk/>
          <pc:sldMasterMk cId="2713886839" sldId="2147483882"/>
        </pc:sldMasterMkLst>
        <pc:sldLayoutChg chg="del">
          <pc:chgData name="Rodolfo Pontes Marcelino" userId="128e5001-fc6e-40bb-b9ac-6f0b31723bca" providerId="ADAL" clId="{3FA1443E-1308-4764-AF23-30FFCF7370D8}" dt="2025-07-22T14:33:22.630" v="1"/>
          <pc:sldLayoutMkLst>
            <pc:docMk/>
            <pc:sldMasterMk cId="2713886839" sldId="2147483882"/>
            <pc:sldLayoutMk cId="2287674969" sldId="2147483883"/>
          </pc:sldLayoutMkLst>
        </pc:sldLayoutChg>
      </pc:sldMasterChg>
      <pc:sldMasterChg chg="del delSldLayout">
        <pc:chgData name="Rodolfo Pontes Marcelino" userId="128e5001-fc6e-40bb-b9ac-6f0b31723bca" providerId="ADAL" clId="{3FA1443E-1308-4764-AF23-30FFCF7370D8}" dt="2025-07-22T14:33:22.630" v="1"/>
        <pc:sldMasterMkLst>
          <pc:docMk/>
          <pc:sldMasterMk cId="2451774020" sldId="2147483957"/>
        </pc:sldMasterMkLst>
        <pc:sldLayoutChg chg="del">
          <pc:chgData name="Rodolfo Pontes Marcelino" userId="128e5001-fc6e-40bb-b9ac-6f0b31723bca" providerId="ADAL" clId="{3FA1443E-1308-4764-AF23-30FFCF7370D8}" dt="2025-07-22T14:33:22.630" v="1"/>
          <pc:sldLayoutMkLst>
            <pc:docMk/>
            <pc:sldMasterMk cId="2451774020" sldId="2147483957"/>
            <pc:sldLayoutMk cId="25632949" sldId="2147483958"/>
          </pc:sldLayoutMkLst>
        </pc:sldLayoutChg>
      </pc:sldMasterChg>
      <pc:sldMasterChg chg="del delSldLayout">
        <pc:chgData name="Rodolfo Pontes Marcelino" userId="128e5001-fc6e-40bb-b9ac-6f0b31723bca" providerId="ADAL" clId="{3FA1443E-1308-4764-AF23-30FFCF7370D8}" dt="2025-07-22T14:33:22.630" v="1"/>
        <pc:sldMasterMkLst>
          <pc:docMk/>
          <pc:sldMasterMk cId="3013526791" sldId="2147483991"/>
        </pc:sldMasterMkLst>
        <pc:sldLayoutChg chg="del">
          <pc:chgData name="Rodolfo Pontes Marcelino" userId="128e5001-fc6e-40bb-b9ac-6f0b31723bca" providerId="ADAL" clId="{3FA1443E-1308-4764-AF23-30FFCF7370D8}" dt="2025-07-22T14:33:22.630" v="1"/>
          <pc:sldLayoutMkLst>
            <pc:docMk/>
            <pc:sldMasterMk cId="3013526791" sldId="2147483991"/>
            <pc:sldLayoutMk cId="2140622510" sldId="2147483992"/>
          </pc:sldLayoutMkLst>
        </pc:sldLayoutChg>
        <pc:sldLayoutChg chg="del">
          <pc:chgData name="Rodolfo Pontes Marcelino" userId="128e5001-fc6e-40bb-b9ac-6f0b31723bca" providerId="ADAL" clId="{3FA1443E-1308-4764-AF23-30FFCF7370D8}" dt="2025-07-22T14:33:22.630" v="1"/>
          <pc:sldLayoutMkLst>
            <pc:docMk/>
            <pc:sldMasterMk cId="3013526791" sldId="2147483991"/>
            <pc:sldLayoutMk cId="524783639" sldId="2147483993"/>
          </pc:sldLayoutMkLst>
        </pc:sldLayoutChg>
        <pc:sldLayoutChg chg="del">
          <pc:chgData name="Rodolfo Pontes Marcelino" userId="128e5001-fc6e-40bb-b9ac-6f0b31723bca" providerId="ADAL" clId="{3FA1443E-1308-4764-AF23-30FFCF7370D8}" dt="2025-07-22T14:33:22.630" v="1"/>
          <pc:sldLayoutMkLst>
            <pc:docMk/>
            <pc:sldMasterMk cId="3013526791" sldId="2147483991"/>
            <pc:sldLayoutMk cId="2273715786" sldId="2147483994"/>
          </pc:sldLayoutMkLst>
        </pc:sldLayoutChg>
        <pc:sldLayoutChg chg="del">
          <pc:chgData name="Rodolfo Pontes Marcelino" userId="128e5001-fc6e-40bb-b9ac-6f0b31723bca" providerId="ADAL" clId="{3FA1443E-1308-4764-AF23-30FFCF7370D8}" dt="2025-07-22T14:33:22.630" v="1"/>
          <pc:sldLayoutMkLst>
            <pc:docMk/>
            <pc:sldMasterMk cId="3013526791" sldId="2147483991"/>
            <pc:sldLayoutMk cId="3703915885" sldId="2147483995"/>
          </pc:sldLayoutMkLst>
        </pc:sldLayoutChg>
        <pc:sldLayoutChg chg="del">
          <pc:chgData name="Rodolfo Pontes Marcelino" userId="128e5001-fc6e-40bb-b9ac-6f0b31723bca" providerId="ADAL" clId="{3FA1443E-1308-4764-AF23-30FFCF7370D8}" dt="2025-07-22T14:33:22.630" v="1"/>
          <pc:sldLayoutMkLst>
            <pc:docMk/>
            <pc:sldMasterMk cId="3013526791" sldId="2147483991"/>
            <pc:sldLayoutMk cId="1633344736" sldId="2147483996"/>
          </pc:sldLayoutMkLst>
        </pc:sldLayoutChg>
        <pc:sldLayoutChg chg="del">
          <pc:chgData name="Rodolfo Pontes Marcelino" userId="128e5001-fc6e-40bb-b9ac-6f0b31723bca" providerId="ADAL" clId="{3FA1443E-1308-4764-AF23-30FFCF7370D8}" dt="2025-07-22T14:33:22.630" v="1"/>
          <pc:sldLayoutMkLst>
            <pc:docMk/>
            <pc:sldMasterMk cId="3013526791" sldId="2147483991"/>
            <pc:sldLayoutMk cId="255074324" sldId="2147483997"/>
          </pc:sldLayoutMkLst>
        </pc:sldLayoutChg>
        <pc:sldLayoutChg chg="del">
          <pc:chgData name="Rodolfo Pontes Marcelino" userId="128e5001-fc6e-40bb-b9ac-6f0b31723bca" providerId="ADAL" clId="{3FA1443E-1308-4764-AF23-30FFCF7370D8}" dt="2025-07-22T14:33:22.630" v="1"/>
          <pc:sldLayoutMkLst>
            <pc:docMk/>
            <pc:sldMasterMk cId="3013526791" sldId="2147483991"/>
            <pc:sldLayoutMk cId="3558502953" sldId="2147483998"/>
          </pc:sldLayoutMkLst>
        </pc:sldLayoutChg>
        <pc:sldLayoutChg chg="del">
          <pc:chgData name="Rodolfo Pontes Marcelino" userId="128e5001-fc6e-40bb-b9ac-6f0b31723bca" providerId="ADAL" clId="{3FA1443E-1308-4764-AF23-30FFCF7370D8}" dt="2025-07-22T14:33:22.630" v="1"/>
          <pc:sldLayoutMkLst>
            <pc:docMk/>
            <pc:sldMasterMk cId="3013526791" sldId="2147483991"/>
            <pc:sldLayoutMk cId="2106226224" sldId="2147483999"/>
          </pc:sldLayoutMkLst>
        </pc:sldLayoutChg>
        <pc:sldLayoutChg chg="del">
          <pc:chgData name="Rodolfo Pontes Marcelino" userId="128e5001-fc6e-40bb-b9ac-6f0b31723bca" providerId="ADAL" clId="{3FA1443E-1308-4764-AF23-30FFCF7370D8}" dt="2025-07-22T14:33:22.630" v="1"/>
          <pc:sldLayoutMkLst>
            <pc:docMk/>
            <pc:sldMasterMk cId="3013526791" sldId="2147483991"/>
            <pc:sldLayoutMk cId="4181453000" sldId="2147484000"/>
          </pc:sldLayoutMkLst>
        </pc:sldLayoutChg>
        <pc:sldLayoutChg chg="del">
          <pc:chgData name="Rodolfo Pontes Marcelino" userId="128e5001-fc6e-40bb-b9ac-6f0b31723bca" providerId="ADAL" clId="{3FA1443E-1308-4764-AF23-30FFCF7370D8}" dt="2025-07-22T14:33:22.630" v="1"/>
          <pc:sldLayoutMkLst>
            <pc:docMk/>
            <pc:sldMasterMk cId="3013526791" sldId="2147483991"/>
            <pc:sldLayoutMk cId="2754020551" sldId="2147484001"/>
          </pc:sldLayoutMkLst>
        </pc:sldLayoutChg>
        <pc:sldLayoutChg chg="del">
          <pc:chgData name="Rodolfo Pontes Marcelino" userId="128e5001-fc6e-40bb-b9ac-6f0b31723bca" providerId="ADAL" clId="{3FA1443E-1308-4764-AF23-30FFCF7370D8}" dt="2025-07-22T14:33:22.630" v="1"/>
          <pc:sldLayoutMkLst>
            <pc:docMk/>
            <pc:sldMasterMk cId="3013526791" sldId="2147483991"/>
            <pc:sldLayoutMk cId="3477338358" sldId="2147484014"/>
          </pc:sldLayoutMkLst>
        </pc:sldLayoutChg>
        <pc:sldLayoutChg chg="del">
          <pc:chgData name="Rodolfo Pontes Marcelino" userId="128e5001-fc6e-40bb-b9ac-6f0b31723bca" providerId="ADAL" clId="{3FA1443E-1308-4764-AF23-30FFCF7370D8}" dt="2025-07-22T14:33:22.630" v="1"/>
          <pc:sldLayoutMkLst>
            <pc:docMk/>
            <pc:sldMasterMk cId="3013526791" sldId="2147483991"/>
            <pc:sldLayoutMk cId="3840204971" sldId="2147484015"/>
          </pc:sldLayoutMkLst>
        </pc:sldLayoutChg>
        <pc:sldLayoutChg chg="del">
          <pc:chgData name="Rodolfo Pontes Marcelino" userId="128e5001-fc6e-40bb-b9ac-6f0b31723bca" providerId="ADAL" clId="{3FA1443E-1308-4764-AF23-30FFCF7370D8}" dt="2025-07-22T14:33:22.630" v="1"/>
          <pc:sldLayoutMkLst>
            <pc:docMk/>
            <pc:sldMasterMk cId="3013526791" sldId="2147483991"/>
            <pc:sldLayoutMk cId="3297466083" sldId="2147484016"/>
          </pc:sldLayoutMkLst>
        </pc:sldLayoutChg>
        <pc:sldLayoutChg chg="del">
          <pc:chgData name="Rodolfo Pontes Marcelino" userId="128e5001-fc6e-40bb-b9ac-6f0b31723bca" providerId="ADAL" clId="{3FA1443E-1308-4764-AF23-30FFCF7370D8}" dt="2025-07-22T14:33:22.630" v="1"/>
          <pc:sldLayoutMkLst>
            <pc:docMk/>
            <pc:sldMasterMk cId="3013526791" sldId="2147483991"/>
            <pc:sldLayoutMk cId="1407995642" sldId="2147484017"/>
          </pc:sldLayoutMkLst>
        </pc:sldLayoutChg>
        <pc:sldLayoutChg chg="del">
          <pc:chgData name="Rodolfo Pontes Marcelino" userId="128e5001-fc6e-40bb-b9ac-6f0b31723bca" providerId="ADAL" clId="{3FA1443E-1308-4764-AF23-30FFCF7370D8}" dt="2025-07-22T14:33:22.630" v="1"/>
          <pc:sldLayoutMkLst>
            <pc:docMk/>
            <pc:sldMasterMk cId="3013526791" sldId="2147483991"/>
            <pc:sldLayoutMk cId="4018628013" sldId="2147484018"/>
          </pc:sldLayoutMkLst>
        </pc:sldLayoutChg>
        <pc:sldLayoutChg chg="del">
          <pc:chgData name="Rodolfo Pontes Marcelino" userId="128e5001-fc6e-40bb-b9ac-6f0b31723bca" providerId="ADAL" clId="{3FA1443E-1308-4764-AF23-30FFCF7370D8}" dt="2025-07-22T14:33:22.630" v="1"/>
          <pc:sldLayoutMkLst>
            <pc:docMk/>
            <pc:sldMasterMk cId="3013526791" sldId="2147483991"/>
            <pc:sldLayoutMk cId="3717483070" sldId="2147484019"/>
          </pc:sldLayoutMkLst>
        </pc:sldLayoutChg>
        <pc:sldLayoutChg chg="del">
          <pc:chgData name="Rodolfo Pontes Marcelino" userId="128e5001-fc6e-40bb-b9ac-6f0b31723bca" providerId="ADAL" clId="{3FA1443E-1308-4764-AF23-30FFCF7370D8}" dt="2025-07-22T14:33:22.630" v="1"/>
          <pc:sldLayoutMkLst>
            <pc:docMk/>
            <pc:sldMasterMk cId="3013526791" sldId="2147483991"/>
            <pc:sldLayoutMk cId="2929734670" sldId="2147484020"/>
          </pc:sldLayoutMkLst>
        </pc:sldLayoutChg>
        <pc:sldLayoutChg chg="del">
          <pc:chgData name="Rodolfo Pontes Marcelino" userId="128e5001-fc6e-40bb-b9ac-6f0b31723bca" providerId="ADAL" clId="{3FA1443E-1308-4764-AF23-30FFCF7370D8}" dt="2025-07-22T14:33:22.630" v="1"/>
          <pc:sldLayoutMkLst>
            <pc:docMk/>
            <pc:sldMasterMk cId="3013526791" sldId="2147483991"/>
            <pc:sldLayoutMk cId="2324481316" sldId="2147484021"/>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a:extLst>
              <a:ext uri="{FF2B5EF4-FFF2-40B4-BE49-F238E27FC236}">
                <a16:creationId xmlns:a16="http://schemas.microsoft.com/office/drawing/2014/main" id="{AA5EF4C0-6583-CB42-B474-F21DABDE933A}"/>
              </a:ext>
            </a:extLst>
          </p:cNvPr>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lang="it-IT"/>
          </a:p>
        </p:txBody>
      </p:sp>
      <p:sp>
        <p:nvSpPr>
          <p:cNvPr id="3" name="Segnaposto data 2">
            <a:extLst>
              <a:ext uri="{FF2B5EF4-FFF2-40B4-BE49-F238E27FC236}">
                <a16:creationId xmlns:a16="http://schemas.microsoft.com/office/drawing/2014/main" id="{EBE559F2-93F8-0C4D-93DC-C019019F1E46}"/>
              </a:ext>
            </a:extLst>
          </p:cNvPr>
          <p:cNvSpPr>
            <a:spLocks noGrp="1"/>
          </p:cNvSpPr>
          <p:nvPr>
            <p:ph type="dt" sz="quarter" idx="1"/>
          </p:nvPr>
        </p:nvSpPr>
        <p:spPr>
          <a:xfrm>
            <a:off x="4023992" y="0"/>
            <a:ext cx="3078427" cy="513508"/>
          </a:xfrm>
          <a:prstGeom prst="rect">
            <a:avLst/>
          </a:prstGeom>
        </p:spPr>
        <p:txBody>
          <a:bodyPr vert="horz" lIns="99075" tIns="49538" rIns="99075" bIns="49538" rtlCol="0"/>
          <a:lstStyle>
            <a:lvl1pPr algn="r">
              <a:defRPr sz="1300"/>
            </a:lvl1pPr>
          </a:lstStyle>
          <a:p>
            <a:fld id="{7CA26223-3475-A640-B386-39161B644976}" type="datetimeFigureOut">
              <a:rPr lang="it-IT" smtClean="0"/>
              <a:t>24/07/2025</a:t>
            </a:fld>
            <a:endParaRPr lang="it-IT"/>
          </a:p>
        </p:txBody>
      </p:sp>
      <p:sp>
        <p:nvSpPr>
          <p:cNvPr id="4" name="Segnaposto piè di pagina 3">
            <a:extLst>
              <a:ext uri="{FF2B5EF4-FFF2-40B4-BE49-F238E27FC236}">
                <a16:creationId xmlns:a16="http://schemas.microsoft.com/office/drawing/2014/main" id="{357D3E3F-CF97-D54E-AB7F-07E33FE0E4B9}"/>
              </a:ext>
            </a:extLst>
          </p:cNvPr>
          <p:cNvSpPr>
            <a:spLocks noGrp="1"/>
          </p:cNvSpPr>
          <p:nvPr>
            <p:ph type="ftr" sz="quarter" idx="2"/>
          </p:nvPr>
        </p:nvSpPr>
        <p:spPr>
          <a:xfrm>
            <a:off x="0" y="9721107"/>
            <a:ext cx="3078427" cy="513507"/>
          </a:xfrm>
          <a:prstGeom prst="rect">
            <a:avLst/>
          </a:prstGeom>
        </p:spPr>
        <p:txBody>
          <a:bodyPr vert="horz" lIns="99075" tIns="49538" rIns="99075" bIns="49538" rtlCol="0" anchor="b"/>
          <a:lstStyle>
            <a:lvl1pPr algn="l">
              <a:defRPr sz="1300"/>
            </a:lvl1pPr>
          </a:lstStyle>
          <a:p>
            <a:endParaRPr lang="it-IT"/>
          </a:p>
        </p:txBody>
      </p:sp>
      <p:sp>
        <p:nvSpPr>
          <p:cNvPr id="5" name="Segnaposto numero diapositiva 4">
            <a:extLst>
              <a:ext uri="{FF2B5EF4-FFF2-40B4-BE49-F238E27FC236}">
                <a16:creationId xmlns:a16="http://schemas.microsoft.com/office/drawing/2014/main" id="{3ADA2A66-6F6E-E643-8845-3D63D1ECBDE8}"/>
              </a:ext>
            </a:extLst>
          </p:cNvPr>
          <p:cNvSpPr>
            <a:spLocks noGrp="1"/>
          </p:cNvSpPr>
          <p:nvPr>
            <p:ph type="sldNum" sz="quarter" idx="3"/>
          </p:nvPr>
        </p:nvSpPr>
        <p:spPr>
          <a:xfrm>
            <a:off x="4023992" y="9721107"/>
            <a:ext cx="3078427" cy="513507"/>
          </a:xfrm>
          <a:prstGeom prst="rect">
            <a:avLst/>
          </a:prstGeom>
        </p:spPr>
        <p:txBody>
          <a:bodyPr vert="horz" lIns="99075" tIns="49538" rIns="99075" bIns="49538" rtlCol="0" anchor="b"/>
          <a:lstStyle>
            <a:lvl1pPr algn="r">
              <a:defRPr sz="1300"/>
            </a:lvl1pPr>
          </a:lstStyle>
          <a:p>
            <a:fld id="{F1FAB986-1CE4-B945-9A40-E1D2245F282A}" type="slidenum">
              <a:rPr lang="it-IT" smtClean="0"/>
              <a:t>‹#›</a:t>
            </a:fld>
            <a:endParaRPr lang="it-IT"/>
          </a:p>
        </p:txBody>
      </p:sp>
    </p:spTree>
    <p:extLst>
      <p:ext uri="{BB962C8B-B14F-4D97-AF65-F5344CB8AC3E}">
        <p14:creationId xmlns:p14="http://schemas.microsoft.com/office/powerpoint/2010/main" val="323036022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3078427" cy="513508"/>
          </a:xfrm>
          <a:prstGeom prst="rect">
            <a:avLst/>
          </a:prstGeom>
        </p:spPr>
        <p:txBody>
          <a:bodyPr vert="horz" lIns="99075" tIns="49538" rIns="99075" bIns="49538" rtlCol="0"/>
          <a:lstStyle>
            <a:lvl1pPr algn="l">
              <a:defRPr sz="1300"/>
            </a:lvl1pPr>
          </a:lstStyle>
          <a:p>
            <a:endParaRPr lang="it-IT"/>
          </a:p>
        </p:txBody>
      </p:sp>
      <p:sp>
        <p:nvSpPr>
          <p:cNvPr id="3" name="Segnaposto data 2"/>
          <p:cNvSpPr>
            <a:spLocks noGrp="1"/>
          </p:cNvSpPr>
          <p:nvPr>
            <p:ph type="dt" idx="1"/>
          </p:nvPr>
        </p:nvSpPr>
        <p:spPr>
          <a:xfrm>
            <a:off x="4023992" y="0"/>
            <a:ext cx="3078427" cy="513508"/>
          </a:xfrm>
          <a:prstGeom prst="rect">
            <a:avLst/>
          </a:prstGeom>
        </p:spPr>
        <p:txBody>
          <a:bodyPr vert="horz" lIns="99075" tIns="49538" rIns="99075" bIns="49538" rtlCol="0"/>
          <a:lstStyle>
            <a:lvl1pPr algn="r">
              <a:defRPr sz="1300"/>
            </a:lvl1pPr>
          </a:lstStyle>
          <a:p>
            <a:fld id="{22C46622-E806-6344-BCB3-CAD3B8C53A86}" type="datetimeFigureOut">
              <a:rPr lang="it-IT" smtClean="0"/>
              <a:t>24/07/2025</a:t>
            </a:fld>
            <a:endParaRPr lang="it-IT"/>
          </a:p>
        </p:txBody>
      </p:sp>
      <p:sp>
        <p:nvSpPr>
          <p:cNvPr id="4" name="Segnaposto immagine diapositiva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9075" tIns="49538" rIns="99075" bIns="49538" rtlCol="0" anchor="ctr"/>
          <a:lstStyle/>
          <a:p>
            <a:endParaRPr lang="it-IT"/>
          </a:p>
        </p:txBody>
      </p:sp>
      <p:sp>
        <p:nvSpPr>
          <p:cNvPr id="5" name="Segnaposto note 4"/>
          <p:cNvSpPr>
            <a:spLocks noGrp="1"/>
          </p:cNvSpPr>
          <p:nvPr>
            <p:ph type="body" sz="quarter" idx="3"/>
          </p:nvPr>
        </p:nvSpPr>
        <p:spPr>
          <a:xfrm>
            <a:off x="710407" y="4925407"/>
            <a:ext cx="5683250" cy="4029879"/>
          </a:xfrm>
          <a:prstGeom prst="rect">
            <a:avLst/>
          </a:prstGeom>
        </p:spPr>
        <p:txBody>
          <a:bodyPr vert="horz" lIns="99075" tIns="49538" rIns="99075" bIns="49538"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9721107"/>
            <a:ext cx="3078427" cy="513507"/>
          </a:xfrm>
          <a:prstGeom prst="rect">
            <a:avLst/>
          </a:prstGeom>
        </p:spPr>
        <p:txBody>
          <a:bodyPr vert="horz" lIns="99075" tIns="49538" rIns="99075" bIns="49538" rtlCol="0" anchor="b"/>
          <a:lstStyle>
            <a:lvl1pPr algn="l">
              <a:defRPr sz="1300"/>
            </a:lvl1pPr>
          </a:lstStyle>
          <a:p>
            <a:endParaRPr lang="it-IT"/>
          </a:p>
        </p:txBody>
      </p:sp>
      <p:sp>
        <p:nvSpPr>
          <p:cNvPr id="7" name="Segnaposto numero diapositiva 6"/>
          <p:cNvSpPr>
            <a:spLocks noGrp="1"/>
          </p:cNvSpPr>
          <p:nvPr>
            <p:ph type="sldNum" sz="quarter" idx="5"/>
          </p:nvPr>
        </p:nvSpPr>
        <p:spPr>
          <a:xfrm>
            <a:off x="4023992" y="9721107"/>
            <a:ext cx="3078427" cy="513507"/>
          </a:xfrm>
          <a:prstGeom prst="rect">
            <a:avLst/>
          </a:prstGeom>
        </p:spPr>
        <p:txBody>
          <a:bodyPr vert="horz" lIns="99075" tIns="49538" rIns="99075" bIns="49538" rtlCol="0" anchor="b"/>
          <a:lstStyle>
            <a:lvl1pPr algn="r">
              <a:defRPr sz="1300"/>
            </a:lvl1pPr>
          </a:lstStyle>
          <a:p>
            <a:fld id="{6F66E6B4-1537-0B4C-AC1B-4546FD75B9E7}" type="slidenum">
              <a:rPr lang="it-IT" smtClean="0"/>
              <a:t>‹#›</a:t>
            </a:fld>
            <a:endParaRPr lang="it-IT"/>
          </a:p>
        </p:txBody>
      </p:sp>
    </p:spTree>
    <p:extLst>
      <p:ext uri="{BB962C8B-B14F-4D97-AF65-F5344CB8AC3E}">
        <p14:creationId xmlns:p14="http://schemas.microsoft.com/office/powerpoint/2010/main" val="25278335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6" Type="http://schemas.openxmlformats.org/officeDocument/2006/relationships/image" Target="../media/image12.png"/><Relationship Id="rId21" Type="http://schemas.openxmlformats.org/officeDocument/2006/relationships/image" Target="../media/image7.png"/><Relationship Id="rId42" Type="http://schemas.openxmlformats.org/officeDocument/2006/relationships/image" Target="../media/image28.png"/><Relationship Id="rId47" Type="http://schemas.microsoft.com/office/2007/relationships/hdphoto" Target="../media/hdphoto1.wdp"/><Relationship Id="rId63" Type="http://schemas.openxmlformats.org/officeDocument/2006/relationships/image" Target="../media/image43.png"/><Relationship Id="rId68" Type="http://schemas.openxmlformats.org/officeDocument/2006/relationships/image" Target="../media/image47.png"/><Relationship Id="rId7" Type="http://schemas.openxmlformats.org/officeDocument/2006/relationships/tags" Target="../tags/tag9.xml"/><Relationship Id="rId2" Type="http://schemas.openxmlformats.org/officeDocument/2006/relationships/tags" Target="../tags/tag4.xml"/><Relationship Id="rId16" Type="http://schemas.openxmlformats.org/officeDocument/2006/relationships/tags" Target="../tags/tag18.xml"/><Relationship Id="rId29" Type="http://schemas.openxmlformats.org/officeDocument/2006/relationships/image" Target="../media/image15.png"/><Relationship Id="rId11" Type="http://schemas.openxmlformats.org/officeDocument/2006/relationships/tags" Target="../tags/tag13.xml"/><Relationship Id="rId24" Type="http://schemas.openxmlformats.org/officeDocument/2006/relationships/image" Target="../media/image10.png"/><Relationship Id="rId32" Type="http://schemas.openxmlformats.org/officeDocument/2006/relationships/image" Target="../media/image18.jpeg"/><Relationship Id="rId37" Type="http://schemas.openxmlformats.org/officeDocument/2006/relationships/image" Target="../media/image23.png"/><Relationship Id="rId40" Type="http://schemas.openxmlformats.org/officeDocument/2006/relationships/image" Target="../media/image26.png"/><Relationship Id="rId45" Type="http://schemas.openxmlformats.org/officeDocument/2006/relationships/image" Target="../media/image31.png"/><Relationship Id="rId53" Type="http://schemas.openxmlformats.org/officeDocument/2006/relationships/image" Target="../media/image37.png"/><Relationship Id="rId58" Type="http://schemas.microsoft.com/office/2007/relationships/hdphoto" Target="../media/hdphoto4.wdp"/><Relationship Id="rId66" Type="http://schemas.openxmlformats.org/officeDocument/2006/relationships/image" Target="../media/image45.png"/><Relationship Id="rId5" Type="http://schemas.openxmlformats.org/officeDocument/2006/relationships/tags" Target="../tags/tag7.xml"/><Relationship Id="rId61" Type="http://schemas.openxmlformats.org/officeDocument/2006/relationships/image" Target="../media/image42.png"/><Relationship Id="rId19" Type="http://schemas.openxmlformats.org/officeDocument/2006/relationships/image" Target="../media/image5.png"/><Relationship Id="rId14" Type="http://schemas.openxmlformats.org/officeDocument/2006/relationships/tags" Target="../tags/tag16.xml"/><Relationship Id="rId22" Type="http://schemas.openxmlformats.org/officeDocument/2006/relationships/image" Target="../media/image8.png"/><Relationship Id="rId27" Type="http://schemas.openxmlformats.org/officeDocument/2006/relationships/image" Target="../media/image13.png"/><Relationship Id="rId30" Type="http://schemas.openxmlformats.org/officeDocument/2006/relationships/image" Target="../media/image16.png"/><Relationship Id="rId35" Type="http://schemas.openxmlformats.org/officeDocument/2006/relationships/image" Target="../media/image21.png"/><Relationship Id="rId43" Type="http://schemas.openxmlformats.org/officeDocument/2006/relationships/image" Target="../media/image29.png"/><Relationship Id="rId48" Type="http://schemas.openxmlformats.org/officeDocument/2006/relationships/image" Target="../media/image33.png"/><Relationship Id="rId56" Type="http://schemas.openxmlformats.org/officeDocument/2006/relationships/image" Target="../media/image39.png"/><Relationship Id="rId64" Type="http://schemas.microsoft.com/office/2007/relationships/hdphoto" Target="../media/hdphoto7.wdp"/><Relationship Id="rId69" Type="http://schemas.openxmlformats.org/officeDocument/2006/relationships/image" Target="../media/image48.png"/><Relationship Id="rId8" Type="http://schemas.openxmlformats.org/officeDocument/2006/relationships/tags" Target="../tags/tag10.xml"/><Relationship Id="rId51" Type="http://schemas.openxmlformats.org/officeDocument/2006/relationships/image" Target="../media/image35.png"/><Relationship Id="rId3" Type="http://schemas.openxmlformats.org/officeDocument/2006/relationships/tags" Target="../tags/tag5.xml"/><Relationship Id="rId12" Type="http://schemas.openxmlformats.org/officeDocument/2006/relationships/tags" Target="../tags/tag14.xml"/><Relationship Id="rId17" Type="http://schemas.openxmlformats.org/officeDocument/2006/relationships/tags" Target="../tags/tag19.xml"/><Relationship Id="rId25" Type="http://schemas.openxmlformats.org/officeDocument/2006/relationships/image" Target="../media/image11.png"/><Relationship Id="rId33" Type="http://schemas.openxmlformats.org/officeDocument/2006/relationships/image" Target="../media/image19.png"/><Relationship Id="rId38" Type="http://schemas.openxmlformats.org/officeDocument/2006/relationships/image" Target="../media/image24.png"/><Relationship Id="rId46" Type="http://schemas.openxmlformats.org/officeDocument/2006/relationships/image" Target="../media/image32.png"/><Relationship Id="rId59" Type="http://schemas.openxmlformats.org/officeDocument/2006/relationships/image" Target="../media/image41.png"/><Relationship Id="rId67" Type="http://schemas.openxmlformats.org/officeDocument/2006/relationships/image" Target="../media/image46.png"/><Relationship Id="rId20" Type="http://schemas.openxmlformats.org/officeDocument/2006/relationships/image" Target="../media/image6.png"/><Relationship Id="rId41" Type="http://schemas.openxmlformats.org/officeDocument/2006/relationships/image" Target="../media/image27.png"/><Relationship Id="rId54" Type="http://schemas.openxmlformats.org/officeDocument/2006/relationships/image" Target="../media/image38.png"/><Relationship Id="rId62" Type="http://schemas.microsoft.com/office/2007/relationships/hdphoto" Target="../media/hdphoto6.wdp"/><Relationship Id="rId1" Type="http://schemas.openxmlformats.org/officeDocument/2006/relationships/tags" Target="../tags/tag3.xml"/><Relationship Id="rId6" Type="http://schemas.openxmlformats.org/officeDocument/2006/relationships/tags" Target="../tags/tag8.xml"/><Relationship Id="rId15" Type="http://schemas.openxmlformats.org/officeDocument/2006/relationships/tags" Target="../tags/tag17.xml"/><Relationship Id="rId23" Type="http://schemas.openxmlformats.org/officeDocument/2006/relationships/image" Target="../media/image9.png"/><Relationship Id="rId28" Type="http://schemas.openxmlformats.org/officeDocument/2006/relationships/image" Target="../media/image14.png"/><Relationship Id="rId36" Type="http://schemas.openxmlformats.org/officeDocument/2006/relationships/image" Target="../media/image22.png"/><Relationship Id="rId49" Type="http://schemas.microsoft.com/office/2007/relationships/hdphoto" Target="../media/hdphoto2.wdp"/><Relationship Id="rId57" Type="http://schemas.openxmlformats.org/officeDocument/2006/relationships/image" Target="../media/image40.png"/><Relationship Id="rId10" Type="http://schemas.openxmlformats.org/officeDocument/2006/relationships/tags" Target="../tags/tag12.xml"/><Relationship Id="rId31" Type="http://schemas.openxmlformats.org/officeDocument/2006/relationships/image" Target="../media/image17.png"/><Relationship Id="rId44" Type="http://schemas.openxmlformats.org/officeDocument/2006/relationships/image" Target="../media/image30.jpeg"/><Relationship Id="rId52" Type="http://schemas.openxmlformats.org/officeDocument/2006/relationships/image" Target="../media/image36.png"/><Relationship Id="rId60" Type="http://schemas.microsoft.com/office/2007/relationships/hdphoto" Target="../media/hdphoto5.wdp"/><Relationship Id="rId65" Type="http://schemas.openxmlformats.org/officeDocument/2006/relationships/image" Target="../media/image44.png"/><Relationship Id="rId4" Type="http://schemas.openxmlformats.org/officeDocument/2006/relationships/tags" Target="../tags/tag6.xml"/><Relationship Id="rId9" Type="http://schemas.openxmlformats.org/officeDocument/2006/relationships/tags" Target="../tags/tag11.xml"/><Relationship Id="rId13" Type="http://schemas.openxmlformats.org/officeDocument/2006/relationships/tags" Target="../tags/tag15.xml"/><Relationship Id="rId18" Type="http://schemas.openxmlformats.org/officeDocument/2006/relationships/slideMaster" Target="../slideMasters/slideMaster1.xml"/><Relationship Id="rId39" Type="http://schemas.openxmlformats.org/officeDocument/2006/relationships/image" Target="../media/image25.png"/><Relationship Id="rId34" Type="http://schemas.openxmlformats.org/officeDocument/2006/relationships/image" Target="../media/image20.png"/><Relationship Id="rId50" Type="http://schemas.openxmlformats.org/officeDocument/2006/relationships/image" Target="../media/image34.png"/><Relationship Id="rId55" Type="http://schemas.microsoft.com/office/2007/relationships/hdphoto" Target="../media/hdphoto3.wdp"/></Relationships>
</file>

<file path=ppt/slideLayouts/_rels/slideLayout4.xml.rels><?xml version="1.0" encoding="UTF-8" standalone="yes"?>
<Relationships xmlns="http://schemas.openxmlformats.org/package/2006/relationships"><Relationship Id="rId8" Type="http://schemas.openxmlformats.org/officeDocument/2006/relationships/slideMaster" Target="../slideMasters/slideMaster1.xml"/><Relationship Id="rId13" Type="http://schemas.openxmlformats.org/officeDocument/2006/relationships/image" Target="../media/image9.png"/><Relationship Id="rId18" Type="http://schemas.openxmlformats.org/officeDocument/2006/relationships/image" Target="../media/image34.png"/><Relationship Id="rId3" Type="http://schemas.openxmlformats.org/officeDocument/2006/relationships/tags" Target="../tags/tag22.xml"/><Relationship Id="rId7" Type="http://schemas.openxmlformats.org/officeDocument/2006/relationships/tags" Target="../tags/tag26.xml"/><Relationship Id="rId12" Type="http://schemas.openxmlformats.org/officeDocument/2006/relationships/image" Target="../media/image8.png"/><Relationship Id="rId17" Type="http://schemas.microsoft.com/office/2007/relationships/hdphoto" Target="../media/hdphoto2.wdp"/><Relationship Id="rId2" Type="http://schemas.openxmlformats.org/officeDocument/2006/relationships/tags" Target="../tags/tag21.xml"/><Relationship Id="rId16" Type="http://schemas.openxmlformats.org/officeDocument/2006/relationships/image" Target="../media/image33.png"/><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image" Target="../media/image7.png"/><Relationship Id="rId5" Type="http://schemas.openxmlformats.org/officeDocument/2006/relationships/tags" Target="../tags/tag24.xml"/><Relationship Id="rId15" Type="http://schemas.openxmlformats.org/officeDocument/2006/relationships/image" Target="../media/image26.png"/><Relationship Id="rId10" Type="http://schemas.openxmlformats.org/officeDocument/2006/relationships/image" Target="../media/image6.png"/><Relationship Id="rId4" Type="http://schemas.openxmlformats.org/officeDocument/2006/relationships/tags" Target="../tags/tag23.xml"/><Relationship Id="rId9" Type="http://schemas.openxmlformats.org/officeDocument/2006/relationships/image" Target="../media/image5.png"/><Relationship Id="rId14"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49.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50.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54.png"/><Relationship Id="rId3" Type="http://schemas.openxmlformats.org/officeDocument/2006/relationships/image" Target="../media/image6.png"/><Relationship Id="rId7" Type="http://schemas.openxmlformats.org/officeDocument/2006/relationships/image" Target="../media/image13.pn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53.png"/><Relationship Id="rId11" Type="http://schemas.openxmlformats.org/officeDocument/2006/relationships/image" Target="../media/image57.png"/><Relationship Id="rId5" Type="http://schemas.openxmlformats.org/officeDocument/2006/relationships/image" Target="../media/image52.png"/><Relationship Id="rId10" Type="http://schemas.openxmlformats.org/officeDocument/2006/relationships/image" Target="../media/image56.png"/><Relationship Id="rId4" Type="http://schemas.openxmlformats.org/officeDocument/2006/relationships/image" Target="../media/image51.png"/><Relationship Id="rId9" Type="http://schemas.openxmlformats.org/officeDocument/2006/relationships/image" Target="../media/image55.jpe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52.png"/></Relationships>
</file>

<file path=ppt/slideLayouts/_rels/slideLayout32.xml.rels><?xml version="1.0" encoding="UTF-8" standalone="yes"?>
<Relationships xmlns="http://schemas.openxmlformats.org/package/2006/relationships"><Relationship Id="rId26" Type="http://schemas.openxmlformats.org/officeDocument/2006/relationships/image" Target="../media/image12.png"/><Relationship Id="rId21" Type="http://schemas.openxmlformats.org/officeDocument/2006/relationships/image" Target="../media/image7.png"/><Relationship Id="rId42" Type="http://schemas.openxmlformats.org/officeDocument/2006/relationships/image" Target="../media/image28.png"/><Relationship Id="rId47" Type="http://schemas.microsoft.com/office/2007/relationships/hdphoto" Target="../media/hdphoto1.wdp"/><Relationship Id="rId63" Type="http://schemas.openxmlformats.org/officeDocument/2006/relationships/image" Target="../media/image43.png"/><Relationship Id="rId68" Type="http://schemas.openxmlformats.org/officeDocument/2006/relationships/image" Target="../media/image47.png"/><Relationship Id="rId7" Type="http://schemas.openxmlformats.org/officeDocument/2006/relationships/tags" Target="../tags/tag33.xml"/><Relationship Id="rId2" Type="http://schemas.openxmlformats.org/officeDocument/2006/relationships/tags" Target="../tags/tag28.xml"/><Relationship Id="rId16" Type="http://schemas.openxmlformats.org/officeDocument/2006/relationships/tags" Target="../tags/tag42.xml"/><Relationship Id="rId29" Type="http://schemas.openxmlformats.org/officeDocument/2006/relationships/image" Target="../media/image15.png"/><Relationship Id="rId11" Type="http://schemas.openxmlformats.org/officeDocument/2006/relationships/tags" Target="../tags/tag37.xml"/><Relationship Id="rId24" Type="http://schemas.openxmlformats.org/officeDocument/2006/relationships/image" Target="../media/image10.png"/><Relationship Id="rId32" Type="http://schemas.openxmlformats.org/officeDocument/2006/relationships/image" Target="../media/image18.jpeg"/><Relationship Id="rId37" Type="http://schemas.openxmlformats.org/officeDocument/2006/relationships/image" Target="../media/image23.png"/><Relationship Id="rId40" Type="http://schemas.openxmlformats.org/officeDocument/2006/relationships/image" Target="../media/image26.png"/><Relationship Id="rId45" Type="http://schemas.openxmlformats.org/officeDocument/2006/relationships/image" Target="../media/image31.png"/><Relationship Id="rId53" Type="http://schemas.openxmlformats.org/officeDocument/2006/relationships/image" Target="../media/image37.png"/><Relationship Id="rId58" Type="http://schemas.microsoft.com/office/2007/relationships/hdphoto" Target="../media/hdphoto4.wdp"/><Relationship Id="rId66" Type="http://schemas.openxmlformats.org/officeDocument/2006/relationships/image" Target="../media/image45.png"/><Relationship Id="rId5" Type="http://schemas.openxmlformats.org/officeDocument/2006/relationships/tags" Target="../tags/tag31.xml"/><Relationship Id="rId61" Type="http://schemas.openxmlformats.org/officeDocument/2006/relationships/image" Target="../media/image42.png"/><Relationship Id="rId19" Type="http://schemas.openxmlformats.org/officeDocument/2006/relationships/image" Target="../media/image5.png"/><Relationship Id="rId14" Type="http://schemas.openxmlformats.org/officeDocument/2006/relationships/tags" Target="../tags/tag40.xml"/><Relationship Id="rId22" Type="http://schemas.openxmlformats.org/officeDocument/2006/relationships/image" Target="../media/image8.png"/><Relationship Id="rId27" Type="http://schemas.openxmlformats.org/officeDocument/2006/relationships/image" Target="../media/image13.png"/><Relationship Id="rId30" Type="http://schemas.openxmlformats.org/officeDocument/2006/relationships/image" Target="../media/image16.png"/><Relationship Id="rId35" Type="http://schemas.openxmlformats.org/officeDocument/2006/relationships/image" Target="../media/image21.png"/><Relationship Id="rId43" Type="http://schemas.openxmlformats.org/officeDocument/2006/relationships/image" Target="../media/image29.png"/><Relationship Id="rId48" Type="http://schemas.openxmlformats.org/officeDocument/2006/relationships/image" Target="../media/image33.png"/><Relationship Id="rId56" Type="http://schemas.openxmlformats.org/officeDocument/2006/relationships/image" Target="../media/image39.png"/><Relationship Id="rId64" Type="http://schemas.microsoft.com/office/2007/relationships/hdphoto" Target="../media/hdphoto7.wdp"/><Relationship Id="rId69" Type="http://schemas.openxmlformats.org/officeDocument/2006/relationships/image" Target="../media/image48.png"/><Relationship Id="rId8" Type="http://schemas.openxmlformats.org/officeDocument/2006/relationships/tags" Target="../tags/tag34.xml"/><Relationship Id="rId51" Type="http://schemas.openxmlformats.org/officeDocument/2006/relationships/image" Target="../media/image35.png"/><Relationship Id="rId3" Type="http://schemas.openxmlformats.org/officeDocument/2006/relationships/tags" Target="../tags/tag29.xml"/><Relationship Id="rId12" Type="http://schemas.openxmlformats.org/officeDocument/2006/relationships/tags" Target="../tags/tag38.xml"/><Relationship Id="rId17" Type="http://schemas.openxmlformats.org/officeDocument/2006/relationships/tags" Target="../tags/tag43.xml"/><Relationship Id="rId25" Type="http://schemas.openxmlformats.org/officeDocument/2006/relationships/image" Target="../media/image11.png"/><Relationship Id="rId33" Type="http://schemas.openxmlformats.org/officeDocument/2006/relationships/image" Target="../media/image19.png"/><Relationship Id="rId38" Type="http://schemas.openxmlformats.org/officeDocument/2006/relationships/image" Target="../media/image24.png"/><Relationship Id="rId46" Type="http://schemas.openxmlformats.org/officeDocument/2006/relationships/image" Target="../media/image32.png"/><Relationship Id="rId59" Type="http://schemas.openxmlformats.org/officeDocument/2006/relationships/image" Target="../media/image41.png"/><Relationship Id="rId67" Type="http://schemas.openxmlformats.org/officeDocument/2006/relationships/image" Target="../media/image46.png"/><Relationship Id="rId20" Type="http://schemas.openxmlformats.org/officeDocument/2006/relationships/image" Target="../media/image6.png"/><Relationship Id="rId41" Type="http://schemas.openxmlformats.org/officeDocument/2006/relationships/image" Target="../media/image27.png"/><Relationship Id="rId54" Type="http://schemas.openxmlformats.org/officeDocument/2006/relationships/image" Target="../media/image38.png"/><Relationship Id="rId62" Type="http://schemas.microsoft.com/office/2007/relationships/hdphoto" Target="../media/hdphoto6.wdp"/><Relationship Id="rId1" Type="http://schemas.openxmlformats.org/officeDocument/2006/relationships/tags" Target="../tags/tag27.xml"/><Relationship Id="rId6" Type="http://schemas.openxmlformats.org/officeDocument/2006/relationships/tags" Target="../tags/tag32.xml"/><Relationship Id="rId15" Type="http://schemas.openxmlformats.org/officeDocument/2006/relationships/tags" Target="../tags/tag41.xml"/><Relationship Id="rId23" Type="http://schemas.openxmlformats.org/officeDocument/2006/relationships/image" Target="../media/image9.png"/><Relationship Id="rId28" Type="http://schemas.openxmlformats.org/officeDocument/2006/relationships/image" Target="../media/image14.png"/><Relationship Id="rId36" Type="http://schemas.openxmlformats.org/officeDocument/2006/relationships/image" Target="../media/image22.png"/><Relationship Id="rId49" Type="http://schemas.microsoft.com/office/2007/relationships/hdphoto" Target="../media/hdphoto2.wdp"/><Relationship Id="rId57" Type="http://schemas.openxmlformats.org/officeDocument/2006/relationships/image" Target="../media/image40.png"/><Relationship Id="rId10" Type="http://schemas.openxmlformats.org/officeDocument/2006/relationships/tags" Target="../tags/tag36.xml"/><Relationship Id="rId31" Type="http://schemas.openxmlformats.org/officeDocument/2006/relationships/image" Target="../media/image17.png"/><Relationship Id="rId44" Type="http://schemas.openxmlformats.org/officeDocument/2006/relationships/image" Target="../media/image30.jpeg"/><Relationship Id="rId52" Type="http://schemas.openxmlformats.org/officeDocument/2006/relationships/image" Target="../media/image36.png"/><Relationship Id="rId60" Type="http://schemas.microsoft.com/office/2007/relationships/hdphoto" Target="../media/hdphoto5.wdp"/><Relationship Id="rId65" Type="http://schemas.openxmlformats.org/officeDocument/2006/relationships/image" Target="../media/image44.png"/><Relationship Id="rId4" Type="http://schemas.openxmlformats.org/officeDocument/2006/relationships/tags" Target="../tags/tag30.xml"/><Relationship Id="rId9" Type="http://schemas.openxmlformats.org/officeDocument/2006/relationships/tags" Target="../tags/tag35.xml"/><Relationship Id="rId13" Type="http://schemas.openxmlformats.org/officeDocument/2006/relationships/tags" Target="../tags/tag39.xml"/><Relationship Id="rId18" Type="http://schemas.openxmlformats.org/officeDocument/2006/relationships/slideMaster" Target="../slideMasters/slideMaster1.xml"/><Relationship Id="rId39" Type="http://schemas.openxmlformats.org/officeDocument/2006/relationships/image" Target="../media/image25.png"/><Relationship Id="rId34" Type="http://schemas.openxmlformats.org/officeDocument/2006/relationships/image" Target="../media/image20.png"/><Relationship Id="rId50" Type="http://schemas.openxmlformats.org/officeDocument/2006/relationships/image" Target="../media/image34.png"/><Relationship Id="rId55" Type="http://schemas.microsoft.com/office/2007/relationships/hdphoto" Target="../media/hdphoto3.wdp"/></Relationships>
</file>

<file path=ppt/slideLayouts/_rels/slideLayout33.xml.rels><?xml version="1.0" encoding="UTF-8" standalone="yes"?>
<Relationships xmlns="http://schemas.openxmlformats.org/package/2006/relationships"><Relationship Id="rId8" Type="http://schemas.openxmlformats.org/officeDocument/2006/relationships/slideMaster" Target="../slideMasters/slideMaster1.xml"/><Relationship Id="rId13" Type="http://schemas.openxmlformats.org/officeDocument/2006/relationships/image" Target="../media/image9.png"/><Relationship Id="rId18" Type="http://schemas.openxmlformats.org/officeDocument/2006/relationships/image" Target="../media/image34.png"/><Relationship Id="rId3" Type="http://schemas.openxmlformats.org/officeDocument/2006/relationships/tags" Target="../tags/tag46.xml"/><Relationship Id="rId7" Type="http://schemas.openxmlformats.org/officeDocument/2006/relationships/tags" Target="../tags/tag50.xml"/><Relationship Id="rId12" Type="http://schemas.openxmlformats.org/officeDocument/2006/relationships/image" Target="../media/image8.png"/><Relationship Id="rId17" Type="http://schemas.microsoft.com/office/2007/relationships/hdphoto" Target="../media/hdphoto2.wdp"/><Relationship Id="rId2" Type="http://schemas.openxmlformats.org/officeDocument/2006/relationships/tags" Target="../tags/tag45.xml"/><Relationship Id="rId16" Type="http://schemas.openxmlformats.org/officeDocument/2006/relationships/image" Target="../media/image33.png"/><Relationship Id="rId1" Type="http://schemas.openxmlformats.org/officeDocument/2006/relationships/tags" Target="../tags/tag44.xml"/><Relationship Id="rId6" Type="http://schemas.openxmlformats.org/officeDocument/2006/relationships/tags" Target="../tags/tag49.xml"/><Relationship Id="rId11" Type="http://schemas.openxmlformats.org/officeDocument/2006/relationships/image" Target="../media/image7.png"/><Relationship Id="rId5" Type="http://schemas.openxmlformats.org/officeDocument/2006/relationships/tags" Target="../tags/tag48.xml"/><Relationship Id="rId15" Type="http://schemas.openxmlformats.org/officeDocument/2006/relationships/image" Target="../media/image26.png"/><Relationship Id="rId10" Type="http://schemas.openxmlformats.org/officeDocument/2006/relationships/image" Target="../media/image6.png"/><Relationship Id="rId4" Type="http://schemas.openxmlformats.org/officeDocument/2006/relationships/tags" Target="../tags/tag47.xml"/><Relationship Id="rId9" Type="http://schemas.openxmlformats.org/officeDocument/2006/relationships/image" Target="../media/image5.png"/><Relationship Id="rId14" Type="http://schemas.openxmlformats.org/officeDocument/2006/relationships/image" Target="../media/image10.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58.emf"/></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 Id="rId4" Type="http://schemas.openxmlformats.org/officeDocument/2006/relationships/image" Target="../media/image59.emf"/></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ÍNDICE">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C08524-9ACA-428C-B795-CE978E93269E}"/>
              </a:ext>
            </a:extLst>
          </p:cNvPr>
          <p:cNvPicPr>
            <a:picLocks noChangeAspect="1" noChangeArrowheads="1"/>
          </p:cNvPicPr>
          <p:nvPr userDrawn="1"/>
        </p:nvPicPr>
        <p:blipFill>
          <a:blip r:embed="rId2"/>
          <a:srcRect/>
          <a:stretch/>
        </p:blipFill>
        <p:spPr bwMode="auto">
          <a:xfrm>
            <a:off x="4963" y="3045"/>
            <a:ext cx="12181172" cy="6851909"/>
          </a:xfrm>
          <a:prstGeom prst="rect">
            <a:avLst/>
          </a:prstGeom>
          <a:noFill/>
          <a:extLst>
            <a:ext uri="{909E8E84-426E-40DD-AFC4-6F175D3DCCD1}">
              <a14:hiddenFill xmlns:a14="http://schemas.microsoft.com/office/drawing/2010/main">
                <a:solidFill>
                  <a:srgbClr val="FFFFFF"/>
                </a:solidFill>
              </a14:hiddenFill>
            </a:ext>
          </a:extLst>
        </p:spPr>
      </p:pic>
      <p:sp>
        <p:nvSpPr>
          <p:cNvPr id="2" name="Retângulo 1">
            <a:extLst>
              <a:ext uri="{FF2B5EF4-FFF2-40B4-BE49-F238E27FC236}">
                <a16:creationId xmlns:a16="http://schemas.microsoft.com/office/drawing/2014/main" id="{1A9CCDF0-81AD-457C-8EDB-0DBFFC575F78}"/>
              </a:ext>
            </a:extLst>
          </p:cNvPr>
          <p:cNvSpPr/>
          <p:nvPr userDrawn="1"/>
        </p:nvSpPr>
        <p:spPr>
          <a:xfrm>
            <a:off x="-1803" y="0"/>
            <a:ext cx="12186135" cy="6858000"/>
          </a:xfrm>
          <a:prstGeom prst="rect">
            <a:avLst/>
          </a:prstGeom>
          <a:solidFill>
            <a:schemeClr val="accent1">
              <a:lumMod val="75000"/>
              <a:lumOff val="25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669391" y="801165"/>
            <a:ext cx="6168139" cy="5512749"/>
          </a:xfrm>
          <a:prstGeom prst="rect">
            <a:avLst/>
          </a:prstGeom>
          <a:solidFill>
            <a:srgbClr val="133765"/>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74" name="Espaço Reservado para Texto 46">
            <a:extLst>
              <a:ext uri="{FF2B5EF4-FFF2-40B4-BE49-F238E27FC236}">
                <a16:creationId xmlns:a16="http://schemas.microsoft.com/office/drawing/2014/main" id="{7ADBF62A-BEDF-4A57-9CD2-D9766CF96E46}"/>
              </a:ext>
            </a:extLst>
          </p:cNvPr>
          <p:cNvSpPr>
            <a:spLocks noGrp="1"/>
          </p:cNvSpPr>
          <p:nvPr>
            <p:ph type="body" sz="quarter" idx="42" hasCustomPrompt="1"/>
          </p:nvPr>
        </p:nvSpPr>
        <p:spPr>
          <a:xfrm>
            <a:off x="696687" y="867111"/>
            <a:ext cx="6018012" cy="5446801"/>
          </a:xfrm>
        </p:spPr>
        <p:txBody>
          <a:bodyPr>
            <a:normAutofit/>
          </a:bodyPr>
          <a:lstStyle>
            <a:lvl1pPr marL="0" indent="0">
              <a:lnSpc>
                <a:spcPct val="100000"/>
              </a:lnSpc>
              <a:spcBef>
                <a:spcPts val="100"/>
              </a:spcBef>
              <a:buNone/>
              <a:defRPr sz="1800">
                <a:solidFill>
                  <a:schemeClr val="bg1"/>
                </a:solidFill>
                <a:latin typeface="Arial Narrow" panose="020B0606020202030204" pitchFamily="34" charset="0"/>
              </a:defRPr>
            </a:lvl1pPr>
          </a:lstStyle>
          <a:p>
            <a:pPr lvl="0"/>
            <a:r>
              <a:rPr lang="pt-BR"/>
              <a:t>Insira o índice……….…………………………………………………….xx</a:t>
            </a:r>
          </a:p>
        </p:txBody>
      </p:sp>
      <p:pic>
        <p:nvPicPr>
          <p:cNvPr id="199682" name="Picture 2">
            <a:extLst>
              <a:ext uri="{FF2B5EF4-FFF2-40B4-BE49-F238E27FC236}">
                <a16:creationId xmlns:a16="http://schemas.microsoft.com/office/drawing/2014/main" id="{65727655-5666-4C96-8B0A-BA45A913ECCF}"/>
              </a:ext>
            </a:extLst>
          </p:cNvPr>
          <p:cNvPicPr>
            <a:picLocks noChangeAspect="1" noChangeArrowheads="1"/>
          </p:cNvPicPr>
          <p:nvPr userDrawn="1"/>
        </p:nvPicPr>
        <p:blipFill>
          <a:blip r:embed="rId3"/>
          <a:srcRect/>
          <a:stretch/>
        </p:blipFill>
        <p:spPr bwMode="auto">
          <a:xfrm rot="5400000">
            <a:off x="9497392" y="3238320"/>
            <a:ext cx="3654045" cy="967103"/>
          </a:xfrm>
          <a:prstGeom prst="rect">
            <a:avLst/>
          </a:prstGeom>
          <a:noFill/>
          <a:extLst>
            <a:ext uri="{909E8E84-426E-40DD-AFC4-6F175D3DCCD1}">
              <a14:hiddenFill xmlns:a14="http://schemas.microsoft.com/office/drawing/2010/main">
                <a:solidFill>
                  <a:srgbClr val="FFFFFF"/>
                </a:solidFill>
              </a14:hiddenFill>
            </a:ext>
          </a:extLst>
        </p:spPr>
      </p:pic>
      <p:sp>
        <p:nvSpPr>
          <p:cNvPr id="38" name="object 30">
            <a:extLst>
              <a:ext uri="{FF2B5EF4-FFF2-40B4-BE49-F238E27FC236}">
                <a16:creationId xmlns:a16="http://schemas.microsoft.com/office/drawing/2014/main" id="{C4CA0025-338A-4BB1-A58C-FFA40F1F1957}"/>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9" name="object 31">
            <a:extLst>
              <a:ext uri="{FF2B5EF4-FFF2-40B4-BE49-F238E27FC236}">
                <a16:creationId xmlns:a16="http://schemas.microsoft.com/office/drawing/2014/main" id="{5EA7AA4C-0692-4C05-99DE-4381681E093E}"/>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0" name="Imagem 39">
            <a:extLst>
              <a:ext uri="{FF2B5EF4-FFF2-40B4-BE49-F238E27FC236}">
                <a16:creationId xmlns:a16="http://schemas.microsoft.com/office/drawing/2014/main" id="{8BA6ED02-F5AA-42CB-911E-607C56935352}"/>
              </a:ext>
            </a:extLst>
          </p:cNvPr>
          <p:cNvPicPr>
            <a:picLocks noChangeAspect="1"/>
          </p:cNvPicPr>
          <p:nvPr userDrawn="1"/>
        </p:nvPicPr>
        <p:blipFill>
          <a:blip r:embed="rId4"/>
          <a:srcRect/>
          <a:stretch/>
        </p:blipFill>
        <p:spPr>
          <a:xfrm>
            <a:off x="255313" y="6480194"/>
            <a:ext cx="256801" cy="208487"/>
          </a:xfrm>
          <a:prstGeom prst="rect">
            <a:avLst/>
          </a:prstGeom>
        </p:spPr>
      </p:pic>
      <p:pic>
        <p:nvPicPr>
          <p:cNvPr id="41" name="Immagine 7">
            <a:extLst>
              <a:ext uri="{FF2B5EF4-FFF2-40B4-BE49-F238E27FC236}">
                <a16:creationId xmlns:a16="http://schemas.microsoft.com/office/drawing/2014/main" id="{641D15D7-72E5-4C1A-8C6E-BD9B913CA257}"/>
              </a:ext>
            </a:extLst>
          </p:cNvPr>
          <p:cNvPicPr>
            <a:picLocks noChangeAspect="1"/>
          </p:cNvPicPr>
          <p:nvPr userDrawn="1"/>
        </p:nvPicPr>
        <p:blipFill>
          <a:blip r:embed="rId3"/>
          <a:srcRect/>
          <a:stretch/>
        </p:blipFill>
        <p:spPr>
          <a:xfrm>
            <a:off x="11324415" y="6492444"/>
            <a:ext cx="571677" cy="151303"/>
          </a:xfrm>
          <a:prstGeom prst="rect">
            <a:avLst/>
          </a:prstGeom>
        </p:spPr>
      </p:pic>
      <p:sp>
        <p:nvSpPr>
          <p:cNvPr id="42" name="Segnaposto numero diapositiva 1">
            <a:extLst>
              <a:ext uri="{FF2B5EF4-FFF2-40B4-BE49-F238E27FC236}">
                <a16:creationId xmlns:a16="http://schemas.microsoft.com/office/drawing/2014/main" id="{2627945A-D87A-4E6B-8CF5-87B7D9D926A7}"/>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chemeClr val="bg1"/>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7" name="Retângulo: Cantos Arredondados 16">
            <a:extLst>
              <a:ext uri="{FF2B5EF4-FFF2-40B4-BE49-F238E27FC236}">
                <a16:creationId xmlns:a16="http://schemas.microsoft.com/office/drawing/2014/main" id="{3BA24EDD-C4B7-4AC5-83F9-C3F4ACC383D3}"/>
              </a:ext>
            </a:extLst>
          </p:cNvPr>
          <p:cNvSpPr/>
          <p:nvPr userDrawn="1"/>
        </p:nvSpPr>
        <p:spPr>
          <a:xfrm>
            <a:off x="669391" y="179801"/>
            <a:ext cx="3602163"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bg1"/>
                </a:solidFill>
                <a:latin typeface="Arial Narrow" panose="020B0606020202030204" pitchFamily="34" charset="0"/>
              </a:rPr>
              <a:t>ÍNDICE</a:t>
            </a:r>
          </a:p>
        </p:txBody>
      </p:sp>
      <p:pic>
        <p:nvPicPr>
          <p:cNvPr id="18" name="Immagine 7">
            <a:extLst>
              <a:ext uri="{FF2B5EF4-FFF2-40B4-BE49-F238E27FC236}">
                <a16:creationId xmlns:a16="http://schemas.microsoft.com/office/drawing/2014/main" id="{F2FBFCC9-3963-474A-B41F-E20DA3DC9D13}"/>
              </a:ext>
            </a:extLst>
          </p:cNvPr>
          <p:cNvPicPr>
            <a:picLocks noChangeAspect="1"/>
          </p:cNvPicPr>
          <p:nvPr userDrawn="1"/>
        </p:nvPicPr>
        <p:blipFill>
          <a:blip r:embed="rId3"/>
          <a:srcRect/>
          <a:stretch/>
        </p:blipFill>
        <p:spPr>
          <a:xfrm>
            <a:off x="10910659" y="301775"/>
            <a:ext cx="985433" cy="260811"/>
          </a:xfrm>
          <a:prstGeom prst="rect">
            <a:avLst/>
          </a:prstGeom>
        </p:spPr>
      </p:pic>
    </p:spTree>
    <p:extLst>
      <p:ext uri="{BB962C8B-B14F-4D97-AF65-F5344CB8AC3E}">
        <p14:creationId xmlns:p14="http://schemas.microsoft.com/office/powerpoint/2010/main" val="396135206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ANORAMA">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65FAEDF1-FF87-466B-AE89-570B5E66E2CD}"/>
              </a:ext>
            </a:extLst>
          </p:cNvPr>
          <p:cNvSpPr/>
          <p:nvPr userDrawn="1"/>
        </p:nvSpPr>
        <p:spPr>
          <a:xfrm>
            <a:off x="-7116"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6" name="Retângulo: Cantos Superiores Arredondados 5">
            <a:extLst>
              <a:ext uri="{FF2B5EF4-FFF2-40B4-BE49-F238E27FC236}">
                <a16:creationId xmlns:a16="http://schemas.microsoft.com/office/drawing/2014/main" id="{58280137-A574-49A2-B09A-F3051C4607DC}"/>
              </a:ext>
            </a:extLst>
          </p:cNvPr>
          <p:cNvSpPr/>
          <p:nvPr userDrawn="1"/>
        </p:nvSpPr>
        <p:spPr>
          <a:xfrm rot="16200000">
            <a:off x="3299947" y="-2338873"/>
            <a:ext cx="5602135" cy="11797512"/>
          </a:xfrm>
          <a:prstGeom prst="round2SameRect">
            <a:avLst>
              <a:gd name="adj1" fmla="val 3194"/>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CONTEXTO</a:t>
            </a: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750008" y="982800"/>
            <a:ext cx="11028010" cy="243042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CONTEXTO DO MERCADO</a:t>
            </a:r>
          </a:p>
        </p:txBody>
      </p:sp>
      <p:sp>
        <p:nvSpPr>
          <p:cNvPr id="14" name="Retângulo 13">
            <a:extLst>
              <a:ext uri="{FF2B5EF4-FFF2-40B4-BE49-F238E27FC236}">
                <a16:creationId xmlns:a16="http://schemas.microsoft.com/office/drawing/2014/main" id="{4A256136-F6DE-472D-AA92-FBB9B00DE68B}"/>
              </a:ext>
            </a:extLst>
          </p:cNvPr>
          <p:cNvSpPr/>
          <p:nvPr userDrawn="1"/>
        </p:nvSpPr>
        <p:spPr>
          <a:xfrm>
            <a:off x="750008" y="3582000"/>
            <a:ext cx="11028010" cy="25524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CONTEXTO TIM – SITUAÇÃO ATUAL</a:t>
            </a:r>
          </a:p>
        </p:txBody>
      </p:sp>
      <p:sp>
        <p:nvSpPr>
          <p:cNvPr id="56" name="Espaço Reservado para Texto 46">
            <a:extLst>
              <a:ext uri="{FF2B5EF4-FFF2-40B4-BE49-F238E27FC236}">
                <a16:creationId xmlns:a16="http://schemas.microsoft.com/office/drawing/2014/main" id="{CAB4D051-DBCA-40B4-97F1-1C9A125C0AA1}"/>
              </a:ext>
            </a:extLst>
          </p:cNvPr>
          <p:cNvSpPr>
            <a:spLocks noGrp="1"/>
          </p:cNvSpPr>
          <p:nvPr>
            <p:ph type="body" sz="quarter" idx="28" hasCustomPrompt="1"/>
          </p:nvPr>
        </p:nvSpPr>
        <p:spPr>
          <a:xfrm>
            <a:off x="750007" y="3805200"/>
            <a:ext cx="11028009" cy="2278800"/>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Descreva a situação atual no contexto TIM para esta proposta.</a:t>
            </a:r>
          </a:p>
        </p:txBody>
      </p:sp>
      <p:sp>
        <p:nvSpPr>
          <p:cNvPr id="57" name="Espaço Reservado para Texto 46">
            <a:extLst>
              <a:ext uri="{FF2B5EF4-FFF2-40B4-BE49-F238E27FC236}">
                <a16:creationId xmlns:a16="http://schemas.microsoft.com/office/drawing/2014/main" id="{4A727AC1-17EE-44B9-B650-279537D48925}"/>
              </a:ext>
            </a:extLst>
          </p:cNvPr>
          <p:cNvSpPr>
            <a:spLocks noGrp="1"/>
          </p:cNvSpPr>
          <p:nvPr>
            <p:ph type="body" sz="quarter" idx="29" hasCustomPrompt="1"/>
          </p:nvPr>
        </p:nvSpPr>
        <p:spPr>
          <a:xfrm>
            <a:off x="750006" y="1190344"/>
            <a:ext cx="11028010" cy="2218355"/>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Descreva o contexto de mercado em que esta proposta se enquadra.</a:t>
            </a:r>
          </a:p>
        </p:txBody>
      </p:sp>
      <p:sp>
        <p:nvSpPr>
          <p:cNvPr id="2" name="Retângulo: Cantos Arredondados 1">
            <a:extLst>
              <a:ext uri="{FF2B5EF4-FFF2-40B4-BE49-F238E27FC236}">
                <a16:creationId xmlns:a16="http://schemas.microsoft.com/office/drawing/2014/main" id="{F493033D-E5EB-4D57-BC5C-E6ED19E15ABB}"/>
              </a:ext>
            </a:extLst>
          </p:cNvPr>
          <p:cNvSpPr/>
          <p:nvPr userDrawn="1"/>
        </p:nvSpPr>
        <p:spPr>
          <a:xfrm>
            <a:off x="669391" y="179801"/>
            <a:ext cx="3014327"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PANORAMA</a:t>
            </a:r>
          </a:p>
        </p:txBody>
      </p:sp>
      <p:sp>
        <p:nvSpPr>
          <p:cNvPr id="3" name="object 30">
            <a:extLst>
              <a:ext uri="{FF2B5EF4-FFF2-40B4-BE49-F238E27FC236}">
                <a16:creationId xmlns:a16="http://schemas.microsoft.com/office/drawing/2014/main" id="{A1502214-612A-4873-AB04-BA706CA8483D}"/>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4" name="object 31">
            <a:extLst>
              <a:ext uri="{FF2B5EF4-FFF2-40B4-BE49-F238E27FC236}">
                <a16:creationId xmlns:a16="http://schemas.microsoft.com/office/drawing/2014/main" id="{41469CE5-9CED-43C0-9FDC-ECDE2ABE0849}"/>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5" name="Imagem 4">
            <a:extLst>
              <a:ext uri="{FF2B5EF4-FFF2-40B4-BE49-F238E27FC236}">
                <a16:creationId xmlns:a16="http://schemas.microsoft.com/office/drawing/2014/main" id="{C0CBF0DC-E284-4A17-9275-67B6F10E26C8}"/>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32" name="Immagine 7" descr="secondario_rgb.png">
            <a:extLst>
              <a:ext uri="{FF2B5EF4-FFF2-40B4-BE49-F238E27FC236}">
                <a16:creationId xmlns:a16="http://schemas.microsoft.com/office/drawing/2014/main" id="{B11DDA16-505C-4E48-AE7E-F60AD8430A8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6" name="Segnaposto numero diapositiva 1">
            <a:extLst>
              <a:ext uri="{FF2B5EF4-FFF2-40B4-BE49-F238E27FC236}">
                <a16:creationId xmlns:a16="http://schemas.microsoft.com/office/drawing/2014/main" id="{3ECDCA88-62C1-448A-BC05-813BB6A92A3D}"/>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pic>
        <p:nvPicPr>
          <p:cNvPr id="7" name="Immagine 7" descr="secondario_rgb.png">
            <a:extLst>
              <a:ext uri="{FF2B5EF4-FFF2-40B4-BE49-F238E27FC236}">
                <a16:creationId xmlns:a16="http://schemas.microsoft.com/office/drawing/2014/main" id="{FCF190C9-8F4C-4F28-9D37-83C32001E72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1729"/>
            <a:ext cx="985433" cy="260903"/>
          </a:xfrm>
          <a:prstGeom prst="rect">
            <a:avLst/>
          </a:prstGeom>
        </p:spPr>
      </p:pic>
    </p:spTree>
    <p:extLst>
      <p:ext uri="{BB962C8B-B14F-4D97-AF65-F5344CB8AC3E}">
        <p14:creationId xmlns:p14="http://schemas.microsoft.com/office/powerpoint/2010/main" val="50694336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MPETITIVE OVERVIEW – AS IS - MODELO">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65FAEDF1-FF87-466B-AE89-570B5E66E2CD}"/>
              </a:ext>
            </a:extLst>
          </p:cNvPr>
          <p:cNvSpPr/>
          <p:nvPr userDrawn="1"/>
        </p:nvSpPr>
        <p:spPr>
          <a:xfrm>
            <a:off x="-7116"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6" name="Retângulo: Cantos Superiores Arredondados 5">
            <a:extLst>
              <a:ext uri="{FF2B5EF4-FFF2-40B4-BE49-F238E27FC236}">
                <a16:creationId xmlns:a16="http://schemas.microsoft.com/office/drawing/2014/main" id="{58280137-A574-49A2-B09A-F3051C4607DC}"/>
              </a:ext>
            </a:extLst>
          </p:cNvPr>
          <p:cNvSpPr/>
          <p:nvPr userDrawn="1"/>
        </p:nvSpPr>
        <p:spPr>
          <a:xfrm>
            <a:off x="202258" y="758814"/>
            <a:ext cx="11787484" cy="5658727"/>
          </a:xfrm>
          <a:prstGeom prst="round2SameRect">
            <a:avLst>
              <a:gd name="adj1" fmla="val 3194"/>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TIM SE ENCONTRA....</a:t>
            </a: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512114" y="1195778"/>
            <a:ext cx="11197665" cy="50194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2" name="Retângulo: Cantos Arredondados 1">
            <a:extLst>
              <a:ext uri="{FF2B5EF4-FFF2-40B4-BE49-F238E27FC236}">
                <a16:creationId xmlns:a16="http://schemas.microsoft.com/office/drawing/2014/main" id="{F493033D-E5EB-4D57-BC5C-E6ED19E15ABB}"/>
              </a:ext>
            </a:extLst>
          </p:cNvPr>
          <p:cNvSpPr/>
          <p:nvPr userDrawn="1"/>
        </p:nvSpPr>
        <p:spPr>
          <a:xfrm>
            <a:off x="669390" y="179801"/>
            <a:ext cx="5896039"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COMPETITIVE OVERVIEW – AS IS EXEMPLO</a:t>
            </a:r>
          </a:p>
        </p:txBody>
      </p:sp>
      <p:sp>
        <p:nvSpPr>
          <p:cNvPr id="3" name="object 30">
            <a:extLst>
              <a:ext uri="{FF2B5EF4-FFF2-40B4-BE49-F238E27FC236}">
                <a16:creationId xmlns:a16="http://schemas.microsoft.com/office/drawing/2014/main" id="{A1502214-612A-4873-AB04-BA706CA8483D}"/>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4" name="object 31">
            <a:extLst>
              <a:ext uri="{FF2B5EF4-FFF2-40B4-BE49-F238E27FC236}">
                <a16:creationId xmlns:a16="http://schemas.microsoft.com/office/drawing/2014/main" id="{41469CE5-9CED-43C0-9FDC-ECDE2ABE0849}"/>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5" name="Imagem 4">
            <a:extLst>
              <a:ext uri="{FF2B5EF4-FFF2-40B4-BE49-F238E27FC236}">
                <a16:creationId xmlns:a16="http://schemas.microsoft.com/office/drawing/2014/main" id="{C0CBF0DC-E284-4A17-9275-67B6F10E26C8}"/>
              </a:ext>
            </a:extLst>
          </p:cNvPr>
          <p:cNvPicPr>
            <a:picLocks noChangeAspect="1"/>
          </p:cNvPicPr>
          <p:nvPr userDrawn="1"/>
        </p:nvPicPr>
        <p:blipFill>
          <a:blip r:embed="rId19"/>
          <a:srcRect/>
          <a:stretch/>
        </p:blipFill>
        <p:spPr>
          <a:xfrm>
            <a:off x="255313" y="6480194"/>
            <a:ext cx="256801" cy="208487"/>
          </a:xfrm>
          <a:prstGeom prst="rect">
            <a:avLst/>
          </a:prstGeom>
        </p:spPr>
      </p:pic>
      <p:pic>
        <p:nvPicPr>
          <p:cNvPr id="32" name="Immagine 7" descr="secondario_rgb.png">
            <a:extLst>
              <a:ext uri="{FF2B5EF4-FFF2-40B4-BE49-F238E27FC236}">
                <a16:creationId xmlns:a16="http://schemas.microsoft.com/office/drawing/2014/main" id="{B11DDA16-505C-4E48-AE7E-F60AD8430A8C}"/>
              </a:ext>
            </a:extLst>
          </p:cNvPr>
          <p:cNvPicPr>
            <a:picLocks noChangeAspect="1"/>
          </p:cNvPicPr>
          <p:nvPr userDrawn="1"/>
        </p:nvPicPr>
        <p:blipFill>
          <a:blip r:embed="rId20"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6" name="Segnaposto numero diapositiva 1">
            <a:extLst>
              <a:ext uri="{FF2B5EF4-FFF2-40B4-BE49-F238E27FC236}">
                <a16:creationId xmlns:a16="http://schemas.microsoft.com/office/drawing/2014/main" id="{3ECDCA88-62C1-448A-BC05-813BB6A92A3D}"/>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pic>
        <p:nvPicPr>
          <p:cNvPr id="7" name="Immagine 7" descr="secondario_rgb.png">
            <a:extLst>
              <a:ext uri="{FF2B5EF4-FFF2-40B4-BE49-F238E27FC236}">
                <a16:creationId xmlns:a16="http://schemas.microsoft.com/office/drawing/2014/main" id="{FCF190C9-8F4C-4F28-9D37-83C32001E727}"/>
              </a:ext>
            </a:extLst>
          </p:cNvPr>
          <p:cNvPicPr>
            <a:picLocks noChangeAspect="1"/>
          </p:cNvPicPr>
          <p:nvPr userDrawn="1"/>
        </p:nvPicPr>
        <p:blipFill>
          <a:blip r:embed="rId20" cstate="print">
            <a:extLst>
              <a:ext uri="{28A0092B-C50C-407E-A947-70E740481C1C}">
                <a14:useLocalDpi xmlns:a14="http://schemas.microsoft.com/office/drawing/2010/main"/>
              </a:ext>
            </a:extLst>
          </a:blip>
          <a:stretch>
            <a:fillRect/>
          </a:stretch>
        </p:blipFill>
        <p:spPr>
          <a:xfrm>
            <a:off x="10910659" y="301729"/>
            <a:ext cx="985433" cy="260903"/>
          </a:xfrm>
          <a:prstGeom prst="rect">
            <a:avLst/>
          </a:prstGeom>
        </p:spPr>
      </p:pic>
      <p:pic>
        <p:nvPicPr>
          <p:cNvPr id="15" name="Immagine 13">
            <a:extLst>
              <a:ext uri="{FF2B5EF4-FFF2-40B4-BE49-F238E27FC236}">
                <a16:creationId xmlns:a16="http://schemas.microsoft.com/office/drawing/2014/main" id="{CF739C4B-6CD2-4882-B83D-0CCD9C01D9EE}"/>
              </a:ext>
            </a:extLst>
          </p:cNvPr>
          <p:cNvPicPr>
            <a:picLocks noChangeAspect="1"/>
          </p:cNvPicPr>
          <p:nvPr userDrawn="1">
            <p:custDataLst>
              <p:tags r:id="rId1"/>
            </p:custDataLst>
          </p:nvPr>
        </p:nvPicPr>
        <p:blipFill>
          <a:blip r:embed="rId21" cstate="print">
            <a:duotone>
              <a:srgbClr val="006EB8">
                <a:shade val="45000"/>
                <a:satMod val="135000"/>
              </a:srgbClr>
              <a:prstClr val="white"/>
            </a:duotone>
            <a:extLst>
              <a:ext uri="{28A0092B-C50C-407E-A947-70E740481C1C}">
                <a14:useLocalDpi xmlns:a14="http://schemas.microsoft.com/office/drawing/2010/main" val="0"/>
              </a:ext>
            </a:extLst>
          </a:blip>
          <a:stretch>
            <a:fillRect/>
          </a:stretch>
        </p:blipFill>
        <p:spPr>
          <a:xfrm>
            <a:off x="1805712" y="3094472"/>
            <a:ext cx="295079" cy="308293"/>
          </a:xfrm>
          <a:prstGeom prst="rect">
            <a:avLst/>
          </a:prstGeom>
        </p:spPr>
      </p:pic>
      <p:pic>
        <p:nvPicPr>
          <p:cNvPr id="16" name="Immagine 48">
            <a:extLst>
              <a:ext uri="{FF2B5EF4-FFF2-40B4-BE49-F238E27FC236}">
                <a16:creationId xmlns:a16="http://schemas.microsoft.com/office/drawing/2014/main" id="{6EABBD05-ED7E-4939-A075-C8D559BF03F5}"/>
              </a:ext>
            </a:extLst>
          </p:cNvPr>
          <p:cNvPicPr>
            <a:picLocks noChangeAspect="1"/>
          </p:cNvPicPr>
          <p:nvPr userDrawn="1">
            <p:custDataLst>
              <p:tags r:id="rId2"/>
            </p:custDataLst>
          </p:nvPr>
        </p:nvPicPr>
        <p:blipFill>
          <a:blip r:embed="rId22" cstate="print">
            <a:duotone>
              <a:srgbClr val="006EB8">
                <a:shade val="45000"/>
                <a:satMod val="135000"/>
              </a:srgbClr>
              <a:prstClr val="white"/>
            </a:duotone>
            <a:extLst>
              <a:ext uri="{28A0092B-C50C-407E-A947-70E740481C1C}">
                <a14:useLocalDpi xmlns:a14="http://schemas.microsoft.com/office/drawing/2010/main" val="0"/>
              </a:ext>
            </a:extLst>
          </a:blip>
          <a:stretch>
            <a:fillRect/>
          </a:stretch>
        </p:blipFill>
        <p:spPr>
          <a:xfrm>
            <a:off x="1810687" y="2372885"/>
            <a:ext cx="293180" cy="344937"/>
          </a:xfrm>
          <a:prstGeom prst="rect">
            <a:avLst/>
          </a:prstGeom>
        </p:spPr>
      </p:pic>
      <p:cxnSp>
        <p:nvCxnSpPr>
          <p:cNvPr id="17" name="Straight Connector 81">
            <a:extLst>
              <a:ext uri="{FF2B5EF4-FFF2-40B4-BE49-F238E27FC236}">
                <a16:creationId xmlns:a16="http://schemas.microsoft.com/office/drawing/2014/main" id="{3CFF1528-1D17-4287-96D9-768B81F3B566}"/>
              </a:ext>
            </a:extLst>
          </p:cNvPr>
          <p:cNvCxnSpPr/>
          <p:nvPr userDrawn="1">
            <p:custDataLst>
              <p:tags r:id="rId3"/>
            </p:custDataLst>
          </p:nvPr>
        </p:nvCxnSpPr>
        <p:spPr>
          <a:xfrm>
            <a:off x="2347413" y="3579654"/>
            <a:ext cx="8158538" cy="0"/>
          </a:xfrm>
          <a:prstGeom prst="line">
            <a:avLst/>
          </a:prstGeom>
          <a:noFill/>
          <a:ln w="6350" cap="flat" cmpd="sng" algn="ctr">
            <a:solidFill>
              <a:srgbClr val="FFFFFF">
                <a:lumMod val="85000"/>
              </a:srgbClr>
            </a:solidFill>
            <a:prstDash val="solid"/>
            <a:miter lim="800000"/>
          </a:ln>
          <a:effectLst/>
        </p:spPr>
      </p:cxnSp>
      <p:cxnSp>
        <p:nvCxnSpPr>
          <p:cNvPr id="18" name="Straight Connector 82">
            <a:extLst>
              <a:ext uri="{FF2B5EF4-FFF2-40B4-BE49-F238E27FC236}">
                <a16:creationId xmlns:a16="http://schemas.microsoft.com/office/drawing/2014/main" id="{89DA8049-42E6-4705-ACFA-6FDD0D833889}"/>
              </a:ext>
            </a:extLst>
          </p:cNvPr>
          <p:cNvCxnSpPr/>
          <p:nvPr userDrawn="1">
            <p:custDataLst>
              <p:tags r:id="rId4"/>
            </p:custDataLst>
          </p:nvPr>
        </p:nvCxnSpPr>
        <p:spPr>
          <a:xfrm>
            <a:off x="2347413" y="4972517"/>
            <a:ext cx="8158538" cy="0"/>
          </a:xfrm>
          <a:prstGeom prst="line">
            <a:avLst/>
          </a:prstGeom>
          <a:noFill/>
          <a:ln w="6350" cap="flat" cmpd="sng" algn="ctr">
            <a:solidFill>
              <a:srgbClr val="FFFFFF">
                <a:lumMod val="85000"/>
              </a:srgbClr>
            </a:solidFill>
            <a:prstDash val="solid"/>
            <a:miter lim="800000"/>
          </a:ln>
          <a:effectLst/>
        </p:spPr>
      </p:cxnSp>
      <p:cxnSp>
        <p:nvCxnSpPr>
          <p:cNvPr id="19" name="Straight Connector 83">
            <a:extLst>
              <a:ext uri="{FF2B5EF4-FFF2-40B4-BE49-F238E27FC236}">
                <a16:creationId xmlns:a16="http://schemas.microsoft.com/office/drawing/2014/main" id="{D717DC16-8D65-4183-870D-CC56420E2701}"/>
              </a:ext>
            </a:extLst>
          </p:cNvPr>
          <p:cNvCxnSpPr/>
          <p:nvPr userDrawn="1">
            <p:custDataLst>
              <p:tags r:id="rId5"/>
            </p:custDataLst>
          </p:nvPr>
        </p:nvCxnSpPr>
        <p:spPr>
          <a:xfrm>
            <a:off x="2347413" y="2942785"/>
            <a:ext cx="8158538" cy="0"/>
          </a:xfrm>
          <a:prstGeom prst="line">
            <a:avLst/>
          </a:prstGeom>
          <a:noFill/>
          <a:ln w="6350" cap="flat" cmpd="sng" algn="ctr">
            <a:solidFill>
              <a:srgbClr val="FFFFFF">
                <a:lumMod val="85000"/>
              </a:srgbClr>
            </a:solidFill>
            <a:prstDash val="solid"/>
            <a:miter lim="800000"/>
          </a:ln>
          <a:effectLst/>
        </p:spPr>
      </p:cxnSp>
      <p:pic>
        <p:nvPicPr>
          <p:cNvPr id="20" name="Immagine 30">
            <a:extLst>
              <a:ext uri="{FF2B5EF4-FFF2-40B4-BE49-F238E27FC236}">
                <a16:creationId xmlns:a16="http://schemas.microsoft.com/office/drawing/2014/main" id="{234B660D-2FBA-4221-ABC0-195F174624EC}"/>
              </a:ext>
            </a:extLst>
          </p:cNvPr>
          <p:cNvPicPr>
            <a:picLocks noChangeAspect="1"/>
          </p:cNvPicPr>
          <p:nvPr userDrawn="1"/>
        </p:nvPicPr>
        <p:blipFill>
          <a:blip r:embed="rId23" cstate="print">
            <a:duotone>
              <a:srgbClr val="006EB8">
                <a:shade val="45000"/>
                <a:satMod val="135000"/>
              </a:srgbClr>
              <a:prstClr val="white"/>
            </a:duotone>
            <a:extLst>
              <a:ext uri="{28A0092B-C50C-407E-A947-70E740481C1C}">
                <a14:useLocalDpi xmlns:a14="http://schemas.microsoft.com/office/drawing/2010/main" val="0"/>
              </a:ext>
            </a:extLst>
          </a:blip>
          <a:stretch>
            <a:fillRect/>
          </a:stretch>
        </p:blipFill>
        <p:spPr>
          <a:xfrm>
            <a:off x="1777195" y="5118133"/>
            <a:ext cx="376334" cy="300130"/>
          </a:xfrm>
          <a:prstGeom prst="rect">
            <a:avLst/>
          </a:prstGeom>
        </p:spPr>
      </p:pic>
      <p:pic>
        <p:nvPicPr>
          <p:cNvPr id="21" name="Picture 86">
            <a:extLst>
              <a:ext uri="{FF2B5EF4-FFF2-40B4-BE49-F238E27FC236}">
                <a16:creationId xmlns:a16="http://schemas.microsoft.com/office/drawing/2014/main" id="{61BA8B9D-E48B-494F-B8B1-00CED43425FB}"/>
              </a:ext>
            </a:extLst>
          </p:cNvPr>
          <p:cNvPicPr>
            <a:picLocks noChangeAspect="1"/>
          </p:cNvPicPr>
          <p:nvPr userDrawn="1"/>
        </p:nvPicPr>
        <p:blipFill>
          <a:blip r:embed="rId24" cstate="print">
            <a:extLst>
              <a:ext uri="{28A0092B-C50C-407E-A947-70E740481C1C}">
                <a14:useLocalDpi xmlns:a14="http://schemas.microsoft.com/office/drawing/2010/main" val="0"/>
              </a:ext>
            </a:extLst>
          </a:blip>
          <a:stretch>
            <a:fillRect/>
          </a:stretch>
        </p:blipFill>
        <p:spPr>
          <a:xfrm>
            <a:off x="2807047" y="1812005"/>
            <a:ext cx="767060" cy="219468"/>
          </a:xfrm>
          <a:prstGeom prst="rect">
            <a:avLst/>
          </a:prstGeom>
        </p:spPr>
      </p:pic>
      <p:sp>
        <p:nvSpPr>
          <p:cNvPr id="22" name="Segnaposto contenuto 2">
            <a:extLst>
              <a:ext uri="{FF2B5EF4-FFF2-40B4-BE49-F238E27FC236}">
                <a16:creationId xmlns:a16="http://schemas.microsoft.com/office/drawing/2014/main" id="{4F26594E-627F-4E3A-9081-24BF79DFEA10}"/>
              </a:ext>
            </a:extLst>
          </p:cNvPr>
          <p:cNvSpPr txBox="1">
            <a:spLocks/>
          </p:cNvSpPr>
          <p:nvPr userDrawn="1">
            <p:custDataLst>
              <p:tags r:id="rId6"/>
            </p:custDataLst>
          </p:nvPr>
        </p:nvSpPr>
        <p:spPr bwMode="auto">
          <a:xfrm>
            <a:off x="2313276" y="5197948"/>
            <a:ext cx="922319" cy="197946"/>
          </a:xfrm>
          <a:prstGeom prst="rect">
            <a:avLst/>
          </a:prstGeom>
          <a:noFill/>
          <a:ln>
            <a:noFill/>
          </a:ln>
          <a:effectLst/>
        </p:spPr>
        <p:txBody>
          <a:bodyPr lIns="24872" tIns="12434" rIns="24872" bIns="12434" anchor="ctr"/>
          <a:lstStyle>
            <a:defPPr>
              <a:defRPr lang="pt-BR"/>
            </a:defPPr>
            <a:lvl1pPr indent="0" algn="ctr" defTabSz="514337">
              <a:lnSpc>
                <a:spcPct val="120000"/>
              </a:lnSpc>
              <a:spcBef>
                <a:spcPts val="563"/>
              </a:spcBef>
              <a:buFontTx/>
              <a:buNone/>
              <a:defRPr sz="1333" b="1">
                <a:solidFill>
                  <a:srgbClr val="004691"/>
                </a:solidFill>
                <a:latin typeface="TIM Sans" panose="00000500000000000000" pitchFamily="50" charset="0"/>
              </a:defRPr>
            </a:lvl1pPr>
            <a:lvl2pPr marL="257168" indent="0" defTabSz="514337">
              <a:lnSpc>
                <a:spcPct val="120000"/>
              </a:lnSpc>
              <a:spcBef>
                <a:spcPts val="281"/>
              </a:spcBef>
              <a:buFontTx/>
              <a:buNone/>
              <a:defRPr sz="1200">
                <a:solidFill>
                  <a:schemeClr val="accent5"/>
                </a:solidFill>
                <a:latin typeface="TIM Sans" panose="00000500000000000000" pitchFamily="50" charset="0"/>
              </a:defRPr>
            </a:lvl2pPr>
            <a:lvl3pPr marL="514337" indent="0" defTabSz="514337">
              <a:lnSpc>
                <a:spcPct val="120000"/>
              </a:lnSpc>
              <a:spcBef>
                <a:spcPts val="281"/>
              </a:spcBef>
              <a:buFontTx/>
              <a:buNone/>
              <a:defRPr sz="1100">
                <a:solidFill>
                  <a:schemeClr val="accent5"/>
                </a:solidFill>
                <a:latin typeface="TIM Sans" panose="00000500000000000000" pitchFamily="50" charset="0"/>
              </a:defRPr>
            </a:lvl3pPr>
            <a:lvl4pPr marL="900091" indent="-128585" defTabSz="514337">
              <a:lnSpc>
                <a:spcPct val="90000"/>
              </a:lnSpc>
              <a:spcBef>
                <a:spcPts val="281"/>
              </a:spcBef>
              <a:buFont typeface="Arial" panose="020B0604020202020204" pitchFamily="34" charset="0"/>
              <a:buChar char="•"/>
              <a:defRPr sz="1000"/>
            </a:lvl4pPr>
            <a:lvl5pPr marL="1157259" indent="-128585" defTabSz="514337">
              <a:lnSpc>
                <a:spcPct val="90000"/>
              </a:lnSpc>
              <a:spcBef>
                <a:spcPts val="281"/>
              </a:spcBef>
              <a:buFont typeface="Arial" panose="020B0604020202020204" pitchFamily="34" charset="0"/>
              <a:buChar char="•"/>
              <a:defRPr sz="1000"/>
            </a:lvl5pPr>
            <a:lvl6pPr marL="1414428" indent="-128585" defTabSz="514337">
              <a:lnSpc>
                <a:spcPct val="90000"/>
              </a:lnSpc>
              <a:spcBef>
                <a:spcPts val="281"/>
              </a:spcBef>
              <a:buFont typeface="Arial" panose="020B0604020202020204" pitchFamily="34" charset="0"/>
              <a:buChar char="•"/>
              <a:defRPr sz="1000"/>
            </a:lvl6pPr>
            <a:lvl7pPr marL="1671596" indent="-128585" defTabSz="514337">
              <a:lnSpc>
                <a:spcPct val="90000"/>
              </a:lnSpc>
              <a:spcBef>
                <a:spcPts val="281"/>
              </a:spcBef>
              <a:buFont typeface="Arial" panose="020B0604020202020204" pitchFamily="34" charset="0"/>
              <a:buChar char="•"/>
              <a:defRPr sz="1000"/>
            </a:lvl7pPr>
            <a:lvl8pPr marL="1928765" indent="-128585" defTabSz="514337">
              <a:lnSpc>
                <a:spcPct val="90000"/>
              </a:lnSpc>
              <a:spcBef>
                <a:spcPts val="281"/>
              </a:spcBef>
              <a:buFont typeface="Arial" panose="020B0604020202020204" pitchFamily="34" charset="0"/>
              <a:buChar char="•"/>
              <a:defRPr sz="1000"/>
            </a:lvl8pPr>
            <a:lvl9pPr marL="2185934" indent="-128585" defTabSz="514337">
              <a:lnSpc>
                <a:spcPct val="90000"/>
              </a:lnSpc>
              <a:spcBef>
                <a:spcPts val="281"/>
              </a:spcBef>
              <a:buFont typeface="Arial" panose="020B0604020202020204" pitchFamily="34" charset="0"/>
              <a:buChar char="•"/>
              <a:defRPr sz="1000"/>
            </a:lvl9pPr>
          </a:lstStyle>
          <a:p>
            <a:pPr defTabSz="186300" fontAlgn="auto">
              <a:spcBef>
                <a:spcPts val="205"/>
              </a:spcBef>
              <a:spcAft>
                <a:spcPts val="0"/>
              </a:spcAft>
              <a:defRPr/>
            </a:pPr>
            <a:r>
              <a:rPr lang="pt-BR" sz="900" kern="0">
                <a:latin typeface="TIM Sans Light" panose="00000400000000000000" pitchFamily="50" charset="0"/>
                <a:ea typeface="ＭＳ Ｐゴシック" charset="0"/>
                <a:cs typeface="Arial"/>
              </a:rPr>
              <a:t>R$269,99</a:t>
            </a:r>
            <a:endParaRPr lang="it-IT" sz="900" kern="0">
              <a:latin typeface="TIM Sans Light" panose="00000400000000000000" pitchFamily="50" charset="0"/>
              <a:ea typeface="ＭＳ Ｐゴシック" charset="0"/>
              <a:cs typeface="Arial"/>
            </a:endParaRPr>
          </a:p>
        </p:txBody>
      </p:sp>
      <p:pic>
        <p:nvPicPr>
          <p:cNvPr id="23" name="Picture 89" descr="C:\Users\F8061436\Desktop\icons\vivo-logo.png">
            <a:extLst>
              <a:ext uri="{FF2B5EF4-FFF2-40B4-BE49-F238E27FC236}">
                <a16:creationId xmlns:a16="http://schemas.microsoft.com/office/drawing/2014/main" id="{8FDA8A9F-38C0-49B0-8A81-93078227F037}"/>
              </a:ext>
            </a:extLst>
          </p:cNvPr>
          <p:cNvPicPr>
            <a:picLocks noChangeAspect="1" noChangeArrowheads="1"/>
          </p:cNvPicPr>
          <p:nvPr userDrawn="1"/>
        </p:nvPicPr>
        <p:blipFill>
          <a:blip r:embed="rId25" cstate="print">
            <a:extLst>
              <a:ext uri="{28A0092B-C50C-407E-A947-70E740481C1C}">
                <a14:useLocalDpi xmlns:a14="http://schemas.microsoft.com/office/drawing/2010/main" val="0"/>
              </a:ext>
            </a:extLst>
          </a:blip>
          <a:srcRect/>
          <a:stretch>
            <a:fillRect/>
          </a:stretch>
        </p:blipFill>
        <p:spPr bwMode="auto">
          <a:xfrm>
            <a:off x="4903504" y="1766516"/>
            <a:ext cx="723491" cy="281312"/>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90">
            <a:extLst>
              <a:ext uri="{FF2B5EF4-FFF2-40B4-BE49-F238E27FC236}">
                <a16:creationId xmlns:a16="http://schemas.microsoft.com/office/drawing/2014/main" id="{D4FE88ED-018B-4A69-A49D-DE7E67F6F8C5}"/>
              </a:ext>
            </a:extLst>
          </p:cNvPr>
          <p:cNvPicPr>
            <a:picLocks noChangeAspect="1"/>
          </p:cNvPicPr>
          <p:nvPr userDrawn="1"/>
        </p:nvPicPr>
        <p:blipFill>
          <a:blip r:embed="rId26" cstate="print">
            <a:extLst>
              <a:ext uri="{28A0092B-C50C-407E-A947-70E740481C1C}">
                <a14:useLocalDpi xmlns:a14="http://schemas.microsoft.com/office/drawing/2010/main" val="0"/>
              </a:ext>
            </a:extLst>
          </a:blip>
          <a:stretch>
            <a:fillRect/>
          </a:stretch>
        </p:blipFill>
        <p:spPr>
          <a:xfrm>
            <a:off x="4869613" y="3344939"/>
            <a:ext cx="185601" cy="209328"/>
          </a:xfrm>
          <a:prstGeom prst="rect">
            <a:avLst/>
          </a:prstGeom>
        </p:spPr>
      </p:pic>
      <p:sp>
        <p:nvSpPr>
          <p:cNvPr id="25" name="Segnaposto contenuto 2">
            <a:extLst>
              <a:ext uri="{FF2B5EF4-FFF2-40B4-BE49-F238E27FC236}">
                <a16:creationId xmlns:a16="http://schemas.microsoft.com/office/drawing/2014/main" id="{93A29A6F-ED2C-4F74-83BE-5DDB2B24ECC4}"/>
              </a:ext>
            </a:extLst>
          </p:cNvPr>
          <p:cNvSpPr txBox="1">
            <a:spLocks/>
          </p:cNvSpPr>
          <p:nvPr userDrawn="1">
            <p:custDataLst>
              <p:tags r:id="rId7"/>
            </p:custDataLst>
          </p:nvPr>
        </p:nvSpPr>
        <p:spPr bwMode="auto">
          <a:xfrm>
            <a:off x="4522293" y="5197422"/>
            <a:ext cx="1485890" cy="198908"/>
          </a:xfrm>
          <a:prstGeom prst="rect">
            <a:avLst/>
          </a:prstGeom>
          <a:noFill/>
          <a:ln>
            <a:noFill/>
          </a:ln>
          <a:effectLst/>
        </p:spPr>
        <p:txBody>
          <a:bodyPr lIns="24872" tIns="12434" rIns="24872" bIns="12434" anchor="ctr"/>
          <a:lstStyle>
            <a:defPPr>
              <a:defRPr lang="pt-BR"/>
            </a:defPPr>
            <a:lvl1pPr indent="0" algn="ctr" defTabSz="514337">
              <a:lnSpc>
                <a:spcPct val="120000"/>
              </a:lnSpc>
              <a:spcBef>
                <a:spcPts val="563"/>
              </a:spcBef>
              <a:buFontTx/>
              <a:buNone/>
              <a:defRPr sz="1333" b="1">
                <a:solidFill>
                  <a:srgbClr val="004691"/>
                </a:solidFill>
                <a:latin typeface="TIM Sans" panose="00000500000000000000" pitchFamily="50" charset="0"/>
              </a:defRPr>
            </a:lvl1pPr>
            <a:lvl2pPr marL="257168" indent="0" defTabSz="514337">
              <a:lnSpc>
                <a:spcPct val="120000"/>
              </a:lnSpc>
              <a:spcBef>
                <a:spcPts val="281"/>
              </a:spcBef>
              <a:buFontTx/>
              <a:buNone/>
              <a:defRPr sz="1200">
                <a:solidFill>
                  <a:schemeClr val="accent5"/>
                </a:solidFill>
                <a:latin typeface="TIM Sans" panose="00000500000000000000" pitchFamily="50" charset="0"/>
              </a:defRPr>
            </a:lvl2pPr>
            <a:lvl3pPr marL="514337" indent="0" defTabSz="514337">
              <a:lnSpc>
                <a:spcPct val="120000"/>
              </a:lnSpc>
              <a:spcBef>
                <a:spcPts val="281"/>
              </a:spcBef>
              <a:buFontTx/>
              <a:buNone/>
              <a:defRPr sz="1100">
                <a:solidFill>
                  <a:schemeClr val="accent5"/>
                </a:solidFill>
                <a:latin typeface="TIM Sans" panose="00000500000000000000" pitchFamily="50" charset="0"/>
              </a:defRPr>
            </a:lvl3pPr>
            <a:lvl4pPr marL="900091" indent="-128585" defTabSz="514337">
              <a:lnSpc>
                <a:spcPct val="90000"/>
              </a:lnSpc>
              <a:spcBef>
                <a:spcPts val="281"/>
              </a:spcBef>
              <a:buFont typeface="Arial" panose="020B0604020202020204" pitchFamily="34" charset="0"/>
              <a:buChar char="•"/>
              <a:defRPr sz="1000"/>
            </a:lvl4pPr>
            <a:lvl5pPr marL="1157259" indent="-128585" defTabSz="514337">
              <a:lnSpc>
                <a:spcPct val="90000"/>
              </a:lnSpc>
              <a:spcBef>
                <a:spcPts val="281"/>
              </a:spcBef>
              <a:buFont typeface="Arial" panose="020B0604020202020204" pitchFamily="34" charset="0"/>
              <a:buChar char="•"/>
              <a:defRPr sz="1000"/>
            </a:lvl5pPr>
            <a:lvl6pPr marL="1414428" indent="-128585" defTabSz="514337">
              <a:lnSpc>
                <a:spcPct val="90000"/>
              </a:lnSpc>
              <a:spcBef>
                <a:spcPts val="281"/>
              </a:spcBef>
              <a:buFont typeface="Arial" panose="020B0604020202020204" pitchFamily="34" charset="0"/>
              <a:buChar char="•"/>
              <a:defRPr sz="1000"/>
            </a:lvl6pPr>
            <a:lvl7pPr marL="1671596" indent="-128585" defTabSz="514337">
              <a:lnSpc>
                <a:spcPct val="90000"/>
              </a:lnSpc>
              <a:spcBef>
                <a:spcPts val="281"/>
              </a:spcBef>
              <a:buFont typeface="Arial" panose="020B0604020202020204" pitchFamily="34" charset="0"/>
              <a:buChar char="•"/>
              <a:defRPr sz="1000"/>
            </a:lvl7pPr>
            <a:lvl8pPr marL="1928765" indent="-128585" defTabSz="514337">
              <a:lnSpc>
                <a:spcPct val="90000"/>
              </a:lnSpc>
              <a:spcBef>
                <a:spcPts val="281"/>
              </a:spcBef>
              <a:buFont typeface="Arial" panose="020B0604020202020204" pitchFamily="34" charset="0"/>
              <a:buChar char="•"/>
              <a:defRPr sz="1000"/>
            </a:lvl8pPr>
            <a:lvl9pPr marL="2185934" indent="-128585" defTabSz="514337">
              <a:lnSpc>
                <a:spcPct val="90000"/>
              </a:lnSpc>
              <a:spcBef>
                <a:spcPts val="281"/>
              </a:spcBef>
              <a:buFont typeface="Arial" panose="020B0604020202020204" pitchFamily="34" charset="0"/>
              <a:buChar char="•"/>
              <a:defRPr sz="1000"/>
            </a:lvl9pPr>
          </a:lstStyle>
          <a:p>
            <a:pPr defTabSz="186300" fontAlgn="auto">
              <a:spcBef>
                <a:spcPts val="205"/>
              </a:spcBef>
              <a:spcAft>
                <a:spcPts val="0"/>
              </a:spcAft>
              <a:defRPr/>
            </a:pPr>
            <a:r>
              <a:rPr lang="pt-BR" sz="900" kern="0">
                <a:solidFill>
                  <a:srgbClr val="7030A0"/>
                </a:solidFill>
                <a:latin typeface="TIM Sans Light" panose="00000400000000000000" pitchFamily="50" charset="0"/>
                <a:ea typeface="ＭＳ Ｐゴシック" charset="0"/>
                <a:cs typeface="Arial"/>
              </a:rPr>
              <a:t>R$289,99</a:t>
            </a:r>
            <a:endParaRPr lang="it-IT" sz="900" kern="0">
              <a:solidFill>
                <a:srgbClr val="7030A0"/>
              </a:solidFill>
              <a:latin typeface="TIM Sans Light" panose="00000400000000000000" pitchFamily="50" charset="0"/>
              <a:ea typeface="ＭＳ Ｐゴシック" charset="0"/>
              <a:cs typeface="Arial"/>
            </a:endParaRPr>
          </a:p>
        </p:txBody>
      </p:sp>
      <p:sp>
        <p:nvSpPr>
          <p:cNvPr id="26" name="Rectangle 92">
            <a:extLst>
              <a:ext uri="{FF2B5EF4-FFF2-40B4-BE49-F238E27FC236}">
                <a16:creationId xmlns:a16="http://schemas.microsoft.com/office/drawing/2014/main" id="{E1BABBD5-BBF2-4916-8A12-F45AC9192304}"/>
              </a:ext>
            </a:extLst>
          </p:cNvPr>
          <p:cNvSpPr/>
          <p:nvPr userDrawn="1"/>
        </p:nvSpPr>
        <p:spPr>
          <a:xfrm>
            <a:off x="4769951" y="3023373"/>
            <a:ext cx="995446" cy="218173"/>
          </a:xfrm>
          <a:prstGeom prst="rect">
            <a:avLst/>
          </a:prstGeom>
        </p:spPr>
        <p:txBody>
          <a:bodyPr wrap="none" lIns="33119" tIns="16583" rIns="33119" bIns="16583" anchor="ctr">
            <a:spAutoFit/>
          </a:bodyPr>
          <a:lstStyle/>
          <a:p>
            <a:pPr defTabSz="662356" fontAlgn="auto">
              <a:spcBef>
                <a:spcPts val="0"/>
              </a:spcBef>
              <a:spcAft>
                <a:spcPts val="0"/>
              </a:spcAft>
              <a:defRPr/>
            </a:pPr>
            <a:r>
              <a:rPr lang="pt-BR" sz="1200" b="1" kern="0">
                <a:solidFill>
                  <a:srgbClr val="7030A0"/>
                </a:solidFill>
                <a:latin typeface="TIM Sans Light" panose="00000400000000000000" pitchFamily="50" charset="0"/>
                <a:ea typeface="ＭＳ Ｐゴシック"/>
                <a:cs typeface="Arial"/>
              </a:rPr>
              <a:t>30GB + 30GB</a:t>
            </a:r>
            <a:endParaRPr lang="pt-BR" sz="1200" kern="0">
              <a:solidFill>
                <a:srgbClr val="7030A0"/>
              </a:solidFill>
              <a:latin typeface="TIM Sans Light" panose="00000400000000000000" pitchFamily="50" charset="0"/>
              <a:ea typeface="ＭＳ Ｐゴシック"/>
              <a:cs typeface="Arial"/>
            </a:endParaRPr>
          </a:p>
        </p:txBody>
      </p:sp>
      <p:pic>
        <p:nvPicPr>
          <p:cNvPr id="27" name="Picture 93">
            <a:extLst>
              <a:ext uri="{FF2B5EF4-FFF2-40B4-BE49-F238E27FC236}">
                <a16:creationId xmlns:a16="http://schemas.microsoft.com/office/drawing/2014/main" id="{FD4A5DBE-E00C-4562-A4E2-19E162D4D526}"/>
              </a:ext>
            </a:extLst>
          </p:cNvPr>
          <p:cNvPicPr>
            <a:picLocks noChangeAspect="1"/>
          </p:cNvPicPr>
          <p:nvPr userDrawn="1"/>
        </p:nvPicPr>
        <p:blipFill>
          <a:blip r:embed="rId27" cstate="print">
            <a:extLst>
              <a:ext uri="{28A0092B-C50C-407E-A947-70E740481C1C}">
                <a14:useLocalDpi xmlns:a14="http://schemas.microsoft.com/office/drawing/2010/main" val="0"/>
              </a:ext>
            </a:extLst>
          </a:blip>
          <a:stretch>
            <a:fillRect/>
          </a:stretch>
        </p:blipFill>
        <p:spPr>
          <a:xfrm>
            <a:off x="9132610" y="1711517"/>
            <a:ext cx="413948" cy="399536"/>
          </a:xfrm>
          <a:prstGeom prst="rect">
            <a:avLst/>
          </a:prstGeom>
        </p:spPr>
      </p:pic>
      <p:sp>
        <p:nvSpPr>
          <p:cNvPr id="28" name="TextBox 94">
            <a:extLst>
              <a:ext uri="{FF2B5EF4-FFF2-40B4-BE49-F238E27FC236}">
                <a16:creationId xmlns:a16="http://schemas.microsoft.com/office/drawing/2014/main" id="{65A996AB-6897-4571-B841-E65EBF66683A}"/>
              </a:ext>
            </a:extLst>
          </p:cNvPr>
          <p:cNvSpPr txBox="1"/>
          <p:nvPr userDrawn="1"/>
        </p:nvSpPr>
        <p:spPr>
          <a:xfrm>
            <a:off x="2516641" y="5067174"/>
            <a:ext cx="1076691" cy="160447"/>
          </a:xfrm>
          <a:prstGeom prst="rect">
            <a:avLst/>
          </a:prstGeom>
          <a:noFill/>
        </p:spPr>
        <p:txBody>
          <a:bodyPr wrap="square" lIns="33119" tIns="16583" rIns="33119" bIns="16583" rtlCol="0">
            <a:spAutoFit/>
          </a:bodyPr>
          <a:lstStyle/>
          <a:p>
            <a:pPr defTabSz="662356" fontAlgn="auto">
              <a:spcBef>
                <a:spcPts val="0"/>
              </a:spcBef>
              <a:spcAft>
                <a:spcPts val="0"/>
              </a:spcAft>
              <a:defRPr/>
            </a:pPr>
            <a:r>
              <a:rPr lang="pt-BR" sz="800" kern="0">
                <a:solidFill>
                  <a:srgbClr val="004691"/>
                </a:solidFill>
                <a:latin typeface="TIM Sans Light" panose="00000400000000000000" pitchFamily="50" charset="0"/>
                <a:ea typeface="ＭＳ Ｐゴシック"/>
                <a:cs typeface="Arial"/>
              </a:rPr>
              <a:t>Fidelizado</a:t>
            </a:r>
          </a:p>
        </p:txBody>
      </p:sp>
      <p:pic>
        <p:nvPicPr>
          <p:cNvPr id="29" name="Picture 95">
            <a:extLst>
              <a:ext uri="{FF2B5EF4-FFF2-40B4-BE49-F238E27FC236}">
                <a16:creationId xmlns:a16="http://schemas.microsoft.com/office/drawing/2014/main" id="{621B509C-AA1C-4D43-9665-8070DE4269A7}"/>
              </a:ext>
            </a:extLst>
          </p:cNvPr>
          <p:cNvPicPr>
            <a:picLocks noChangeAspect="1"/>
          </p:cNvPicPr>
          <p:nvPr userDrawn="1"/>
        </p:nvPicPr>
        <p:blipFill rotWithShape="1">
          <a:blip r:embed="rId28" cstate="print">
            <a:extLst>
              <a:ext uri="{28A0092B-C50C-407E-A947-70E740481C1C}">
                <a14:useLocalDpi xmlns:a14="http://schemas.microsoft.com/office/drawing/2010/main" val="0"/>
              </a:ext>
            </a:extLst>
          </a:blip>
          <a:srcRect l="421" r="8196"/>
          <a:stretch/>
        </p:blipFill>
        <p:spPr>
          <a:xfrm>
            <a:off x="3018193" y="3335664"/>
            <a:ext cx="170041" cy="206702"/>
          </a:xfrm>
          <a:prstGeom prst="rect">
            <a:avLst/>
          </a:prstGeom>
        </p:spPr>
      </p:pic>
      <p:sp>
        <p:nvSpPr>
          <p:cNvPr id="30" name="Segnaposto contenuto 2">
            <a:extLst>
              <a:ext uri="{FF2B5EF4-FFF2-40B4-BE49-F238E27FC236}">
                <a16:creationId xmlns:a16="http://schemas.microsoft.com/office/drawing/2014/main" id="{6E2E6005-F380-4AED-83A4-8F87D01D681B}"/>
              </a:ext>
            </a:extLst>
          </p:cNvPr>
          <p:cNvSpPr txBox="1">
            <a:spLocks/>
          </p:cNvSpPr>
          <p:nvPr userDrawn="1">
            <p:custDataLst>
              <p:tags r:id="rId8"/>
            </p:custDataLst>
          </p:nvPr>
        </p:nvSpPr>
        <p:spPr bwMode="auto">
          <a:xfrm>
            <a:off x="6516427" y="5197422"/>
            <a:ext cx="1113635" cy="198908"/>
          </a:xfrm>
          <a:prstGeom prst="rect">
            <a:avLst/>
          </a:prstGeom>
          <a:noFill/>
          <a:ln>
            <a:noFill/>
          </a:ln>
          <a:effectLst/>
        </p:spPr>
        <p:txBody>
          <a:bodyPr lIns="24872" tIns="12434" rIns="24872" bIns="12434" anchor="ctr"/>
          <a:lstStyle>
            <a:defPPr>
              <a:defRPr lang="pt-BR"/>
            </a:defPPr>
            <a:lvl1pPr indent="0" algn="ctr" defTabSz="514337">
              <a:lnSpc>
                <a:spcPct val="120000"/>
              </a:lnSpc>
              <a:spcBef>
                <a:spcPts val="563"/>
              </a:spcBef>
              <a:buFontTx/>
              <a:buNone/>
              <a:defRPr sz="1333" b="1">
                <a:solidFill>
                  <a:srgbClr val="004691"/>
                </a:solidFill>
                <a:latin typeface="TIM Sans" panose="00000500000000000000" pitchFamily="50" charset="0"/>
              </a:defRPr>
            </a:lvl1pPr>
            <a:lvl2pPr marL="257168" indent="0" defTabSz="514337">
              <a:lnSpc>
                <a:spcPct val="120000"/>
              </a:lnSpc>
              <a:spcBef>
                <a:spcPts val="281"/>
              </a:spcBef>
              <a:buFontTx/>
              <a:buNone/>
              <a:defRPr sz="1200">
                <a:solidFill>
                  <a:schemeClr val="accent5"/>
                </a:solidFill>
                <a:latin typeface="TIM Sans" panose="00000500000000000000" pitchFamily="50" charset="0"/>
              </a:defRPr>
            </a:lvl2pPr>
            <a:lvl3pPr marL="514337" indent="0" defTabSz="514337">
              <a:lnSpc>
                <a:spcPct val="120000"/>
              </a:lnSpc>
              <a:spcBef>
                <a:spcPts val="281"/>
              </a:spcBef>
              <a:buFontTx/>
              <a:buNone/>
              <a:defRPr sz="1100">
                <a:solidFill>
                  <a:schemeClr val="accent5"/>
                </a:solidFill>
                <a:latin typeface="TIM Sans" panose="00000500000000000000" pitchFamily="50" charset="0"/>
              </a:defRPr>
            </a:lvl3pPr>
            <a:lvl4pPr marL="900091" indent="-128585" defTabSz="514337">
              <a:lnSpc>
                <a:spcPct val="90000"/>
              </a:lnSpc>
              <a:spcBef>
                <a:spcPts val="281"/>
              </a:spcBef>
              <a:buFont typeface="Arial" panose="020B0604020202020204" pitchFamily="34" charset="0"/>
              <a:buChar char="•"/>
              <a:defRPr sz="1000"/>
            </a:lvl4pPr>
            <a:lvl5pPr marL="1157259" indent="-128585" defTabSz="514337">
              <a:lnSpc>
                <a:spcPct val="90000"/>
              </a:lnSpc>
              <a:spcBef>
                <a:spcPts val="281"/>
              </a:spcBef>
              <a:buFont typeface="Arial" panose="020B0604020202020204" pitchFamily="34" charset="0"/>
              <a:buChar char="•"/>
              <a:defRPr sz="1000"/>
            </a:lvl5pPr>
            <a:lvl6pPr marL="1414428" indent="-128585" defTabSz="514337">
              <a:lnSpc>
                <a:spcPct val="90000"/>
              </a:lnSpc>
              <a:spcBef>
                <a:spcPts val="281"/>
              </a:spcBef>
              <a:buFont typeface="Arial" panose="020B0604020202020204" pitchFamily="34" charset="0"/>
              <a:buChar char="•"/>
              <a:defRPr sz="1000"/>
            </a:lvl6pPr>
            <a:lvl7pPr marL="1671596" indent="-128585" defTabSz="514337">
              <a:lnSpc>
                <a:spcPct val="90000"/>
              </a:lnSpc>
              <a:spcBef>
                <a:spcPts val="281"/>
              </a:spcBef>
              <a:buFont typeface="Arial" panose="020B0604020202020204" pitchFamily="34" charset="0"/>
              <a:buChar char="•"/>
              <a:defRPr sz="1000"/>
            </a:lvl7pPr>
            <a:lvl8pPr marL="1928765" indent="-128585" defTabSz="514337">
              <a:lnSpc>
                <a:spcPct val="90000"/>
              </a:lnSpc>
              <a:spcBef>
                <a:spcPts val="281"/>
              </a:spcBef>
              <a:buFont typeface="Arial" panose="020B0604020202020204" pitchFamily="34" charset="0"/>
              <a:buChar char="•"/>
              <a:defRPr sz="1000"/>
            </a:lvl8pPr>
            <a:lvl9pPr marL="2185934" indent="-128585" defTabSz="514337">
              <a:lnSpc>
                <a:spcPct val="90000"/>
              </a:lnSpc>
              <a:spcBef>
                <a:spcPts val="281"/>
              </a:spcBef>
              <a:buFont typeface="Arial" panose="020B0604020202020204" pitchFamily="34" charset="0"/>
              <a:buChar char="•"/>
              <a:defRPr sz="1000"/>
            </a:lvl9pPr>
          </a:lstStyle>
          <a:p>
            <a:pPr algn="l" defTabSz="186300" fontAlgn="auto">
              <a:spcBef>
                <a:spcPts val="205"/>
              </a:spcBef>
              <a:spcAft>
                <a:spcPts val="0"/>
              </a:spcAft>
              <a:defRPr/>
            </a:pPr>
            <a:r>
              <a:rPr lang="pt-BR" sz="900" kern="0">
                <a:solidFill>
                  <a:srgbClr val="FF0000"/>
                </a:solidFill>
                <a:latin typeface="TIM Sans Light" panose="00000400000000000000" pitchFamily="50" charset="0"/>
                <a:ea typeface="ＭＳ Ｐゴシック" charset="0"/>
                <a:cs typeface="Arial"/>
              </a:rPr>
              <a:t>R$259,99</a:t>
            </a:r>
            <a:endParaRPr lang="it-IT" sz="900" kern="0">
              <a:solidFill>
                <a:srgbClr val="FF0000"/>
              </a:solidFill>
              <a:latin typeface="TIM Sans Light" panose="00000400000000000000" pitchFamily="50" charset="0"/>
              <a:ea typeface="ＭＳ Ｐゴシック" charset="0"/>
              <a:cs typeface="Arial"/>
            </a:endParaRPr>
          </a:p>
        </p:txBody>
      </p:sp>
      <p:sp>
        <p:nvSpPr>
          <p:cNvPr id="31" name="TextBox 99">
            <a:extLst>
              <a:ext uri="{FF2B5EF4-FFF2-40B4-BE49-F238E27FC236}">
                <a16:creationId xmlns:a16="http://schemas.microsoft.com/office/drawing/2014/main" id="{EF5E3FAC-578A-4D77-AE1D-BCC76E6DB22E}"/>
              </a:ext>
            </a:extLst>
          </p:cNvPr>
          <p:cNvSpPr txBox="1"/>
          <p:nvPr userDrawn="1"/>
        </p:nvSpPr>
        <p:spPr>
          <a:xfrm>
            <a:off x="6531796" y="5067174"/>
            <a:ext cx="896736" cy="160447"/>
          </a:xfrm>
          <a:prstGeom prst="rect">
            <a:avLst/>
          </a:prstGeom>
          <a:noFill/>
        </p:spPr>
        <p:txBody>
          <a:bodyPr wrap="square" lIns="33119" tIns="16583" rIns="33119" bIns="16583" rtlCol="0">
            <a:spAutoFit/>
          </a:bodyPr>
          <a:lstStyle/>
          <a:p>
            <a:pPr defTabSz="662356" fontAlgn="auto">
              <a:spcBef>
                <a:spcPts val="0"/>
              </a:spcBef>
              <a:spcAft>
                <a:spcPts val="0"/>
              </a:spcAft>
              <a:defRPr/>
            </a:pPr>
            <a:r>
              <a:rPr lang="pt-BR" sz="800" kern="0">
                <a:solidFill>
                  <a:srgbClr val="FF0000"/>
                </a:solidFill>
                <a:latin typeface="TIM Sans Light" panose="00000400000000000000" pitchFamily="50" charset="0"/>
                <a:ea typeface="ＭＳ Ｐゴシック"/>
                <a:cs typeface="Arial"/>
              </a:rPr>
              <a:t>Fidelizado</a:t>
            </a:r>
          </a:p>
        </p:txBody>
      </p:sp>
      <p:pic>
        <p:nvPicPr>
          <p:cNvPr id="33" name="Picture 20">
            <a:extLst>
              <a:ext uri="{FF2B5EF4-FFF2-40B4-BE49-F238E27FC236}">
                <a16:creationId xmlns:a16="http://schemas.microsoft.com/office/drawing/2014/main" id="{4C96C7C4-5AE6-491E-9650-59AC3828371F}"/>
              </a:ext>
            </a:extLst>
          </p:cNvPr>
          <p:cNvPicPr>
            <a:picLocks noChangeAspect="1" noChangeArrowheads="1"/>
          </p:cNvPicPr>
          <p:nvPr userDrawn="1"/>
        </p:nvPicPr>
        <p:blipFill>
          <a:blip r:embed="rId29" cstate="print">
            <a:extLst>
              <a:ext uri="{28A0092B-C50C-407E-A947-70E740481C1C}">
                <a14:useLocalDpi xmlns:a14="http://schemas.microsoft.com/office/drawing/2010/main" val="0"/>
              </a:ext>
            </a:extLst>
          </a:blip>
          <a:srcRect/>
          <a:stretch>
            <a:fillRect/>
          </a:stretch>
        </p:blipFill>
        <p:spPr bwMode="auto">
          <a:xfrm>
            <a:off x="6853673" y="1726114"/>
            <a:ext cx="764876" cy="305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 name="Segnaposto contenuto 2">
            <a:extLst>
              <a:ext uri="{FF2B5EF4-FFF2-40B4-BE49-F238E27FC236}">
                <a16:creationId xmlns:a16="http://schemas.microsoft.com/office/drawing/2014/main" id="{E39C0B0B-AED6-47A6-9A37-A761C1691009}"/>
              </a:ext>
            </a:extLst>
          </p:cNvPr>
          <p:cNvSpPr txBox="1">
            <a:spLocks/>
          </p:cNvSpPr>
          <p:nvPr userDrawn="1">
            <p:custDataLst>
              <p:tags r:id="rId9"/>
            </p:custDataLst>
          </p:nvPr>
        </p:nvSpPr>
        <p:spPr bwMode="auto">
          <a:xfrm>
            <a:off x="3166890" y="5197948"/>
            <a:ext cx="922319" cy="197946"/>
          </a:xfrm>
          <a:prstGeom prst="rect">
            <a:avLst/>
          </a:prstGeom>
          <a:noFill/>
          <a:ln>
            <a:noFill/>
          </a:ln>
          <a:effectLst/>
        </p:spPr>
        <p:txBody>
          <a:bodyPr lIns="24872" tIns="12434" rIns="24872" bIns="12434" anchor="ctr"/>
          <a:lstStyle>
            <a:defPPr>
              <a:defRPr lang="pt-BR"/>
            </a:defPPr>
            <a:lvl1pPr indent="0" algn="ctr" defTabSz="514337">
              <a:lnSpc>
                <a:spcPct val="120000"/>
              </a:lnSpc>
              <a:spcBef>
                <a:spcPts val="563"/>
              </a:spcBef>
              <a:buFontTx/>
              <a:buNone/>
              <a:defRPr sz="1333" b="1">
                <a:solidFill>
                  <a:srgbClr val="004691"/>
                </a:solidFill>
                <a:latin typeface="TIM Sans" panose="00000500000000000000" pitchFamily="50" charset="0"/>
              </a:defRPr>
            </a:lvl1pPr>
            <a:lvl2pPr marL="257168" indent="0" defTabSz="514337">
              <a:lnSpc>
                <a:spcPct val="120000"/>
              </a:lnSpc>
              <a:spcBef>
                <a:spcPts val="281"/>
              </a:spcBef>
              <a:buFontTx/>
              <a:buNone/>
              <a:defRPr sz="1200">
                <a:solidFill>
                  <a:schemeClr val="accent5"/>
                </a:solidFill>
                <a:latin typeface="TIM Sans" panose="00000500000000000000" pitchFamily="50" charset="0"/>
              </a:defRPr>
            </a:lvl2pPr>
            <a:lvl3pPr marL="514337" indent="0" defTabSz="514337">
              <a:lnSpc>
                <a:spcPct val="120000"/>
              </a:lnSpc>
              <a:spcBef>
                <a:spcPts val="281"/>
              </a:spcBef>
              <a:buFontTx/>
              <a:buNone/>
              <a:defRPr sz="1100">
                <a:solidFill>
                  <a:schemeClr val="accent5"/>
                </a:solidFill>
                <a:latin typeface="TIM Sans" panose="00000500000000000000" pitchFamily="50" charset="0"/>
              </a:defRPr>
            </a:lvl3pPr>
            <a:lvl4pPr marL="900091" indent="-128585" defTabSz="514337">
              <a:lnSpc>
                <a:spcPct val="90000"/>
              </a:lnSpc>
              <a:spcBef>
                <a:spcPts val="281"/>
              </a:spcBef>
              <a:buFont typeface="Arial" panose="020B0604020202020204" pitchFamily="34" charset="0"/>
              <a:buChar char="•"/>
              <a:defRPr sz="1000"/>
            </a:lvl4pPr>
            <a:lvl5pPr marL="1157259" indent="-128585" defTabSz="514337">
              <a:lnSpc>
                <a:spcPct val="90000"/>
              </a:lnSpc>
              <a:spcBef>
                <a:spcPts val="281"/>
              </a:spcBef>
              <a:buFont typeface="Arial" panose="020B0604020202020204" pitchFamily="34" charset="0"/>
              <a:buChar char="•"/>
              <a:defRPr sz="1000"/>
            </a:lvl5pPr>
            <a:lvl6pPr marL="1414428" indent="-128585" defTabSz="514337">
              <a:lnSpc>
                <a:spcPct val="90000"/>
              </a:lnSpc>
              <a:spcBef>
                <a:spcPts val="281"/>
              </a:spcBef>
              <a:buFont typeface="Arial" panose="020B0604020202020204" pitchFamily="34" charset="0"/>
              <a:buChar char="•"/>
              <a:defRPr sz="1000"/>
            </a:lvl6pPr>
            <a:lvl7pPr marL="1671596" indent="-128585" defTabSz="514337">
              <a:lnSpc>
                <a:spcPct val="90000"/>
              </a:lnSpc>
              <a:spcBef>
                <a:spcPts val="281"/>
              </a:spcBef>
              <a:buFont typeface="Arial" panose="020B0604020202020204" pitchFamily="34" charset="0"/>
              <a:buChar char="•"/>
              <a:defRPr sz="1000"/>
            </a:lvl7pPr>
            <a:lvl8pPr marL="1928765" indent="-128585" defTabSz="514337">
              <a:lnSpc>
                <a:spcPct val="90000"/>
              </a:lnSpc>
              <a:spcBef>
                <a:spcPts val="281"/>
              </a:spcBef>
              <a:buFont typeface="Arial" panose="020B0604020202020204" pitchFamily="34" charset="0"/>
              <a:buChar char="•"/>
              <a:defRPr sz="1000"/>
            </a:lvl8pPr>
            <a:lvl9pPr marL="2185934" indent="-128585" defTabSz="514337">
              <a:lnSpc>
                <a:spcPct val="90000"/>
              </a:lnSpc>
              <a:spcBef>
                <a:spcPts val="281"/>
              </a:spcBef>
              <a:buFont typeface="Arial" panose="020B0604020202020204" pitchFamily="34" charset="0"/>
              <a:buChar char="•"/>
              <a:defRPr sz="1000"/>
            </a:lvl9pPr>
          </a:lstStyle>
          <a:p>
            <a:pPr defTabSz="186300" fontAlgn="auto">
              <a:spcBef>
                <a:spcPts val="205"/>
              </a:spcBef>
              <a:spcAft>
                <a:spcPts val="0"/>
              </a:spcAft>
              <a:defRPr/>
            </a:pPr>
            <a:r>
              <a:rPr lang="pt-BR" sz="900" kern="0">
                <a:latin typeface="TIM Sans Light" panose="00000400000000000000" pitchFamily="50" charset="0"/>
                <a:ea typeface="ＭＳ Ｐゴシック" charset="0"/>
                <a:cs typeface="Arial"/>
              </a:rPr>
              <a:t>R$319,99</a:t>
            </a:r>
            <a:endParaRPr lang="it-IT" sz="900" kern="0">
              <a:latin typeface="TIM Sans Light" panose="00000400000000000000" pitchFamily="50" charset="0"/>
              <a:ea typeface="ＭＳ Ｐゴシック" charset="0"/>
              <a:cs typeface="Arial"/>
            </a:endParaRPr>
          </a:p>
        </p:txBody>
      </p:sp>
      <p:sp>
        <p:nvSpPr>
          <p:cNvPr id="35" name="Segnaposto contenuto 2">
            <a:extLst>
              <a:ext uri="{FF2B5EF4-FFF2-40B4-BE49-F238E27FC236}">
                <a16:creationId xmlns:a16="http://schemas.microsoft.com/office/drawing/2014/main" id="{45C41792-62BF-491B-B558-0868CE0A10B9}"/>
              </a:ext>
            </a:extLst>
          </p:cNvPr>
          <p:cNvSpPr txBox="1">
            <a:spLocks/>
          </p:cNvSpPr>
          <p:nvPr userDrawn="1">
            <p:custDataLst>
              <p:tags r:id="rId10"/>
            </p:custDataLst>
          </p:nvPr>
        </p:nvSpPr>
        <p:spPr bwMode="auto">
          <a:xfrm>
            <a:off x="8659571" y="5183109"/>
            <a:ext cx="782050" cy="224536"/>
          </a:xfrm>
          <a:prstGeom prst="rect">
            <a:avLst/>
          </a:prstGeom>
          <a:noFill/>
          <a:ln>
            <a:noFill/>
          </a:ln>
          <a:effectLst/>
        </p:spPr>
        <p:txBody>
          <a:bodyPr lIns="24872" tIns="12434" rIns="24872" bIns="12434" anchor="ctr"/>
          <a:lstStyle>
            <a:defPPr>
              <a:defRPr lang="pt-BR"/>
            </a:defPPr>
            <a:lvl1pPr indent="0" algn="ctr" defTabSz="514337">
              <a:lnSpc>
                <a:spcPct val="120000"/>
              </a:lnSpc>
              <a:spcBef>
                <a:spcPts val="563"/>
              </a:spcBef>
              <a:buFontTx/>
              <a:buNone/>
              <a:defRPr sz="1333" b="1">
                <a:solidFill>
                  <a:srgbClr val="004691"/>
                </a:solidFill>
                <a:latin typeface="TIM Sans" panose="00000500000000000000" pitchFamily="50" charset="0"/>
              </a:defRPr>
            </a:lvl1pPr>
            <a:lvl2pPr marL="257168" indent="0" defTabSz="514337">
              <a:lnSpc>
                <a:spcPct val="120000"/>
              </a:lnSpc>
              <a:spcBef>
                <a:spcPts val="281"/>
              </a:spcBef>
              <a:buFontTx/>
              <a:buNone/>
              <a:defRPr sz="1200">
                <a:solidFill>
                  <a:schemeClr val="accent5"/>
                </a:solidFill>
                <a:latin typeface="TIM Sans" panose="00000500000000000000" pitchFamily="50" charset="0"/>
              </a:defRPr>
            </a:lvl2pPr>
            <a:lvl3pPr marL="514337" indent="0" defTabSz="514337">
              <a:lnSpc>
                <a:spcPct val="120000"/>
              </a:lnSpc>
              <a:spcBef>
                <a:spcPts val="281"/>
              </a:spcBef>
              <a:buFontTx/>
              <a:buNone/>
              <a:defRPr sz="1100">
                <a:solidFill>
                  <a:schemeClr val="accent5"/>
                </a:solidFill>
                <a:latin typeface="TIM Sans" panose="00000500000000000000" pitchFamily="50" charset="0"/>
              </a:defRPr>
            </a:lvl3pPr>
            <a:lvl4pPr marL="900091" indent="-128585" defTabSz="514337">
              <a:lnSpc>
                <a:spcPct val="90000"/>
              </a:lnSpc>
              <a:spcBef>
                <a:spcPts val="281"/>
              </a:spcBef>
              <a:buFont typeface="Arial" panose="020B0604020202020204" pitchFamily="34" charset="0"/>
              <a:buChar char="•"/>
              <a:defRPr sz="1000"/>
            </a:lvl4pPr>
            <a:lvl5pPr marL="1157259" indent="-128585" defTabSz="514337">
              <a:lnSpc>
                <a:spcPct val="90000"/>
              </a:lnSpc>
              <a:spcBef>
                <a:spcPts val="281"/>
              </a:spcBef>
              <a:buFont typeface="Arial" panose="020B0604020202020204" pitchFamily="34" charset="0"/>
              <a:buChar char="•"/>
              <a:defRPr sz="1000"/>
            </a:lvl5pPr>
            <a:lvl6pPr marL="1414428" indent="-128585" defTabSz="514337">
              <a:lnSpc>
                <a:spcPct val="90000"/>
              </a:lnSpc>
              <a:spcBef>
                <a:spcPts val="281"/>
              </a:spcBef>
              <a:buFont typeface="Arial" panose="020B0604020202020204" pitchFamily="34" charset="0"/>
              <a:buChar char="•"/>
              <a:defRPr sz="1000"/>
            </a:lvl6pPr>
            <a:lvl7pPr marL="1671596" indent="-128585" defTabSz="514337">
              <a:lnSpc>
                <a:spcPct val="90000"/>
              </a:lnSpc>
              <a:spcBef>
                <a:spcPts val="281"/>
              </a:spcBef>
              <a:buFont typeface="Arial" panose="020B0604020202020204" pitchFamily="34" charset="0"/>
              <a:buChar char="•"/>
              <a:defRPr sz="1000"/>
            </a:lvl7pPr>
            <a:lvl8pPr marL="1928765" indent="-128585" defTabSz="514337">
              <a:lnSpc>
                <a:spcPct val="90000"/>
              </a:lnSpc>
              <a:spcBef>
                <a:spcPts val="281"/>
              </a:spcBef>
              <a:buFont typeface="Arial" panose="020B0604020202020204" pitchFamily="34" charset="0"/>
              <a:buChar char="•"/>
              <a:defRPr sz="1000"/>
            </a:lvl8pPr>
            <a:lvl9pPr marL="2185934" indent="-128585" defTabSz="514337">
              <a:lnSpc>
                <a:spcPct val="90000"/>
              </a:lnSpc>
              <a:spcBef>
                <a:spcPts val="281"/>
              </a:spcBef>
              <a:buFont typeface="Arial" panose="020B0604020202020204" pitchFamily="34" charset="0"/>
              <a:buChar char="•"/>
              <a:defRPr sz="1000"/>
            </a:lvl9pPr>
          </a:lstStyle>
          <a:p>
            <a:pPr algn="l" defTabSz="186300" fontAlgn="auto">
              <a:spcBef>
                <a:spcPts val="205"/>
              </a:spcBef>
              <a:spcAft>
                <a:spcPts val="0"/>
              </a:spcAft>
              <a:defRPr/>
            </a:pPr>
            <a:r>
              <a:rPr lang="pt-BR" sz="900" kern="0">
                <a:solidFill>
                  <a:srgbClr val="F39610"/>
                </a:solidFill>
                <a:latin typeface="TIM Sans Light" panose="00000400000000000000" pitchFamily="50" charset="0"/>
                <a:ea typeface="ＭＳ Ｐゴシック" charset="0"/>
                <a:cs typeface="Arial"/>
              </a:rPr>
              <a:t>R$99,90</a:t>
            </a:r>
            <a:endParaRPr lang="it-IT" sz="900" kern="0">
              <a:solidFill>
                <a:srgbClr val="F39610"/>
              </a:solidFill>
              <a:latin typeface="TIM Sans Light" panose="00000400000000000000" pitchFamily="50" charset="0"/>
              <a:ea typeface="ＭＳ Ｐゴシック" charset="0"/>
              <a:cs typeface="Arial"/>
            </a:endParaRPr>
          </a:p>
        </p:txBody>
      </p:sp>
      <p:sp>
        <p:nvSpPr>
          <p:cNvPr id="37" name="TextBox 103">
            <a:extLst>
              <a:ext uri="{FF2B5EF4-FFF2-40B4-BE49-F238E27FC236}">
                <a16:creationId xmlns:a16="http://schemas.microsoft.com/office/drawing/2014/main" id="{A2B6D4C8-CBBA-4AAF-ACDD-587CF03AC3A3}"/>
              </a:ext>
            </a:extLst>
          </p:cNvPr>
          <p:cNvSpPr txBox="1"/>
          <p:nvPr userDrawn="1"/>
        </p:nvSpPr>
        <p:spPr>
          <a:xfrm>
            <a:off x="8665805" y="5067174"/>
            <a:ext cx="1017261" cy="160447"/>
          </a:xfrm>
          <a:prstGeom prst="rect">
            <a:avLst/>
          </a:prstGeom>
          <a:noFill/>
        </p:spPr>
        <p:txBody>
          <a:bodyPr wrap="square" lIns="33119" tIns="16583" rIns="33119" bIns="16583" rtlCol="0">
            <a:spAutoFit/>
          </a:bodyPr>
          <a:lstStyle/>
          <a:p>
            <a:pPr defTabSz="662356" fontAlgn="auto">
              <a:spcBef>
                <a:spcPts val="0"/>
              </a:spcBef>
              <a:spcAft>
                <a:spcPts val="0"/>
              </a:spcAft>
              <a:defRPr/>
            </a:pPr>
            <a:r>
              <a:rPr lang="pt-BR" sz="800" kern="0">
                <a:solidFill>
                  <a:srgbClr val="F39610"/>
                </a:solidFill>
                <a:latin typeface="TIM Sans Light" panose="00000400000000000000" pitchFamily="50" charset="0"/>
                <a:ea typeface="ＭＳ Ｐゴシック"/>
                <a:cs typeface="Arial"/>
              </a:rPr>
              <a:t>Fidelizado</a:t>
            </a:r>
          </a:p>
        </p:txBody>
      </p:sp>
      <p:sp>
        <p:nvSpPr>
          <p:cNvPr id="38" name="Segnaposto contenuto 2">
            <a:extLst>
              <a:ext uri="{FF2B5EF4-FFF2-40B4-BE49-F238E27FC236}">
                <a16:creationId xmlns:a16="http://schemas.microsoft.com/office/drawing/2014/main" id="{25E4C061-68EA-46AA-ADA1-EC1C1B930A99}"/>
              </a:ext>
            </a:extLst>
          </p:cNvPr>
          <p:cNvSpPr txBox="1">
            <a:spLocks/>
          </p:cNvSpPr>
          <p:nvPr userDrawn="1">
            <p:custDataLst>
              <p:tags r:id="rId11"/>
            </p:custDataLst>
          </p:nvPr>
        </p:nvSpPr>
        <p:spPr bwMode="auto">
          <a:xfrm>
            <a:off x="9477314" y="5145292"/>
            <a:ext cx="529301" cy="292308"/>
          </a:xfrm>
          <a:prstGeom prst="rect">
            <a:avLst/>
          </a:prstGeom>
          <a:noFill/>
          <a:ln>
            <a:noFill/>
          </a:ln>
          <a:effectLst/>
        </p:spPr>
        <p:txBody>
          <a:bodyPr lIns="24872" tIns="12434" rIns="24872" bIns="12434" anchor="ctr"/>
          <a:lstStyle>
            <a:defPPr>
              <a:defRPr lang="pt-BR"/>
            </a:defPPr>
            <a:lvl1pPr indent="0" algn="ctr" defTabSz="514337">
              <a:lnSpc>
                <a:spcPct val="120000"/>
              </a:lnSpc>
              <a:spcBef>
                <a:spcPts val="563"/>
              </a:spcBef>
              <a:buFontTx/>
              <a:buNone/>
              <a:defRPr sz="1333" b="1">
                <a:solidFill>
                  <a:srgbClr val="004691"/>
                </a:solidFill>
                <a:latin typeface="TIM Sans" panose="00000500000000000000" pitchFamily="50" charset="0"/>
              </a:defRPr>
            </a:lvl1pPr>
            <a:lvl2pPr marL="257168" indent="0" defTabSz="514337">
              <a:lnSpc>
                <a:spcPct val="120000"/>
              </a:lnSpc>
              <a:spcBef>
                <a:spcPts val="281"/>
              </a:spcBef>
              <a:buFontTx/>
              <a:buNone/>
              <a:defRPr sz="1200">
                <a:solidFill>
                  <a:schemeClr val="accent5"/>
                </a:solidFill>
                <a:latin typeface="TIM Sans" panose="00000500000000000000" pitchFamily="50" charset="0"/>
              </a:defRPr>
            </a:lvl2pPr>
            <a:lvl3pPr marL="514337" indent="0" defTabSz="514337">
              <a:lnSpc>
                <a:spcPct val="120000"/>
              </a:lnSpc>
              <a:spcBef>
                <a:spcPts val="281"/>
              </a:spcBef>
              <a:buFontTx/>
              <a:buNone/>
              <a:defRPr sz="1100">
                <a:solidFill>
                  <a:schemeClr val="accent5"/>
                </a:solidFill>
                <a:latin typeface="TIM Sans" panose="00000500000000000000" pitchFamily="50" charset="0"/>
              </a:defRPr>
            </a:lvl3pPr>
            <a:lvl4pPr marL="900091" indent="-128585" defTabSz="514337">
              <a:lnSpc>
                <a:spcPct val="90000"/>
              </a:lnSpc>
              <a:spcBef>
                <a:spcPts val="281"/>
              </a:spcBef>
              <a:buFont typeface="Arial" panose="020B0604020202020204" pitchFamily="34" charset="0"/>
              <a:buChar char="•"/>
              <a:defRPr sz="1000"/>
            </a:lvl4pPr>
            <a:lvl5pPr marL="1157259" indent="-128585" defTabSz="514337">
              <a:lnSpc>
                <a:spcPct val="90000"/>
              </a:lnSpc>
              <a:spcBef>
                <a:spcPts val="281"/>
              </a:spcBef>
              <a:buFont typeface="Arial" panose="020B0604020202020204" pitchFamily="34" charset="0"/>
              <a:buChar char="•"/>
              <a:defRPr sz="1000"/>
            </a:lvl5pPr>
            <a:lvl6pPr marL="1414428" indent="-128585" defTabSz="514337">
              <a:lnSpc>
                <a:spcPct val="90000"/>
              </a:lnSpc>
              <a:spcBef>
                <a:spcPts val="281"/>
              </a:spcBef>
              <a:buFont typeface="Arial" panose="020B0604020202020204" pitchFamily="34" charset="0"/>
              <a:buChar char="•"/>
              <a:defRPr sz="1000"/>
            </a:lvl6pPr>
            <a:lvl7pPr marL="1671596" indent="-128585" defTabSz="514337">
              <a:lnSpc>
                <a:spcPct val="90000"/>
              </a:lnSpc>
              <a:spcBef>
                <a:spcPts val="281"/>
              </a:spcBef>
              <a:buFont typeface="Arial" panose="020B0604020202020204" pitchFamily="34" charset="0"/>
              <a:buChar char="•"/>
              <a:defRPr sz="1000"/>
            </a:lvl7pPr>
            <a:lvl8pPr marL="1928765" indent="-128585" defTabSz="514337">
              <a:lnSpc>
                <a:spcPct val="90000"/>
              </a:lnSpc>
              <a:spcBef>
                <a:spcPts val="281"/>
              </a:spcBef>
              <a:buFont typeface="Arial" panose="020B0604020202020204" pitchFamily="34" charset="0"/>
              <a:buChar char="•"/>
              <a:defRPr sz="1000"/>
            </a:lvl8pPr>
            <a:lvl9pPr marL="2185934" indent="-128585" defTabSz="514337">
              <a:lnSpc>
                <a:spcPct val="90000"/>
              </a:lnSpc>
              <a:spcBef>
                <a:spcPts val="281"/>
              </a:spcBef>
              <a:buFont typeface="Arial" panose="020B0604020202020204" pitchFamily="34" charset="0"/>
              <a:buChar char="•"/>
              <a:defRPr sz="1000"/>
            </a:lvl9pPr>
          </a:lstStyle>
          <a:p>
            <a:pPr algn="l" defTabSz="186300" fontAlgn="auto">
              <a:spcBef>
                <a:spcPts val="205"/>
              </a:spcBef>
              <a:spcAft>
                <a:spcPts val="0"/>
              </a:spcAft>
              <a:defRPr/>
            </a:pPr>
            <a:r>
              <a:rPr lang="pt-BR" sz="900" kern="0">
                <a:solidFill>
                  <a:srgbClr val="F39610"/>
                </a:solidFill>
                <a:latin typeface="TIM Sans Light" panose="00000400000000000000" pitchFamily="50" charset="0"/>
                <a:ea typeface="ＭＳ Ｐゴシック" charset="0"/>
                <a:cs typeface="Arial"/>
              </a:rPr>
              <a:t>R$159,90</a:t>
            </a:r>
            <a:endParaRPr lang="it-IT" sz="900" kern="0">
              <a:solidFill>
                <a:srgbClr val="F39610"/>
              </a:solidFill>
              <a:latin typeface="TIM Sans Light" panose="00000400000000000000" pitchFamily="50" charset="0"/>
              <a:ea typeface="ＭＳ Ｐゴシック" charset="0"/>
              <a:cs typeface="Arial"/>
            </a:endParaRPr>
          </a:p>
        </p:txBody>
      </p:sp>
      <p:pic>
        <p:nvPicPr>
          <p:cNvPr id="39" name="Picture 106">
            <a:extLst>
              <a:ext uri="{FF2B5EF4-FFF2-40B4-BE49-F238E27FC236}">
                <a16:creationId xmlns:a16="http://schemas.microsoft.com/office/drawing/2014/main" id="{C0F33803-A167-4F16-9E8F-2C828282014D}"/>
              </a:ext>
            </a:extLst>
          </p:cNvPr>
          <p:cNvPicPr>
            <a:picLocks noChangeAspect="1"/>
          </p:cNvPicPr>
          <p:nvPr userDrawn="1"/>
        </p:nvPicPr>
        <p:blipFill>
          <a:blip r:embed="rId30" cstate="print">
            <a:extLst>
              <a:ext uri="{28A0092B-C50C-407E-A947-70E740481C1C}">
                <a14:useLocalDpi xmlns:a14="http://schemas.microsoft.com/office/drawing/2010/main" val="0"/>
              </a:ext>
            </a:extLst>
          </a:blip>
          <a:stretch>
            <a:fillRect/>
          </a:stretch>
        </p:blipFill>
        <p:spPr>
          <a:xfrm>
            <a:off x="2821315" y="3368712"/>
            <a:ext cx="141429" cy="153928"/>
          </a:xfrm>
          <a:prstGeom prst="rect">
            <a:avLst/>
          </a:prstGeom>
        </p:spPr>
      </p:pic>
      <p:pic>
        <p:nvPicPr>
          <p:cNvPr id="40" name="Picture 107">
            <a:extLst>
              <a:ext uri="{FF2B5EF4-FFF2-40B4-BE49-F238E27FC236}">
                <a16:creationId xmlns:a16="http://schemas.microsoft.com/office/drawing/2014/main" id="{C77558F6-BE07-4A89-9368-0446EC4B86E6}"/>
              </a:ext>
            </a:extLst>
          </p:cNvPr>
          <p:cNvPicPr>
            <a:picLocks noChangeAspect="1"/>
          </p:cNvPicPr>
          <p:nvPr userDrawn="1"/>
        </p:nvPicPr>
        <p:blipFill>
          <a:blip r:embed="rId31" cstate="print">
            <a:extLst>
              <a:ext uri="{28A0092B-C50C-407E-A947-70E740481C1C}">
                <a14:useLocalDpi xmlns:a14="http://schemas.microsoft.com/office/drawing/2010/main" val="0"/>
              </a:ext>
            </a:extLst>
          </a:blip>
          <a:stretch>
            <a:fillRect/>
          </a:stretch>
        </p:blipFill>
        <p:spPr>
          <a:xfrm>
            <a:off x="3463681" y="3391818"/>
            <a:ext cx="136453" cy="120792"/>
          </a:xfrm>
          <a:prstGeom prst="rect">
            <a:avLst/>
          </a:prstGeom>
        </p:spPr>
      </p:pic>
      <p:pic>
        <p:nvPicPr>
          <p:cNvPr id="41" name="Picture 108">
            <a:extLst>
              <a:ext uri="{FF2B5EF4-FFF2-40B4-BE49-F238E27FC236}">
                <a16:creationId xmlns:a16="http://schemas.microsoft.com/office/drawing/2014/main" id="{931572F0-A001-410C-A07E-32F0E2EC0DF3}"/>
              </a:ext>
            </a:extLst>
          </p:cNvPr>
          <p:cNvPicPr>
            <a:picLocks noChangeAspect="1"/>
          </p:cNvPicPr>
          <p:nvPr userDrawn="1"/>
        </p:nvPicPr>
        <p:blipFill>
          <a:blip r:embed="rId32" cstate="print">
            <a:extLst>
              <a:ext uri="{28A0092B-C50C-407E-A947-70E740481C1C}">
                <a14:useLocalDpi xmlns:a14="http://schemas.microsoft.com/office/drawing/2010/main" val="0"/>
              </a:ext>
            </a:extLst>
          </a:blip>
          <a:stretch>
            <a:fillRect/>
          </a:stretch>
        </p:blipFill>
        <p:spPr>
          <a:xfrm>
            <a:off x="3250445" y="3368712"/>
            <a:ext cx="141431" cy="153928"/>
          </a:xfrm>
          <a:prstGeom prst="rect">
            <a:avLst/>
          </a:prstGeom>
        </p:spPr>
      </p:pic>
      <p:pic>
        <p:nvPicPr>
          <p:cNvPr id="42" name="Picture 112">
            <a:extLst>
              <a:ext uri="{FF2B5EF4-FFF2-40B4-BE49-F238E27FC236}">
                <a16:creationId xmlns:a16="http://schemas.microsoft.com/office/drawing/2014/main" id="{977BFF29-5237-4112-BEEB-AB716065E88C}"/>
              </a:ext>
            </a:extLst>
          </p:cNvPr>
          <p:cNvPicPr>
            <a:picLocks noChangeAspect="1"/>
          </p:cNvPicPr>
          <p:nvPr userDrawn="1"/>
        </p:nvPicPr>
        <p:blipFill>
          <a:blip r:embed="rId33" cstate="print">
            <a:extLst>
              <a:ext uri="{28A0092B-C50C-407E-A947-70E740481C1C}">
                <a14:useLocalDpi xmlns:a14="http://schemas.microsoft.com/office/drawing/2010/main" val="0"/>
              </a:ext>
            </a:extLst>
          </a:blip>
          <a:stretch>
            <a:fillRect/>
          </a:stretch>
        </p:blipFill>
        <p:spPr>
          <a:xfrm>
            <a:off x="5086180" y="3375602"/>
            <a:ext cx="139719" cy="154394"/>
          </a:xfrm>
          <a:prstGeom prst="rect">
            <a:avLst/>
          </a:prstGeom>
        </p:spPr>
      </p:pic>
      <p:pic>
        <p:nvPicPr>
          <p:cNvPr id="43" name="Picture 113">
            <a:extLst>
              <a:ext uri="{FF2B5EF4-FFF2-40B4-BE49-F238E27FC236}">
                <a16:creationId xmlns:a16="http://schemas.microsoft.com/office/drawing/2014/main" id="{68D3938D-E96A-4411-A219-F198F1C64218}"/>
              </a:ext>
            </a:extLst>
          </p:cNvPr>
          <p:cNvPicPr>
            <a:picLocks noChangeAspect="1"/>
          </p:cNvPicPr>
          <p:nvPr userDrawn="1"/>
        </p:nvPicPr>
        <p:blipFill rotWithShape="1">
          <a:blip r:embed="rId34" cstate="print">
            <a:extLst>
              <a:ext uri="{28A0092B-C50C-407E-A947-70E740481C1C}">
                <a14:useLocalDpi xmlns:a14="http://schemas.microsoft.com/office/drawing/2010/main" val="0"/>
              </a:ext>
            </a:extLst>
          </a:blip>
          <a:srcRect b="21550"/>
          <a:stretch/>
        </p:blipFill>
        <p:spPr>
          <a:xfrm>
            <a:off x="5436042" y="3355101"/>
            <a:ext cx="214588" cy="189327"/>
          </a:xfrm>
          <a:prstGeom prst="rect">
            <a:avLst/>
          </a:prstGeom>
        </p:spPr>
      </p:pic>
      <p:pic>
        <p:nvPicPr>
          <p:cNvPr id="44" name="Picture 114">
            <a:extLst>
              <a:ext uri="{FF2B5EF4-FFF2-40B4-BE49-F238E27FC236}">
                <a16:creationId xmlns:a16="http://schemas.microsoft.com/office/drawing/2014/main" id="{DEF27754-9762-40CA-97A2-E7263A9AE814}"/>
              </a:ext>
            </a:extLst>
          </p:cNvPr>
          <p:cNvPicPr>
            <a:picLocks noChangeAspect="1"/>
          </p:cNvPicPr>
          <p:nvPr userDrawn="1"/>
        </p:nvPicPr>
        <p:blipFill>
          <a:blip r:embed="rId35" cstate="print">
            <a:extLst>
              <a:ext uri="{28A0092B-C50C-407E-A947-70E740481C1C}">
                <a14:useLocalDpi xmlns:a14="http://schemas.microsoft.com/office/drawing/2010/main" val="0"/>
              </a:ext>
            </a:extLst>
          </a:blip>
          <a:stretch>
            <a:fillRect/>
          </a:stretch>
        </p:blipFill>
        <p:spPr>
          <a:xfrm>
            <a:off x="5269178" y="3359601"/>
            <a:ext cx="165654" cy="183053"/>
          </a:xfrm>
          <a:prstGeom prst="rect">
            <a:avLst/>
          </a:prstGeom>
        </p:spPr>
      </p:pic>
      <p:pic>
        <p:nvPicPr>
          <p:cNvPr id="45" name="Picture 122">
            <a:extLst>
              <a:ext uri="{FF2B5EF4-FFF2-40B4-BE49-F238E27FC236}">
                <a16:creationId xmlns:a16="http://schemas.microsoft.com/office/drawing/2014/main" id="{3EA17C63-A834-4126-8CF7-4E238E68FBC7}"/>
              </a:ext>
            </a:extLst>
          </p:cNvPr>
          <p:cNvPicPr>
            <a:picLocks noChangeAspect="1"/>
          </p:cNvPicPr>
          <p:nvPr userDrawn="1"/>
        </p:nvPicPr>
        <p:blipFill rotWithShape="1">
          <a:blip r:embed="rId36" cstate="print">
            <a:extLst>
              <a:ext uri="{28A0092B-C50C-407E-A947-70E740481C1C}">
                <a14:useLocalDpi xmlns:a14="http://schemas.microsoft.com/office/drawing/2010/main" val="0"/>
              </a:ext>
            </a:extLst>
          </a:blip>
          <a:srcRect/>
          <a:stretch/>
        </p:blipFill>
        <p:spPr>
          <a:xfrm>
            <a:off x="7923037" y="3357625"/>
            <a:ext cx="158882" cy="174562"/>
          </a:xfrm>
          <a:prstGeom prst="rect">
            <a:avLst/>
          </a:prstGeom>
        </p:spPr>
      </p:pic>
      <p:sp>
        <p:nvSpPr>
          <p:cNvPr id="46" name="Rectangle 129">
            <a:extLst>
              <a:ext uri="{FF2B5EF4-FFF2-40B4-BE49-F238E27FC236}">
                <a16:creationId xmlns:a16="http://schemas.microsoft.com/office/drawing/2014/main" id="{1E44FD91-5D7B-4E79-AE78-944AA14E5B8C}"/>
              </a:ext>
            </a:extLst>
          </p:cNvPr>
          <p:cNvSpPr/>
          <p:nvPr userDrawn="1"/>
        </p:nvSpPr>
        <p:spPr>
          <a:xfrm>
            <a:off x="8790721" y="3023369"/>
            <a:ext cx="1097726" cy="218201"/>
          </a:xfrm>
          <a:prstGeom prst="rect">
            <a:avLst/>
          </a:prstGeom>
        </p:spPr>
        <p:txBody>
          <a:bodyPr wrap="square" lIns="33119" tIns="16583" rIns="33119" bIns="16583" anchor="ctr">
            <a:spAutoFit/>
          </a:bodyPr>
          <a:lstStyle/>
          <a:p>
            <a:pPr algn="ctr" defTabSz="662356" fontAlgn="auto">
              <a:spcBef>
                <a:spcPts val="0"/>
              </a:spcBef>
              <a:spcAft>
                <a:spcPts val="0"/>
              </a:spcAft>
              <a:defRPr/>
            </a:pPr>
            <a:r>
              <a:rPr lang="pt-BR" sz="1200" b="1" kern="0">
                <a:solidFill>
                  <a:srgbClr val="F39610"/>
                </a:solidFill>
                <a:latin typeface="TIM Sans Light" panose="00000400000000000000" pitchFamily="50" charset="0"/>
                <a:ea typeface="ＭＳ Ｐゴシック"/>
                <a:cs typeface="Arial"/>
              </a:rPr>
              <a:t>50GB</a:t>
            </a:r>
          </a:p>
        </p:txBody>
      </p:sp>
      <p:pic>
        <p:nvPicPr>
          <p:cNvPr id="47" name="Picture 210" descr="C:\Users\F8064606\Desktop\icon.png">
            <a:extLst>
              <a:ext uri="{FF2B5EF4-FFF2-40B4-BE49-F238E27FC236}">
                <a16:creationId xmlns:a16="http://schemas.microsoft.com/office/drawing/2014/main" id="{12542784-DBD2-46A2-AED7-186CA5AF1C75}"/>
              </a:ext>
            </a:extLst>
          </p:cNvPr>
          <p:cNvPicPr>
            <a:picLocks noChangeAspect="1" noChangeArrowheads="1"/>
          </p:cNvPicPr>
          <p:nvPr userDrawn="1"/>
        </p:nvPicPr>
        <p:blipFill>
          <a:blip r:embed="rId37" cstate="print">
            <a:extLst>
              <a:ext uri="{28A0092B-C50C-407E-A947-70E740481C1C}">
                <a14:useLocalDpi xmlns:a14="http://schemas.microsoft.com/office/drawing/2010/main" val="0"/>
              </a:ext>
            </a:extLst>
          </a:blip>
          <a:srcRect/>
          <a:stretch>
            <a:fillRect/>
          </a:stretch>
        </p:blipFill>
        <p:spPr bwMode="auto">
          <a:xfrm>
            <a:off x="9821368" y="3349509"/>
            <a:ext cx="163435" cy="176420"/>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2" descr="C:\Users\F8078082\Desktop\NETFLIX.png">
            <a:extLst>
              <a:ext uri="{FF2B5EF4-FFF2-40B4-BE49-F238E27FC236}">
                <a16:creationId xmlns:a16="http://schemas.microsoft.com/office/drawing/2014/main" id="{00BB4053-0C42-4507-A10E-E124FD99DFC6}"/>
              </a:ext>
            </a:extLst>
          </p:cNvPr>
          <p:cNvPicPr>
            <a:picLocks noChangeAspect="1" noChangeArrowheads="1"/>
          </p:cNvPicPr>
          <p:nvPr userDrawn="1"/>
        </p:nvPicPr>
        <p:blipFill>
          <a:blip r:embed="rId38" cstate="print">
            <a:extLst>
              <a:ext uri="{28A0092B-C50C-407E-A947-70E740481C1C}">
                <a14:useLocalDpi xmlns:a14="http://schemas.microsoft.com/office/drawing/2010/main" val="0"/>
              </a:ext>
            </a:extLst>
          </a:blip>
          <a:srcRect/>
          <a:stretch>
            <a:fillRect/>
          </a:stretch>
        </p:blipFill>
        <p:spPr bwMode="auto">
          <a:xfrm>
            <a:off x="9398589" y="3352740"/>
            <a:ext cx="152687" cy="168725"/>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134">
            <a:extLst>
              <a:ext uri="{FF2B5EF4-FFF2-40B4-BE49-F238E27FC236}">
                <a16:creationId xmlns:a16="http://schemas.microsoft.com/office/drawing/2014/main" id="{FC990CB9-C46A-4399-A377-BBEA230D48D2}"/>
              </a:ext>
            </a:extLst>
          </p:cNvPr>
          <p:cNvPicPr>
            <a:picLocks noChangeAspect="1"/>
          </p:cNvPicPr>
          <p:nvPr userDrawn="1"/>
        </p:nvPicPr>
        <p:blipFill rotWithShape="1">
          <a:blip r:embed="rId39" cstate="print">
            <a:extLst>
              <a:ext uri="{28A0092B-C50C-407E-A947-70E740481C1C}">
                <a14:useLocalDpi xmlns:a14="http://schemas.microsoft.com/office/drawing/2010/main" val="0"/>
              </a:ext>
            </a:extLst>
          </a:blip>
          <a:srcRect l="24787" t="26277" r="25354" b="26810"/>
          <a:stretch/>
        </p:blipFill>
        <p:spPr>
          <a:xfrm>
            <a:off x="9593042" y="3356938"/>
            <a:ext cx="202577" cy="157977"/>
          </a:xfrm>
          <a:prstGeom prst="rect">
            <a:avLst/>
          </a:prstGeom>
        </p:spPr>
      </p:pic>
      <p:sp>
        <p:nvSpPr>
          <p:cNvPr id="50" name="Segnaposto contenuto 2">
            <a:extLst>
              <a:ext uri="{FF2B5EF4-FFF2-40B4-BE49-F238E27FC236}">
                <a16:creationId xmlns:a16="http://schemas.microsoft.com/office/drawing/2014/main" id="{4CBBCF4E-8DC0-4230-B5FD-DEEF2D95602C}"/>
              </a:ext>
            </a:extLst>
          </p:cNvPr>
          <p:cNvSpPr txBox="1">
            <a:spLocks/>
          </p:cNvSpPr>
          <p:nvPr userDrawn="1"/>
        </p:nvSpPr>
        <p:spPr bwMode="auto">
          <a:xfrm>
            <a:off x="2786338" y="4639745"/>
            <a:ext cx="808481" cy="262274"/>
          </a:xfrm>
          <a:prstGeom prst="rect">
            <a:avLst/>
          </a:prstGeom>
          <a:noFill/>
          <a:ln>
            <a:noFill/>
          </a:ln>
          <a:effectLst/>
        </p:spPr>
        <p:txBody>
          <a:bodyPr lIns="24872" tIns="12434" rIns="24872" bIns="12434" anchor="ctr" anchorCtr="0"/>
          <a:lstStyle>
            <a:lvl1pPr marL="0" indent="0" algn="l" defTabSz="514337" rtl="0" eaLnBrk="1" latinLnBrk="0" hangingPunct="1">
              <a:lnSpc>
                <a:spcPct val="120000"/>
              </a:lnSpc>
              <a:spcBef>
                <a:spcPts val="563"/>
              </a:spcBef>
              <a:buFontTx/>
              <a:buNone/>
              <a:defRPr sz="1400" kern="1200">
                <a:solidFill>
                  <a:schemeClr val="accent5"/>
                </a:solidFill>
                <a:latin typeface="TIM Sans" panose="00000500000000000000" pitchFamily="50" charset="0"/>
                <a:ea typeface="+mn-ea"/>
                <a:cs typeface="+mn-cs"/>
              </a:defRPr>
            </a:lvl1pPr>
            <a:lvl2pPr marL="257168" indent="0" algn="l" defTabSz="514337" rtl="0" eaLnBrk="1" latinLnBrk="0" hangingPunct="1">
              <a:lnSpc>
                <a:spcPct val="120000"/>
              </a:lnSpc>
              <a:spcBef>
                <a:spcPts val="281"/>
              </a:spcBef>
              <a:buFontTx/>
              <a:buNone/>
              <a:defRPr sz="1200" kern="1200">
                <a:solidFill>
                  <a:schemeClr val="accent5"/>
                </a:solidFill>
                <a:latin typeface="TIM Sans" panose="00000500000000000000" pitchFamily="50" charset="0"/>
                <a:ea typeface="+mn-ea"/>
                <a:cs typeface="+mn-cs"/>
              </a:defRPr>
            </a:lvl2pPr>
            <a:lvl3pPr marL="514337" indent="0" algn="l" defTabSz="514337" rtl="0" eaLnBrk="1" latinLnBrk="0" hangingPunct="1">
              <a:lnSpc>
                <a:spcPct val="120000"/>
              </a:lnSpc>
              <a:spcBef>
                <a:spcPts val="281"/>
              </a:spcBef>
              <a:buFontTx/>
              <a:buNone/>
              <a:defRPr sz="1100" kern="1200">
                <a:solidFill>
                  <a:schemeClr val="accent5"/>
                </a:solidFill>
                <a:latin typeface="TIM Sans" panose="00000500000000000000" pitchFamily="50" charset="0"/>
                <a:ea typeface="+mn-ea"/>
                <a:cs typeface="+mn-cs"/>
              </a:defRPr>
            </a:lvl3pPr>
            <a:lvl4pPr marL="900091"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4pPr>
            <a:lvl5pPr marL="1157259"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5pPr>
            <a:lvl6pPr marL="1414428"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6pPr>
            <a:lvl7pPr marL="1671596"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7pPr>
            <a:lvl8pPr marL="1928765"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8pPr>
            <a:lvl9pPr marL="2185934"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9pPr>
          </a:lstStyle>
          <a:p>
            <a:pPr algn="ctr" defTabSz="186300" fontAlgn="auto">
              <a:lnSpc>
                <a:spcPct val="100000"/>
              </a:lnSpc>
              <a:spcBef>
                <a:spcPts val="0"/>
              </a:spcBef>
              <a:spcAft>
                <a:spcPts val="0"/>
              </a:spcAft>
              <a:defRPr/>
            </a:pPr>
            <a:r>
              <a:rPr lang="pt-BR" sz="900">
                <a:solidFill>
                  <a:srgbClr val="004691"/>
                </a:solidFill>
                <a:latin typeface="TIM Sans Light" panose="00000400000000000000" pitchFamily="50" charset="0"/>
                <a:ea typeface="ＭＳ Ｐゴシック"/>
                <a:cs typeface="Arial"/>
              </a:rPr>
              <a:t>Internet Acumulada</a:t>
            </a:r>
            <a:endParaRPr lang="pt-BR" sz="800">
              <a:solidFill>
                <a:srgbClr val="004691"/>
              </a:solidFill>
              <a:latin typeface="TIM Sans Light" panose="00000400000000000000" pitchFamily="50" charset="0"/>
              <a:ea typeface="ＭＳ Ｐゴシック"/>
              <a:cs typeface="Arial"/>
            </a:endParaRPr>
          </a:p>
        </p:txBody>
      </p:sp>
      <p:sp>
        <p:nvSpPr>
          <p:cNvPr id="51" name="Segnaposto contenuto 2">
            <a:extLst>
              <a:ext uri="{FF2B5EF4-FFF2-40B4-BE49-F238E27FC236}">
                <a16:creationId xmlns:a16="http://schemas.microsoft.com/office/drawing/2014/main" id="{65544994-4BB2-4AD4-BF0B-F2CAEAD2ABDB}"/>
              </a:ext>
            </a:extLst>
          </p:cNvPr>
          <p:cNvSpPr txBox="1">
            <a:spLocks/>
          </p:cNvSpPr>
          <p:nvPr userDrawn="1"/>
        </p:nvSpPr>
        <p:spPr bwMode="auto">
          <a:xfrm>
            <a:off x="4609470" y="4639745"/>
            <a:ext cx="1311533" cy="262274"/>
          </a:xfrm>
          <a:prstGeom prst="rect">
            <a:avLst/>
          </a:prstGeom>
          <a:noFill/>
          <a:ln>
            <a:noFill/>
          </a:ln>
          <a:effectLst/>
        </p:spPr>
        <p:txBody>
          <a:bodyPr lIns="24872" tIns="12434" rIns="24872" bIns="12434" anchor="ctr" anchorCtr="0"/>
          <a:lstStyle>
            <a:lvl1pPr marL="0" indent="0" algn="l" defTabSz="514337" rtl="0" eaLnBrk="1" latinLnBrk="0" hangingPunct="1">
              <a:lnSpc>
                <a:spcPct val="120000"/>
              </a:lnSpc>
              <a:spcBef>
                <a:spcPts val="563"/>
              </a:spcBef>
              <a:buFontTx/>
              <a:buNone/>
              <a:defRPr sz="1400" kern="1200">
                <a:solidFill>
                  <a:schemeClr val="accent5"/>
                </a:solidFill>
                <a:latin typeface="TIM Sans" panose="00000500000000000000" pitchFamily="50" charset="0"/>
                <a:ea typeface="+mn-ea"/>
                <a:cs typeface="+mn-cs"/>
              </a:defRPr>
            </a:lvl1pPr>
            <a:lvl2pPr marL="257168" indent="0" algn="l" defTabSz="514337" rtl="0" eaLnBrk="1" latinLnBrk="0" hangingPunct="1">
              <a:lnSpc>
                <a:spcPct val="120000"/>
              </a:lnSpc>
              <a:spcBef>
                <a:spcPts val="281"/>
              </a:spcBef>
              <a:buFontTx/>
              <a:buNone/>
              <a:defRPr sz="1200" kern="1200">
                <a:solidFill>
                  <a:schemeClr val="accent5"/>
                </a:solidFill>
                <a:latin typeface="TIM Sans" panose="00000500000000000000" pitchFamily="50" charset="0"/>
                <a:ea typeface="+mn-ea"/>
                <a:cs typeface="+mn-cs"/>
              </a:defRPr>
            </a:lvl2pPr>
            <a:lvl3pPr marL="514337" indent="0" algn="l" defTabSz="514337" rtl="0" eaLnBrk="1" latinLnBrk="0" hangingPunct="1">
              <a:lnSpc>
                <a:spcPct val="120000"/>
              </a:lnSpc>
              <a:spcBef>
                <a:spcPts val="281"/>
              </a:spcBef>
              <a:buFontTx/>
              <a:buNone/>
              <a:defRPr sz="1100" kern="1200">
                <a:solidFill>
                  <a:schemeClr val="accent5"/>
                </a:solidFill>
                <a:latin typeface="TIM Sans" panose="00000500000000000000" pitchFamily="50" charset="0"/>
                <a:ea typeface="+mn-ea"/>
                <a:cs typeface="+mn-cs"/>
              </a:defRPr>
            </a:lvl3pPr>
            <a:lvl4pPr marL="900091"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4pPr>
            <a:lvl5pPr marL="1157259"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5pPr>
            <a:lvl6pPr marL="1414428"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6pPr>
            <a:lvl7pPr marL="1671596"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7pPr>
            <a:lvl8pPr marL="1928765"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8pPr>
            <a:lvl9pPr marL="2185934"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9pPr>
          </a:lstStyle>
          <a:p>
            <a:pPr algn="ctr" defTabSz="186300" fontAlgn="auto">
              <a:spcBef>
                <a:spcPts val="205"/>
              </a:spcBef>
              <a:spcAft>
                <a:spcPts val="0"/>
              </a:spcAft>
              <a:defRPr/>
            </a:pPr>
            <a:r>
              <a:rPr lang="pt-BR" sz="900">
                <a:solidFill>
                  <a:srgbClr val="7030A0"/>
                </a:solidFill>
                <a:latin typeface="TIM Sans Light" panose="00000400000000000000" pitchFamily="50" charset="0"/>
                <a:ea typeface="ＭＳ Ｐゴシック"/>
                <a:cs typeface="Arial"/>
              </a:rPr>
              <a:t>Vivo Bis</a:t>
            </a:r>
          </a:p>
        </p:txBody>
      </p:sp>
      <p:sp>
        <p:nvSpPr>
          <p:cNvPr id="52" name="Segnaposto contenuto 2">
            <a:extLst>
              <a:ext uri="{FF2B5EF4-FFF2-40B4-BE49-F238E27FC236}">
                <a16:creationId xmlns:a16="http://schemas.microsoft.com/office/drawing/2014/main" id="{AE2AD782-A870-45A7-B7AC-547FCA7CC685}"/>
              </a:ext>
            </a:extLst>
          </p:cNvPr>
          <p:cNvSpPr txBox="1">
            <a:spLocks/>
          </p:cNvSpPr>
          <p:nvPr userDrawn="1"/>
        </p:nvSpPr>
        <p:spPr bwMode="auto">
          <a:xfrm>
            <a:off x="8834180" y="4639745"/>
            <a:ext cx="1010808" cy="262274"/>
          </a:xfrm>
          <a:prstGeom prst="rect">
            <a:avLst/>
          </a:prstGeom>
          <a:noFill/>
          <a:ln>
            <a:noFill/>
          </a:ln>
          <a:effectLst/>
        </p:spPr>
        <p:txBody>
          <a:bodyPr lIns="24872" tIns="12434" rIns="24872" bIns="12434" anchor="ctr" anchorCtr="0"/>
          <a:lstStyle>
            <a:defPPr>
              <a:defRPr lang="pt-BR"/>
            </a:defPPr>
            <a:lvl1pPr algn="ctr" defTabSz="250922">
              <a:defRPr sz="1400" b="1">
                <a:solidFill>
                  <a:srgbClr val="F39610"/>
                </a:solidFill>
                <a:latin typeface="TIM Sans Light" panose="00000400000000000000" pitchFamily="50" charset="0"/>
                <a:ea typeface="ＭＳ Ｐゴシック"/>
                <a:cs typeface="Arial"/>
              </a:defRPr>
            </a:lvl1pPr>
          </a:lstStyle>
          <a:p>
            <a:pPr defTabSz="186300" fontAlgn="auto">
              <a:spcBef>
                <a:spcPts val="0"/>
              </a:spcBef>
              <a:spcAft>
                <a:spcPts val="0"/>
              </a:spcAft>
            </a:pPr>
            <a:r>
              <a:rPr lang="pt-BR" kern="0"/>
              <a:t>-</a:t>
            </a:r>
          </a:p>
        </p:txBody>
      </p:sp>
      <p:sp>
        <p:nvSpPr>
          <p:cNvPr id="53" name="Segnaposto contenuto 2">
            <a:extLst>
              <a:ext uri="{FF2B5EF4-FFF2-40B4-BE49-F238E27FC236}">
                <a16:creationId xmlns:a16="http://schemas.microsoft.com/office/drawing/2014/main" id="{85C26FE8-8CD9-43CA-8F05-5E48CDA50EBC}"/>
              </a:ext>
            </a:extLst>
          </p:cNvPr>
          <p:cNvSpPr txBox="1">
            <a:spLocks/>
          </p:cNvSpPr>
          <p:nvPr userDrawn="1"/>
        </p:nvSpPr>
        <p:spPr bwMode="auto">
          <a:xfrm>
            <a:off x="7110373" y="4670162"/>
            <a:ext cx="251477" cy="306718"/>
          </a:xfrm>
          <a:prstGeom prst="rect">
            <a:avLst/>
          </a:prstGeom>
        </p:spPr>
        <p:txBody>
          <a:bodyPr wrap="none" lIns="90391" tIns="45196" rIns="90391" bIns="45196">
            <a:spAutoFit/>
          </a:bodyPr>
          <a:lstStyle>
            <a:defPPr>
              <a:defRPr lang="pt-BR"/>
            </a:defPPr>
            <a:lvl1pPr algn="ctr" defTabSz="608163" fontAlgn="base">
              <a:spcBef>
                <a:spcPct val="0"/>
              </a:spcBef>
              <a:spcAft>
                <a:spcPct val="0"/>
              </a:spcAft>
              <a:defRPr sz="1400" kern="0">
                <a:solidFill>
                  <a:srgbClr val="FF0000"/>
                </a:solidFill>
                <a:latin typeface="TIM Sans Light" panose="00000400000000000000" pitchFamily="2" charset="0"/>
                <a:ea typeface="ＭＳ Ｐゴシック"/>
                <a:cs typeface="Arial"/>
              </a:defRPr>
            </a:lvl1pPr>
          </a:lstStyle>
          <a:p>
            <a:pPr defTabSz="451539"/>
            <a:r>
              <a:rPr lang="pt-BR"/>
              <a:t>-</a:t>
            </a:r>
          </a:p>
        </p:txBody>
      </p:sp>
      <p:cxnSp>
        <p:nvCxnSpPr>
          <p:cNvPr id="54" name="Straight Connector 154">
            <a:extLst>
              <a:ext uri="{FF2B5EF4-FFF2-40B4-BE49-F238E27FC236}">
                <a16:creationId xmlns:a16="http://schemas.microsoft.com/office/drawing/2014/main" id="{66793859-4D1B-403D-9883-C132F2F25F30}"/>
              </a:ext>
            </a:extLst>
          </p:cNvPr>
          <p:cNvCxnSpPr/>
          <p:nvPr userDrawn="1">
            <p:custDataLst>
              <p:tags r:id="rId12"/>
            </p:custDataLst>
          </p:nvPr>
        </p:nvCxnSpPr>
        <p:spPr>
          <a:xfrm>
            <a:off x="2347413" y="4568440"/>
            <a:ext cx="8158538" cy="0"/>
          </a:xfrm>
          <a:prstGeom prst="line">
            <a:avLst/>
          </a:prstGeom>
          <a:noFill/>
          <a:ln w="6350" cap="flat" cmpd="sng" algn="ctr">
            <a:solidFill>
              <a:srgbClr val="FFFFFF">
                <a:lumMod val="85000"/>
              </a:srgbClr>
            </a:solidFill>
            <a:prstDash val="solid"/>
            <a:miter lim="800000"/>
          </a:ln>
          <a:effectLst/>
        </p:spPr>
      </p:cxnSp>
      <p:sp>
        <p:nvSpPr>
          <p:cNvPr id="55" name="Segnaposto contenuto 2">
            <a:extLst>
              <a:ext uri="{FF2B5EF4-FFF2-40B4-BE49-F238E27FC236}">
                <a16:creationId xmlns:a16="http://schemas.microsoft.com/office/drawing/2014/main" id="{8E405229-C0C9-43AC-883A-C2079B18940B}"/>
              </a:ext>
            </a:extLst>
          </p:cNvPr>
          <p:cNvSpPr txBox="1">
            <a:spLocks/>
          </p:cNvSpPr>
          <p:nvPr userDrawn="1">
            <p:custDataLst>
              <p:tags r:id="rId13"/>
            </p:custDataLst>
          </p:nvPr>
        </p:nvSpPr>
        <p:spPr bwMode="auto">
          <a:xfrm>
            <a:off x="2183123" y="3665348"/>
            <a:ext cx="2014907" cy="315918"/>
          </a:xfrm>
          <a:prstGeom prst="rect">
            <a:avLst/>
          </a:prstGeom>
          <a:noFill/>
          <a:ln>
            <a:noFill/>
          </a:ln>
          <a:effectLst/>
        </p:spPr>
        <p:txBody>
          <a:bodyPr lIns="24872" tIns="12434" rIns="24872" bIns="12434" anchor="ctr"/>
          <a:lstStyle>
            <a:defPPr>
              <a:defRPr lang="pt-BR"/>
            </a:defPPr>
            <a:lvl1pPr indent="0" algn="ctr" defTabSz="514337">
              <a:lnSpc>
                <a:spcPct val="120000"/>
              </a:lnSpc>
              <a:spcBef>
                <a:spcPts val="563"/>
              </a:spcBef>
              <a:buFontTx/>
              <a:buNone/>
              <a:defRPr sz="1333" b="1">
                <a:solidFill>
                  <a:srgbClr val="004691"/>
                </a:solidFill>
                <a:latin typeface="TIM Sans" panose="00000500000000000000" pitchFamily="50" charset="0"/>
              </a:defRPr>
            </a:lvl1pPr>
            <a:lvl2pPr marL="257168" indent="0" defTabSz="514337">
              <a:lnSpc>
                <a:spcPct val="120000"/>
              </a:lnSpc>
              <a:spcBef>
                <a:spcPts val="281"/>
              </a:spcBef>
              <a:buFontTx/>
              <a:buNone/>
              <a:defRPr sz="1200">
                <a:solidFill>
                  <a:schemeClr val="accent5"/>
                </a:solidFill>
                <a:latin typeface="TIM Sans" panose="00000500000000000000" pitchFamily="50" charset="0"/>
              </a:defRPr>
            </a:lvl2pPr>
            <a:lvl3pPr marL="514337" indent="0" defTabSz="514337">
              <a:lnSpc>
                <a:spcPct val="120000"/>
              </a:lnSpc>
              <a:spcBef>
                <a:spcPts val="281"/>
              </a:spcBef>
              <a:buFontTx/>
              <a:buNone/>
              <a:defRPr sz="1100">
                <a:solidFill>
                  <a:schemeClr val="accent5"/>
                </a:solidFill>
                <a:latin typeface="TIM Sans" panose="00000500000000000000" pitchFamily="50" charset="0"/>
              </a:defRPr>
            </a:lvl3pPr>
            <a:lvl4pPr marL="900091" indent="-128585" defTabSz="514337">
              <a:lnSpc>
                <a:spcPct val="90000"/>
              </a:lnSpc>
              <a:spcBef>
                <a:spcPts val="281"/>
              </a:spcBef>
              <a:buFont typeface="Arial" panose="020B0604020202020204" pitchFamily="34" charset="0"/>
              <a:buChar char="•"/>
              <a:defRPr sz="1000"/>
            </a:lvl4pPr>
            <a:lvl5pPr marL="1157259" indent="-128585" defTabSz="514337">
              <a:lnSpc>
                <a:spcPct val="90000"/>
              </a:lnSpc>
              <a:spcBef>
                <a:spcPts val="281"/>
              </a:spcBef>
              <a:buFont typeface="Arial" panose="020B0604020202020204" pitchFamily="34" charset="0"/>
              <a:buChar char="•"/>
              <a:defRPr sz="1000"/>
            </a:lvl5pPr>
            <a:lvl6pPr marL="1414428" indent="-128585" defTabSz="514337">
              <a:lnSpc>
                <a:spcPct val="90000"/>
              </a:lnSpc>
              <a:spcBef>
                <a:spcPts val="281"/>
              </a:spcBef>
              <a:buFont typeface="Arial" panose="020B0604020202020204" pitchFamily="34" charset="0"/>
              <a:buChar char="•"/>
              <a:defRPr sz="1000"/>
            </a:lvl6pPr>
            <a:lvl7pPr marL="1671596" indent="-128585" defTabSz="514337">
              <a:lnSpc>
                <a:spcPct val="90000"/>
              </a:lnSpc>
              <a:spcBef>
                <a:spcPts val="281"/>
              </a:spcBef>
              <a:buFont typeface="Arial" panose="020B0604020202020204" pitchFamily="34" charset="0"/>
              <a:buChar char="•"/>
              <a:defRPr sz="1000"/>
            </a:lvl7pPr>
            <a:lvl8pPr marL="1928765" indent="-128585" defTabSz="514337">
              <a:lnSpc>
                <a:spcPct val="90000"/>
              </a:lnSpc>
              <a:spcBef>
                <a:spcPts val="281"/>
              </a:spcBef>
              <a:buFont typeface="Arial" panose="020B0604020202020204" pitchFamily="34" charset="0"/>
              <a:buChar char="•"/>
              <a:defRPr sz="1000"/>
            </a:lvl8pPr>
            <a:lvl9pPr marL="2185934" indent="-128585" defTabSz="514337">
              <a:lnSpc>
                <a:spcPct val="90000"/>
              </a:lnSpc>
              <a:spcBef>
                <a:spcPts val="281"/>
              </a:spcBef>
              <a:buFont typeface="Arial" panose="020B0604020202020204" pitchFamily="34" charset="0"/>
              <a:buChar char="•"/>
              <a:defRPr sz="1000"/>
            </a:lvl9pPr>
          </a:lstStyle>
          <a:p>
            <a:pPr defTabSz="186300" fontAlgn="auto">
              <a:lnSpc>
                <a:spcPct val="100000"/>
              </a:lnSpc>
              <a:spcBef>
                <a:spcPts val="205"/>
              </a:spcBef>
              <a:spcAft>
                <a:spcPts val="0"/>
              </a:spcAft>
              <a:defRPr/>
            </a:pPr>
            <a:r>
              <a:rPr lang="pt-BR" sz="900" kern="0">
                <a:latin typeface="TIM Sans Light" panose="00000400000000000000" pitchFamily="50" charset="0"/>
                <a:ea typeface="ＭＳ Ｐゴシック" charset="0"/>
                <a:cs typeface="Arial"/>
              </a:rPr>
              <a:t>+ 2 </a:t>
            </a:r>
            <a:r>
              <a:rPr lang="pt-BR" sz="800" b="0" kern="0">
                <a:latin typeface="TIM Sans Light" panose="00000400000000000000" pitchFamily="50" charset="0"/>
                <a:ea typeface="ＭＳ Ｐゴシック" charset="0"/>
                <a:cs typeface="Arial"/>
              </a:rPr>
              <a:t>(inclusos)</a:t>
            </a:r>
            <a:endParaRPr lang="it-IT" sz="800" b="0" kern="0">
              <a:latin typeface="TIM Sans Light" panose="00000400000000000000" pitchFamily="50" charset="0"/>
              <a:ea typeface="ＭＳ Ｐゴシック" charset="0"/>
              <a:cs typeface="Arial"/>
            </a:endParaRPr>
          </a:p>
        </p:txBody>
      </p:sp>
      <p:sp>
        <p:nvSpPr>
          <p:cNvPr id="58" name="Rectangle 158">
            <a:extLst>
              <a:ext uri="{FF2B5EF4-FFF2-40B4-BE49-F238E27FC236}">
                <a16:creationId xmlns:a16="http://schemas.microsoft.com/office/drawing/2014/main" id="{B1956523-EA9C-46DE-B91C-50B857ECD2CF}"/>
              </a:ext>
            </a:extLst>
          </p:cNvPr>
          <p:cNvSpPr/>
          <p:nvPr userDrawn="1"/>
        </p:nvSpPr>
        <p:spPr>
          <a:xfrm>
            <a:off x="4941463" y="3746203"/>
            <a:ext cx="647572" cy="171989"/>
          </a:xfrm>
          <a:prstGeom prst="rect">
            <a:avLst/>
          </a:prstGeom>
        </p:spPr>
        <p:txBody>
          <a:bodyPr wrap="none" lIns="33119" tIns="16583" rIns="33119" bIns="16583">
            <a:spAutoFit/>
          </a:bodyPr>
          <a:lstStyle/>
          <a:p>
            <a:pPr algn="ctr" defTabSz="662356" fontAlgn="auto">
              <a:spcBef>
                <a:spcPts val="0"/>
              </a:spcBef>
              <a:spcAft>
                <a:spcPts val="0"/>
              </a:spcAft>
              <a:defRPr/>
            </a:pPr>
            <a:r>
              <a:rPr lang="pt-BR" sz="900" b="1" kern="0">
                <a:solidFill>
                  <a:srgbClr val="7030A0"/>
                </a:solidFill>
                <a:latin typeface="TIM Sans Light" panose="00000400000000000000" pitchFamily="50" charset="0"/>
                <a:ea typeface="ＭＳ Ｐゴシック"/>
                <a:cs typeface="Arial"/>
              </a:rPr>
              <a:t>+ 1 </a:t>
            </a:r>
            <a:r>
              <a:rPr lang="pt-BR" sz="800" kern="0">
                <a:solidFill>
                  <a:srgbClr val="7030A0"/>
                </a:solidFill>
                <a:latin typeface="TIM Sans Light" panose="00000400000000000000" pitchFamily="50" charset="0"/>
                <a:ea typeface="ＭＳ Ｐゴシック"/>
                <a:cs typeface="Arial"/>
              </a:rPr>
              <a:t>(incluso)</a:t>
            </a:r>
          </a:p>
        </p:txBody>
      </p:sp>
      <p:sp>
        <p:nvSpPr>
          <p:cNvPr id="59" name="Segnaposto contenuto 2">
            <a:extLst>
              <a:ext uri="{FF2B5EF4-FFF2-40B4-BE49-F238E27FC236}">
                <a16:creationId xmlns:a16="http://schemas.microsoft.com/office/drawing/2014/main" id="{680B87B2-BB75-425E-A55D-6D240C3D4745}"/>
              </a:ext>
            </a:extLst>
          </p:cNvPr>
          <p:cNvSpPr txBox="1">
            <a:spLocks/>
          </p:cNvSpPr>
          <p:nvPr userDrawn="1">
            <p:custDataLst>
              <p:tags r:id="rId14"/>
            </p:custDataLst>
          </p:nvPr>
        </p:nvSpPr>
        <p:spPr bwMode="auto">
          <a:xfrm>
            <a:off x="6298409" y="3660491"/>
            <a:ext cx="1875407" cy="324623"/>
          </a:xfrm>
          <a:prstGeom prst="rect">
            <a:avLst/>
          </a:prstGeom>
          <a:noFill/>
          <a:ln>
            <a:noFill/>
          </a:ln>
          <a:effectLst/>
        </p:spPr>
        <p:txBody>
          <a:bodyPr lIns="24872" tIns="12434" rIns="24872" bIns="12434" anchor="ctr"/>
          <a:lstStyle>
            <a:defPPr>
              <a:defRPr lang="pt-BR"/>
            </a:defPPr>
            <a:lvl1pPr indent="0" algn="ctr" defTabSz="514337">
              <a:lnSpc>
                <a:spcPct val="120000"/>
              </a:lnSpc>
              <a:spcBef>
                <a:spcPts val="563"/>
              </a:spcBef>
              <a:buFontTx/>
              <a:buNone/>
              <a:defRPr sz="1333" b="1">
                <a:solidFill>
                  <a:srgbClr val="004691"/>
                </a:solidFill>
                <a:latin typeface="TIM Sans" panose="00000500000000000000" pitchFamily="50" charset="0"/>
              </a:defRPr>
            </a:lvl1pPr>
            <a:lvl2pPr marL="257168" indent="0" defTabSz="514337">
              <a:lnSpc>
                <a:spcPct val="120000"/>
              </a:lnSpc>
              <a:spcBef>
                <a:spcPts val="281"/>
              </a:spcBef>
              <a:buFontTx/>
              <a:buNone/>
              <a:defRPr sz="1200">
                <a:solidFill>
                  <a:schemeClr val="accent5"/>
                </a:solidFill>
                <a:latin typeface="TIM Sans" panose="00000500000000000000" pitchFamily="50" charset="0"/>
              </a:defRPr>
            </a:lvl2pPr>
            <a:lvl3pPr marL="514337" indent="0" defTabSz="514337">
              <a:lnSpc>
                <a:spcPct val="120000"/>
              </a:lnSpc>
              <a:spcBef>
                <a:spcPts val="281"/>
              </a:spcBef>
              <a:buFontTx/>
              <a:buNone/>
              <a:defRPr sz="1100">
                <a:solidFill>
                  <a:schemeClr val="accent5"/>
                </a:solidFill>
                <a:latin typeface="TIM Sans" panose="00000500000000000000" pitchFamily="50" charset="0"/>
              </a:defRPr>
            </a:lvl3pPr>
            <a:lvl4pPr marL="900091" indent="-128585" defTabSz="514337">
              <a:lnSpc>
                <a:spcPct val="90000"/>
              </a:lnSpc>
              <a:spcBef>
                <a:spcPts val="281"/>
              </a:spcBef>
              <a:buFont typeface="Arial" panose="020B0604020202020204" pitchFamily="34" charset="0"/>
              <a:buChar char="•"/>
              <a:defRPr sz="1000"/>
            </a:lvl4pPr>
            <a:lvl5pPr marL="1157259" indent="-128585" defTabSz="514337">
              <a:lnSpc>
                <a:spcPct val="90000"/>
              </a:lnSpc>
              <a:spcBef>
                <a:spcPts val="281"/>
              </a:spcBef>
              <a:buFont typeface="Arial" panose="020B0604020202020204" pitchFamily="34" charset="0"/>
              <a:buChar char="•"/>
              <a:defRPr sz="1000"/>
            </a:lvl5pPr>
            <a:lvl6pPr marL="1414428" indent="-128585" defTabSz="514337">
              <a:lnSpc>
                <a:spcPct val="90000"/>
              </a:lnSpc>
              <a:spcBef>
                <a:spcPts val="281"/>
              </a:spcBef>
              <a:buFont typeface="Arial" panose="020B0604020202020204" pitchFamily="34" charset="0"/>
              <a:buChar char="•"/>
              <a:defRPr sz="1000"/>
            </a:lvl6pPr>
            <a:lvl7pPr marL="1671596" indent="-128585" defTabSz="514337">
              <a:lnSpc>
                <a:spcPct val="90000"/>
              </a:lnSpc>
              <a:spcBef>
                <a:spcPts val="281"/>
              </a:spcBef>
              <a:buFont typeface="Arial" panose="020B0604020202020204" pitchFamily="34" charset="0"/>
              <a:buChar char="•"/>
              <a:defRPr sz="1000"/>
            </a:lvl7pPr>
            <a:lvl8pPr marL="1928765" indent="-128585" defTabSz="514337">
              <a:lnSpc>
                <a:spcPct val="90000"/>
              </a:lnSpc>
              <a:spcBef>
                <a:spcPts val="281"/>
              </a:spcBef>
              <a:buFont typeface="Arial" panose="020B0604020202020204" pitchFamily="34" charset="0"/>
              <a:buChar char="•"/>
              <a:defRPr sz="1000"/>
            </a:lvl8pPr>
            <a:lvl9pPr marL="2185934" indent="-128585" defTabSz="514337">
              <a:lnSpc>
                <a:spcPct val="90000"/>
              </a:lnSpc>
              <a:spcBef>
                <a:spcPts val="281"/>
              </a:spcBef>
              <a:buFont typeface="Arial" panose="020B0604020202020204" pitchFamily="34" charset="0"/>
              <a:buChar char="•"/>
              <a:defRPr sz="1000"/>
            </a:lvl9pPr>
          </a:lstStyle>
          <a:p>
            <a:pPr defTabSz="186300" fontAlgn="auto">
              <a:spcBef>
                <a:spcPts val="205"/>
              </a:spcBef>
              <a:spcAft>
                <a:spcPts val="0"/>
              </a:spcAft>
              <a:defRPr/>
            </a:pPr>
            <a:r>
              <a:rPr lang="pt-BR" sz="900" b="0" kern="0">
                <a:solidFill>
                  <a:srgbClr val="FF0000"/>
                </a:solidFill>
                <a:latin typeface="TIM Sans Light" panose="00000400000000000000" pitchFamily="50" charset="0"/>
                <a:ea typeface="ＭＳ Ｐゴシック" charset="0"/>
                <a:cs typeface="Arial"/>
              </a:rPr>
              <a:t>R$ 39,99 por dependente</a:t>
            </a:r>
            <a:endParaRPr lang="it-IT" sz="900" b="0" kern="0">
              <a:solidFill>
                <a:srgbClr val="FF0000"/>
              </a:solidFill>
              <a:latin typeface="TIM Sans Light" panose="00000400000000000000" pitchFamily="50" charset="0"/>
              <a:ea typeface="ＭＳ Ｐゴシック" charset="0"/>
              <a:cs typeface="Arial"/>
            </a:endParaRPr>
          </a:p>
        </p:txBody>
      </p:sp>
      <p:sp>
        <p:nvSpPr>
          <p:cNvPr id="60" name="Rectangle 161">
            <a:extLst>
              <a:ext uri="{FF2B5EF4-FFF2-40B4-BE49-F238E27FC236}">
                <a16:creationId xmlns:a16="http://schemas.microsoft.com/office/drawing/2014/main" id="{1551D5C8-24CE-4DC4-AA15-3420E619BFB6}"/>
              </a:ext>
            </a:extLst>
          </p:cNvPr>
          <p:cNvSpPr/>
          <p:nvPr userDrawn="1"/>
        </p:nvSpPr>
        <p:spPr>
          <a:xfrm>
            <a:off x="8500308" y="3755616"/>
            <a:ext cx="1678576" cy="172034"/>
          </a:xfrm>
          <a:prstGeom prst="rect">
            <a:avLst/>
          </a:prstGeom>
        </p:spPr>
        <p:txBody>
          <a:bodyPr wrap="square" lIns="33119" tIns="16583" rIns="33119" bIns="16583" anchor="ctr">
            <a:spAutoFit/>
          </a:bodyPr>
          <a:lstStyle/>
          <a:p>
            <a:pPr algn="ctr" defTabSz="662356" fontAlgn="auto">
              <a:spcBef>
                <a:spcPts val="0"/>
              </a:spcBef>
              <a:spcAft>
                <a:spcPts val="0"/>
              </a:spcAft>
              <a:defRPr/>
            </a:pPr>
            <a:r>
              <a:rPr lang="pt-BR" sz="900" kern="0">
                <a:solidFill>
                  <a:srgbClr val="F39610"/>
                </a:solidFill>
                <a:latin typeface="TIM Sans Light" panose="00000400000000000000" pitchFamily="50" charset="0"/>
                <a:ea typeface="ＭＳ Ｐゴシック"/>
                <a:cs typeface="Arial"/>
              </a:rPr>
              <a:t>R$ 29,99 por dependente</a:t>
            </a:r>
          </a:p>
        </p:txBody>
      </p:sp>
      <p:pic>
        <p:nvPicPr>
          <p:cNvPr id="61" name="Picture 3">
            <a:extLst>
              <a:ext uri="{FF2B5EF4-FFF2-40B4-BE49-F238E27FC236}">
                <a16:creationId xmlns:a16="http://schemas.microsoft.com/office/drawing/2014/main" id="{34912D11-49FC-4C7F-BD08-19A5C42D967F}"/>
              </a:ext>
            </a:extLst>
          </p:cNvPr>
          <p:cNvPicPr>
            <a:picLocks noChangeAspect="1" noChangeArrowheads="1"/>
          </p:cNvPicPr>
          <p:nvPr userDrawn="1"/>
        </p:nvPicPr>
        <p:blipFill>
          <a:blip r:embed="rId40" cstate="print">
            <a:duotone>
              <a:srgbClr val="006EB8">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1825943" y="3669706"/>
            <a:ext cx="278838" cy="3081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2" name="Picture 7" descr="Resultado de imagem para tim banca virtual logo">
            <a:extLst>
              <a:ext uri="{FF2B5EF4-FFF2-40B4-BE49-F238E27FC236}">
                <a16:creationId xmlns:a16="http://schemas.microsoft.com/office/drawing/2014/main" id="{02EF113F-D18E-4F85-B6F5-6DD3168FDE27}"/>
              </a:ext>
            </a:extLst>
          </p:cNvPr>
          <p:cNvPicPr>
            <a:picLocks noChangeAspect="1" noChangeArrowheads="1"/>
          </p:cNvPicPr>
          <p:nvPr userDrawn="1"/>
        </p:nvPicPr>
        <p:blipFill rotWithShape="1">
          <a:blip r:embed="rId41" cstate="print">
            <a:extLst>
              <a:ext uri="{28A0092B-C50C-407E-A947-70E740481C1C}">
                <a14:useLocalDpi xmlns:a14="http://schemas.microsoft.com/office/drawing/2010/main" val="0"/>
              </a:ext>
            </a:extLst>
          </a:blip>
          <a:srcRect t="1" b="1321"/>
          <a:stretch/>
        </p:blipFill>
        <p:spPr bwMode="auto">
          <a:xfrm>
            <a:off x="2749030" y="2546534"/>
            <a:ext cx="247388" cy="269763"/>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3">
            <a:extLst>
              <a:ext uri="{FF2B5EF4-FFF2-40B4-BE49-F238E27FC236}">
                <a16:creationId xmlns:a16="http://schemas.microsoft.com/office/drawing/2014/main" id="{946C61E0-1A9C-4D8B-9C9B-26CA56E915F3}"/>
              </a:ext>
            </a:extLst>
          </p:cNvPr>
          <p:cNvPicPr>
            <a:picLocks noChangeAspect="1" noChangeArrowheads="1"/>
          </p:cNvPicPr>
          <p:nvPr userDrawn="1"/>
        </p:nvPicPr>
        <p:blipFill rotWithShape="1">
          <a:blip r:embed="rId42" cstate="print">
            <a:extLst>
              <a:ext uri="{28A0092B-C50C-407E-A947-70E740481C1C}">
                <a14:useLocalDpi xmlns:a14="http://schemas.microsoft.com/office/drawing/2010/main" val="0"/>
              </a:ext>
            </a:extLst>
          </a:blip>
          <a:srcRect l="31652" t="15642" r="31214" b="14661"/>
          <a:stretch/>
        </p:blipFill>
        <p:spPr bwMode="auto">
          <a:xfrm>
            <a:off x="3104936" y="2286905"/>
            <a:ext cx="217975" cy="2373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4" name="Picture 4" descr="C:\Users\F8064606\AppData\Local\Microsoft\Windows\Temporary Internet Files\Content.Outlook\7NXK3HZ9\TIM_RECADO_SMART.PNG">
            <a:extLst>
              <a:ext uri="{FF2B5EF4-FFF2-40B4-BE49-F238E27FC236}">
                <a16:creationId xmlns:a16="http://schemas.microsoft.com/office/drawing/2014/main" id="{E288D473-C5DA-4739-B372-956A6B96C2E4}"/>
              </a:ext>
            </a:extLst>
          </p:cNvPr>
          <p:cNvPicPr>
            <a:picLocks noChangeAspect="1" noChangeArrowheads="1"/>
          </p:cNvPicPr>
          <p:nvPr userDrawn="1"/>
        </p:nvPicPr>
        <p:blipFill>
          <a:blip r:embed="rId43" cstate="print">
            <a:extLst>
              <a:ext uri="{28A0092B-C50C-407E-A947-70E740481C1C}">
                <a14:useLocalDpi xmlns:a14="http://schemas.microsoft.com/office/drawing/2010/main" val="0"/>
              </a:ext>
            </a:extLst>
          </a:blip>
          <a:srcRect/>
          <a:stretch>
            <a:fillRect/>
          </a:stretch>
        </p:blipFill>
        <p:spPr bwMode="auto">
          <a:xfrm>
            <a:off x="3106364" y="2571725"/>
            <a:ext cx="215119" cy="237715"/>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4" descr="C:\Users\F8064606\AppData\Local\Microsoft\Windows\Temporary Internet Files\Content.Outlook\7NXK3HZ9\Icon_iOS_TIM_Vídeos_By_Looke.jpg">
            <a:extLst>
              <a:ext uri="{FF2B5EF4-FFF2-40B4-BE49-F238E27FC236}">
                <a16:creationId xmlns:a16="http://schemas.microsoft.com/office/drawing/2014/main" id="{823E5172-97C6-493D-ADB5-E40F80A69396}"/>
              </a:ext>
            </a:extLst>
          </p:cNvPr>
          <p:cNvPicPr>
            <a:picLocks noChangeAspect="1" noChangeArrowheads="1"/>
          </p:cNvPicPr>
          <p:nvPr userDrawn="1"/>
        </p:nvPicPr>
        <p:blipFill rotWithShape="1">
          <a:blip r:embed="rId44" cstate="print">
            <a:extLst>
              <a:ext uri="{28A0092B-C50C-407E-A947-70E740481C1C}">
                <a14:useLocalDpi xmlns:a14="http://schemas.microsoft.com/office/drawing/2010/main" val="0"/>
              </a:ext>
            </a:extLst>
          </a:blip>
          <a:srcRect l="17291" t="14849" r="16945" b="15286"/>
          <a:stretch/>
        </p:blipFill>
        <p:spPr bwMode="auto">
          <a:xfrm>
            <a:off x="3446989" y="2571779"/>
            <a:ext cx="213728" cy="237343"/>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3">
            <a:extLst>
              <a:ext uri="{FF2B5EF4-FFF2-40B4-BE49-F238E27FC236}">
                <a16:creationId xmlns:a16="http://schemas.microsoft.com/office/drawing/2014/main" id="{80E05FE2-9F02-414B-84D6-55B984672977}"/>
              </a:ext>
            </a:extLst>
          </p:cNvPr>
          <p:cNvPicPr>
            <a:picLocks noChangeAspect="1" noChangeArrowheads="1"/>
          </p:cNvPicPr>
          <p:nvPr userDrawn="1"/>
        </p:nvPicPr>
        <p:blipFill>
          <a:blip r:embed="rId45" cstate="print">
            <a:extLst>
              <a:ext uri="{28A0092B-C50C-407E-A947-70E740481C1C}">
                <a14:useLocalDpi xmlns:a14="http://schemas.microsoft.com/office/drawing/2010/main" val="0"/>
              </a:ext>
            </a:extLst>
          </a:blip>
          <a:srcRect/>
          <a:stretch>
            <a:fillRect/>
          </a:stretch>
        </p:blipFill>
        <p:spPr bwMode="auto">
          <a:xfrm>
            <a:off x="2762791" y="2286905"/>
            <a:ext cx="219877" cy="237343"/>
          </a:xfrm>
          <a:prstGeom prst="roundRect">
            <a:avLst>
              <a:gd name="adj" fmla="val 8594"/>
            </a:avLst>
          </a:prstGeom>
          <a:solidFill>
            <a:srgbClr val="FFFFFF">
              <a:shade val="85000"/>
            </a:srgbClr>
          </a:solidFill>
          <a:ln>
            <a:noFill/>
          </a:ln>
          <a:effectLst/>
          <a:extLst>
            <a:ext uri="{91240B29-F687-4F45-9708-019B960494DF}">
              <a14:hiddenLine xmlns:a14="http://schemas.microsoft.com/office/drawing/2010/main" w="9525">
                <a:solidFill>
                  <a:schemeClr val="tx1"/>
                </a:solidFill>
                <a:miter lim="800000"/>
                <a:headEnd/>
                <a:tailEnd/>
              </a14:hiddenLine>
            </a:ext>
          </a:extLst>
        </p:spPr>
      </p:pic>
      <p:pic>
        <p:nvPicPr>
          <p:cNvPr id="67" name="Picture 3">
            <a:extLst>
              <a:ext uri="{FF2B5EF4-FFF2-40B4-BE49-F238E27FC236}">
                <a16:creationId xmlns:a16="http://schemas.microsoft.com/office/drawing/2014/main" id="{3387EE29-5C53-4CF7-9407-4A229F37DBF4}"/>
              </a:ext>
            </a:extLst>
          </p:cNvPr>
          <p:cNvPicPr>
            <a:picLocks noChangeAspect="1" noChangeArrowheads="1"/>
          </p:cNvPicPr>
          <p:nvPr userDrawn="1"/>
        </p:nvPicPr>
        <p:blipFill rotWithShape="1">
          <a:blip r:embed="rId46" cstate="print">
            <a:extLst>
              <a:ext uri="{BEBA8EAE-BF5A-486C-A8C5-ECC9F3942E4B}">
                <a14:imgProps xmlns:a14="http://schemas.microsoft.com/office/drawing/2010/main">
                  <a14:imgLayer r:embed="rId47">
                    <a14:imgEffect>
                      <a14:backgroundRemoval t="0" b="100000" l="0" r="36156"/>
                    </a14:imgEffect>
                  </a14:imgLayer>
                </a14:imgProps>
              </a:ext>
              <a:ext uri="{28A0092B-C50C-407E-A947-70E740481C1C}">
                <a14:useLocalDpi xmlns:a14="http://schemas.microsoft.com/office/drawing/2010/main" val="0"/>
              </a:ext>
            </a:extLst>
          </a:blip>
          <a:srcRect r="63599"/>
          <a:stretch/>
        </p:blipFill>
        <p:spPr bwMode="auto">
          <a:xfrm>
            <a:off x="3439980" y="2286893"/>
            <a:ext cx="227773" cy="2373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8" name="Straight Connector 171">
            <a:extLst>
              <a:ext uri="{FF2B5EF4-FFF2-40B4-BE49-F238E27FC236}">
                <a16:creationId xmlns:a16="http://schemas.microsoft.com/office/drawing/2014/main" id="{164073E5-18CF-4F0A-8D19-75DCB33373C0}"/>
              </a:ext>
            </a:extLst>
          </p:cNvPr>
          <p:cNvCxnSpPr/>
          <p:nvPr userDrawn="1">
            <p:custDataLst>
              <p:tags r:id="rId15"/>
            </p:custDataLst>
          </p:nvPr>
        </p:nvCxnSpPr>
        <p:spPr>
          <a:xfrm>
            <a:off x="2347413" y="4109107"/>
            <a:ext cx="8158538" cy="0"/>
          </a:xfrm>
          <a:prstGeom prst="line">
            <a:avLst/>
          </a:prstGeom>
          <a:noFill/>
          <a:ln w="6350" cap="flat" cmpd="sng" algn="ctr">
            <a:solidFill>
              <a:srgbClr val="FFFFFF">
                <a:lumMod val="85000"/>
              </a:srgbClr>
            </a:solidFill>
            <a:prstDash val="solid"/>
            <a:miter lim="800000"/>
          </a:ln>
          <a:effectLst/>
        </p:spPr>
      </p:cxnSp>
      <p:pic>
        <p:nvPicPr>
          <p:cNvPr id="69" name="Picture 2">
            <a:extLst>
              <a:ext uri="{FF2B5EF4-FFF2-40B4-BE49-F238E27FC236}">
                <a16:creationId xmlns:a16="http://schemas.microsoft.com/office/drawing/2014/main" id="{058F0AAF-8BAE-4D46-8D47-4B79D5BA8671}"/>
              </a:ext>
            </a:extLst>
          </p:cNvPr>
          <p:cNvPicPr>
            <a:picLocks noChangeAspect="1" noChangeArrowheads="1"/>
          </p:cNvPicPr>
          <p:nvPr userDrawn="1"/>
        </p:nvPicPr>
        <p:blipFill>
          <a:blip r:embed="rId48" cstate="print">
            <a:extLst>
              <a:ext uri="{BEBA8EAE-BF5A-486C-A8C5-ECC9F3942E4B}">
                <a14:imgProps xmlns:a14="http://schemas.microsoft.com/office/drawing/2010/main">
                  <a14:imgLayer r:embed="rId49">
                    <a14:imgEffect>
                      <a14:backgroundRemoval t="0" b="100000" l="0" r="100000">
                        <a14:foregroundMark x1="64889" y1="31111" x2="34222" y2="73333"/>
                      </a14:backgroundRemoval>
                    </a14:imgEffect>
                    <a14:imgEffect>
                      <a14:sharpenSoften amount="50000"/>
                    </a14:imgEffect>
                    <a14:imgEffect>
                      <a14:saturation sat="200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808704" y="4170175"/>
            <a:ext cx="289094" cy="3194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0" name="Rectangle 174">
            <a:extLst>
              <a:ext uri="{FF2B5EF4-FFF2-40B4-BE49-F238E27FC236}">
                <a16:creationId xmlns:a16="http://schemas.microsoft.com/office/drawing/2014/main" id="{90F18A7F-888A-420B-BD61-79D61339EBC5}"/>
              </a:ext>
            </a:extLst>
          </p:cNvPr>
          <p:cNvSpPr/>
          <p:nvPr userDrawn="1"/>
        </p:nvSpPr>
        <p:spPr>
          <a:xfrm>
            <a:off x="2420362" y="4168116"/>
            <a:ext cx="1540431" cy="367757"/>
          </a:xfrm>
          <a:prstGeom prst="rect">
            <a:avLst/>
          </a:prstGeom>
        </p:spPr>
        <p:txBody>
          <a:bodyPr wrap="none" lIns="90391" tIns="45196" rIns="90391" bIns="45196">
            <a:spAutoFit/>
          </a:bodyPr>
          <a:lstStyle/>
          <a:p>
            <a:pPr algn="ctr" defTabSz="451539">
              <a:defRPr/>
            </a:pPr>
            <a:r>
              <a:rPr lang="pt-BR" sz="900" kern="0">
                <a:solidFill>
                  <a:srgbClr val="004691"/>
                </a:solidFill>
                <a:latin typeface="TIM Sans Light" panose="00000400000000000000" pitchFamily="2" charset="0"/>
                <a:ea typeface="+mn-ea"/>
                <a:sym typeface="Helvetica Light"/>
              </a:rPr>
              <a:t>7 dias WhatsApp por mês</a:t>
            </a:r>
          </a:p>
          <a:p>
            <a:pPr algn="ctr" defTabSz="451539">
              <a:defRPr/>
            </a:pPr>
            <a:r>
              <a:rPr lang="pt-BR" sz="900" kern="0">
                <a:solidFill>
                  <a:srgbClr val="004691"/>
                </a:solidFill>
                <a:latin typeface="TIM Sans Light" panose="00000400000000000000" pitchFamily="2" charset="0"/>
                <a:ea typeface="+mn-ea"/>
                <a:sym typeface="Helvetica Light"/>
              </a:rPr>
              <a:t>30 min por mês</a:t>
            </a:r>
            <a:endParaRPr lang="en-US" sz="900" kern="0">
              <a:solidFill>
                <a:srgbClr val="004691"/>
              </a:solidFill>
              <a:latin typeface="TIM Sans Light" panose="00000400000000000000" pitchFamily="2" charset="0"/>
              <a:ea typeface="+mn-ea"/>
              <a:sym typeface="Helvetica Light"/>
            </a:endParaRPr>
          </a:p>
        </p:txBody>
      </p:sp>
      <p:sp>
        <p:nvSpPr>
          <p:cNvPr id="71" name="Rectangle 174">
            <a:extLst>
              <a:ext uri="{FF2B5EF4-FFF2-40B4-BE49-F238E27FC236}">
                <a16:creationId xmlns:a16="http://schemas.microsoft.com/office/drawing/2014/main" id="{788883B2-9CA0-465C-9CA8-E07C262617AA}"/>
              </a:ext>
            </a:extLst>
          </p:cNvPr>
          <p:cNvSpPr/>
          <p:nvPr userDrawn="1"/>
        </p:nvSpPr>
        <p:spPr>
          <a:xfrm>
            <a:off x="4499956" y="4168116"/>
            <a:ext cx="1530560" cy="367757"/>
          </a:xfrm>
          <a:prstGeom prst="rect">
            <a:avLst/>
          </a:prstGeom>
        </p:spPr>
        <p:txBody>
          <a:bodyPr wrap="none" lIns="90391" tIns="45196" rIns="90391" bIns="45196">
            <a:spAutoFit/>
          </a:bodyPr>
          <a:lstStyle/>
          <a:p>
            <a:pPr algn="ctr" defTabSz="451539">
              <a:defRPr/>
            </a:pPr>
            <a:r>
              <a:rPr lang="pt-BR" sz="900" kern="0">
                <a:solidFill>
                  <a:srgbClr val="7030A0"/>
                </a:solidFill>
                <a:latin typeface="TIM Sans Light" panose="00000400000000000000" pitchFamily="50" charset="0"/>
                <a:ea typeface="ＭＳ Ｐゴシック"/>
                <a:cs typeface="Arial"/>
                <a:sym typeface="Helvetica Light"/>
              </a:rPr>
              <a:t>7 dias de internet por ano</a:t>
            </a:r>
          </a:p>
          <a:p>
            <a:pPr algn="ctr" defTabSz="451539">
              <a:defRPr/>
            </a:pPr>
            <a:r>
              <a:rPr lang="pt-BR" sz="900" kern="0">
                <a:solidFill>
                  <a:srgbClr val="7030A0"/>
                </a:solidFill>
                <a:latin typeface="TIM Sans Light" panose="00000400000000000000" pitchFamily="50" charset="0"/>
                <a:ea typeface="ＭＳ Ｐゴシック"/>
                <a:cs typeface="Arial"/>
                <a:sym typeface="Helvetica Light"/>
              </a:rPr>
              <a:t>100 min por mês</a:t>
            </a:r>
            <a:endParaRPr lang="en-US" sz="900" kern="0">
              <a:solidFill>
                <a:srgbClr val="7030A0"/>
              </a:solidFill>
              <a:latin typeface="TIM Sans Light" panose="00000400000000000000" pitchFamily="50" charset="0"/>
              <a:ea typeface="ＭＳ Ｐゴシック"/>
              <a:cs typeface="Arial"/>
              <a:sym typeface="Helvetica Light"/>
            </a:endParaRPr>
          </a:p>
        </p:txBody>
      </p:sp>
      <p:sp>
        <p:nvSpPr>
          <p:cNvPr id="72" name="Rectangle 174">
            <a:extLst>
              <a:ext uri="{FF2B5EF4-FFF2-40B4-BE49-F238E27FC236}">
                <a16:creationId xmlns:a16="http://schemas.microsoft.com/office/drawing/2014/main" id="{E47DD9E3-14BB-43F5-8D94-1E971DE443A7}"/>
              </a:ext>
            </a:extLst>
          </p:cNvPr>
          <p:cNvSpPr/>
          <p:nvPr userDrawn="1"/>
        </p:nvSpPr>
        <p:spPr>
          <a:xfrm>
            <a:off x="6541180" y="4100458"/>
            <a:ext cx="1389895" cy="506610"/>
          </a:xfrm>
          <a:prstGeom prst="rect">
            <a:avLst/>
          </a:prstGeom>
        </p:spPr>
        <p:txBody>
          <a:bodyPr wrap="none" lIns="90391" tIns="45196" rIns="90391" bIns="45196">
            <a:spAutoFit/>
          </a:bodyPr>
          <a:lstStyle/>
          <a:p>
            <a:pPr algn="ctr" defTabSz="451539">
              <a:defRPr/>
            </a:pPr>
            <a:r>
              <a:rPr lang="pt-BR" sz="900" kern="0">
                <a:solidFill>
                  <a:srgbClr val="FF0000"/>
                </a:solidFill>
                <a:latin typeface="TIM Sans Light" panose="00000400000000000000" pitchFamily="2" charset="0"/>
                <a:ea typeface="ＭＳ Ｐゴシック"/>
                <a:cs typeface="Arial"/>
                <a:sym typeface="Helvetica Light"/>
              </a:rPr>
              <a:t>Passaporte Américas:</a:t>
            </a:r>
          </a:p>
          <a:p>
            <a:pPr algn="ctr" defTabSz="451539">
              <a:defRPr/>
            </a:pPr>
            <a:r>
              <a:rPr lang="pt-BR" sz="900" kern="0">
                <a:solidFill>
                  <a:srgbClr val="FF0000"/>
                </a:solidFill>
                <a:latin typeface="TIM Sans Light" panose="00000400000000000000" pitchFamily="2" charset="0"/>
                <a:ea typeface="ＭＳ Ｐゴシック"/>
                <a:cs typeface="Arial"/>
                <a:sym typeface="Helvetica Light"/>
              </a:rPr>
              <a:t>Mesmo pacote do core</a:t>
            </a:r>
          </a:p>
          <a:p>
            <a:pPr algn="ctr" defTabSz="451539">
              <a:defRPr/>
            </a:pPr>
            <a:r>
              <a:rPr lang="pt-BR" sz="900" kern="0">
                <a:solidFill>
                  <a:srgbClr val="FF0000"/>
                </a:solidFill>
                <a:latin typeface="TIM Sans Light" panose="00000400000000000000" pitchFamily="2" charset="0"/>
                <a:ea typeface="ＭＳ Ｐゴシック"/>
                <a:cs typeface="Arial"/>
                <a:sym typeface="Helvetica Light"/>
              </a:rPr>
              <a:t>Ligações ilimitadas</a:t>
            </a:r>
            <a:endParaRPr lang="en-US" sz="900" kern="0">
              <a:solidFill>
                <a:srgbClr val="FF0000"/>
              </a:solidFill>
              <a:latin typeface="TIM Sans Light" panose="00000400000000000000" pitchFamily="2" charset="0"/>
              <a:ea typeface="ＭＳ Ｐゴシック"/>
              <a:cs typeface="Arial"/>
              <a:sym typeface="Helvetica Light"/>
            </a:endParaRPr>
          </a:p>
        </p:txBody>
      </p:sp>
      <p:sp>
        <p:nvSpPr>
          <p:cNvPr id="73" name="Rectangle 174">
            <a:extLst>
              <a:ext uri="{FF2B5EF4-FFF2-40B4-BE49-F238E27FC236}">
                <a16:creationId xmlns:a16="http://schemas.microsoft.com/office/drawing/2014/main" id="{5A7FDE87-B067-442A-ACC5-4CD2F8E58925}"/>
              </a:ext>
            </a:extLst>
          </p:cNvPr>
          <p:cNvSpPr/>
          <p:nvPr userDrawn="1"/>
        </p:nvSpPr>
        <p:spPr>
          <a:xfrm>
            <a:off x="9225159" y="4180432"/>
            <a:ext cx="228874" cy="254927"/>
          </a:xfrm>
          <a:prstGeom prst="rect">
            <a:avLst/>
          </a:prstGeom>
          <a:noFill/>
          <a:ln>
            <a:noFill/>
          </a:ln>
          <a:effectLst/>
        </p:spPr>
        <p:txBody>
          <a:bodyPr lIns="24872" tIns="12434" rIns="24872" bIns="12434" anchor="ctr" anchorCtr="0"/>
          <a:lstStyle/>
          <a:p>
            <a:pPr algn="ctr" defTabSz="186300" fontAlgn="auto">
              <a:spcBef>
                <a:spcPts val="0"/>
              </a:spcBef>
              <a:spcAft>
                <a:spcPts val="0"/>
              </a:spcAft>
            </a:pPr>
            <a:r>
              <a:rPr lang="pt-BR" sz="1100" b="1" kern="0">
                <a:solidFill>
                  <a:srgbClr val="F39610"/>
                </a:solidFill>
                <a:latin typeface="TIM Sans Light" panose="00000400000000000000" pitchFamily="50" charset="0"/>
                <a:ea typeface="ＭＳ Ｐゴシック"/>
                <a:cs typeface="Arial"/>
                <a:sym typeface="Helvetica Light"/>
              </a:rPr>
              <a:t>-</a:t>
            </a:r>
            <a:endParaRPr lang="en-US" sz="1100" b="1" kern="0">
              <a:solidFill>
                <a:srgbClr val="F39610"/>
              </a:solidFill>
              <a:latin typeface="TIM Sans Light" panose="00000400000000000000" pitchFamily="50" charset="0"/>
              <a:ea typeface="ＭＳ Ｐゴシック"/>
              <a:cs typeface="Arial"/>
              <a:sym typeface="Helvetica Light"/>
            </a:endParaRPr>
          </a:p>
        </p:txBody>
      </p:sp>
      <p:pic>
        <p:nvPicPr>
          <p:cNvPr id="74" name="Picture 2">
            <a:extLst>
              <a:ext uri="{FF2B5EF4-FFF2-40B4-BE49-F238E27FC236}">
                <a16:creationId xmlns:a16="http://schemas.microsoft.com/office/drawing/2014/main" id="{DDA2C3E3-6494-4A84-AC21-A63E71FACB6E}"/>
              </a:ext>
            </a:extLst>
          </p:cNvPr>
          <p:cNvPicPr>
            <a:picLocks noChangeAspect="1" noChangeArrowheads="1"/>
          </p:cNvPicPr>
          <p:nvPr userDrawn="1"/>
        </p:nvPicPr>
        <p:blipFill>
          <a:blip r:embed="rId5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797738" y="4589877"/>
            <a:ext cx="318202" cy="3516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5" name="Rectangle 77">
            <a:extLst>
              <a:ext uri="{FF2B5EF4-FFF2-40B4-BE49-F238E27FC236}">
                <a16:creationId xmlns:a16="http://schemas.microsoft.com/office/drawing/2014/main" id="{A464AFA0-C6B2-47EA-BD6C-E31222F5FBDC}"/>
              </a:ext>
            </a:extLst>
          </p:cNvPr>
          <p:cNvSpPr/>
          <p:nvPr userDrawn="1"/>
        </p:nvSpPr>
        <p:spPr>
          <a:xfrm>
            <a:off x="2971060" y="3023373"/>
            <a:ext cx="448826" cy="218173"/>
          </a:xfrm>
          <a:prstGeom prst="rect">
            <a:avLst/>
          </a:prstGeom>
        </p:spPr>
        <p:txBody>
          <a:bodyPr wrap="none" lIns="33119" tIns="16583" rIns="33119" bIns="16583" anchor="ctr">
            <a:spAutoFit/>
          </a:bodyPr>
          <a:lstStyle/>
          <a:p>
            <a:pPr defTabSz="662356" fontAlgn="auto">
              <a:spcBef>
                <a:spcPts val="0"/>
              </a:spcBef>
              <a:spcAft>
                <a:spcPts val="0"/>
              </a:spcAft>
              <a:defRPr/>
            </a:pPr>
            <a:r>
              <a:rPr lang="pt-BR" sz="1200" b="1" kern="0">
                <a:solidFill>
                  <a:srgbClr val="004698"/>
                </a:solidFill>
                <a:latin typeface="TIM Sans Light" panose="00000400000000000000" pitchFamily="50" charset="0"/>
                <a:ea typeface="ＭＳ Ｐゴシック"/>
                <a:cs typeface="Arial"/>
              </a:rPr>
              <a:t>60GB</a:t>
            </a:r>
            <a:endParaRPr lang="pt-BR" sz="1200" kern="0">
              <a:solidFill>
                <a:srgbClr val="004698"/>
              </a:solidFill>
              <a:latin typeface="TIM Sans Light" panose="00000400000000000000" pitchFamily="50" charset="0"/>
              <a:ea typeface="ＭＳ Ｐゴシック"/>
              <a:cs typeface="Arial"/>
            </a:endParaRPr>
          </a:p>
        </p:txBody>
      </p:sp>
      <p:sp>
        <p:nvSpPr>
          <p:cNvPr id="76" name="Rectangle 85">
            <a:extLst>
              <a:ext uri="{FF2B5EF4-FFF2-40B4-BE49-F238E27FC236}">
                <a16:creationId xmlns:a16="http://schemas.microsoft.com/office/drawing/2014/main" id="{E698FC41-C403-4572-A4E3-0C1742A7FFC0}"/>
              </a:ext>
            </a:extLst>
          </p:cNvPr>
          <p:cNvSpPr/>
          <p:nvPr userDrawn="1"/>
        </p:nvSpPr>
        <p:spPr>
          <a:xfrm>
            <a:off x="6750297" y="3023373"/>
            <a:ext cx="995446" cy="218173"/>
          </a:xfrm>
          <a:prstGeom prst="rect">
            <a:avLst/>
          </a:prstGeom>
        </p:spPr>
        <p:txBody>
          <a:bodyPr wrap="none" lIns="33119" tIns="16583" rIns="33119" bIns="16583" anchor="ctr">
            <a:spAutoFit/>
          </a:bodyPr>
          <a:lstStyle/>
          <a:p>
            <a:pPr defTabSz="662356" fontAlgn="auto">
              <a:spcBef>
                <a:spcPts val="0"/>
              </a:spcBef>
              <a:spcAft>
                <a:spcPts val="0"/>
              </a:spcAft>
              <a:defRPr/>
            </a:pPr>
            <a:r>
              <a:rPr lang="pt-BR" sz="1200" b="1" kern="0">
                <a:solidFill>
                  <a:srgbClr val="FF0000"/>
                </a:solidFill>
                <a:latin typeface="TIM Sans Light" panose="00000400000000000000" pitchFamily="50" charset="0"/>
                <a:ea typeface="ＭＳ Ｐゴシック"/>
                <a:cs typeface="Arial"/>
              </a:rPr>
              <a:t>30GB + 30GB</a:t>
            </a:r>
            <a:endParaRPr lang="pt-BR" sz="1200" kern="0">
              <a:solidFill>
                <a:srgbClr val="FF0000"/>
              </a:solidFill>
              <a:latin typeface="TIM Sans Light" panose="00000400000000000000" pitchFamily="50" charset="0"/>
              <a:ea typeface="ＭＳ Ｐゴシック"/>
              <a:cs typeface="Arial"/>
            </a:endParaRPr>
          </a:p>
        </p:txBody>
      </p:sp>
      <p:pic>
        <p:nvPicPr>
          <p:cNvPr id="77" name="Picture 96">
            <a:extLst>
              <a:ext uri="{FF2B5EF4-FFF2-40B4-BE49-F238E27FC236}">
                <a16:creationId xmlns:a16="http://schemas.microsoft.com/office/drawing/2014/main" id="{19E4E999-DE5D-41F7-8FD7-AF6D836B2DA1}"/>
              </a:ext>
            </a:extLst>
          </p:cNvPr>
          <p:cNvPicPr>
            <a:picLocks noChangeAspect="1"/>
          </p:cNvPicPr>
          <p:nvPr userDrawn="1"/>
        </p:nvPicPr>
        <p:blipFill rotWithShape="1">
          <a:blip r:embed="rId28" cstate="print">
            <a:extLst>
              <a:ext uri="{28A0092B-C50C-407E-A947-70E740481C1C}">
                <a14:useLocalDpi xmlns:a14="http://schemas.microsoft.com/office/drawing/2010/main" val="0"/>
              </a:ext>
            </a:extLst>
          </a:blip>
          <a:srcRect l="421" r="8196"/>
          <a:stretch/>
        </p:blipFill>
        <p:spPr>
          <a:xfrm>
            <a:off x="6762297" y="3335664"/>
            <a:ext cx="170041" cy="206702"/>
          </a:xfrm>
          <a:prstGeom prst="rect">
            <a:avLst/>
          </a:prstGeom>
        </p:spPr>
      </p:pic>
      <p:pic>
        <p:nvPicPr>
          <p:cNvPr id="78" name="Picture 109">
            <a:extLst>
              <a:ext uri="{FF2B5EF4-FFF2-40B4-BE49-F238E27FC236}">
                <a16:creationId xmlns:a16="http://schemas.microsoft.com/office/drawing/2014/main" id="{964FBC2F-3CF8-4533-A230-5C6C20BF822F}"/>
              </a:ext>
            </a:extLst>
          </p:cNvPr>
          <p:cNvPicPr>
            <a:picLocks noChangeAspect="1"/>
          </p:cNvPicPr>
          <p:nvPr userDrawn="1"/>
        </p:nvPicPr>
        <p:blipFill>
          <a:blip r:embed="rId30" cstate="print">
            <a:extLst>
              <a:ext uri="{28A0092B-C50C-407E-A947-70E740481C1C}">
                <a14:useLocalDpi xmlns:a14="http://schemas.microsoft.com/office/drawing/2010/main" val="0"/>
              </a:ext>
            </a:extLst>
          </a:blip>
          <a:stretch>
            <a:fillRect/>
          </a:stretch>
        </p:blipFill>
        <p:spPr>
          <a:xfrm>
            <a:off x="6565430" y="3368712"/>
            <a:ext cx="141429" cy="153928"/>
          </a:xfrm>
          <a:prstGeom prst="rect">
            <a:avLst/>
          </a:prstGeom>
        </p:spPr>
      </p:pic>
      <p:pic>
        <p:nvPicPr>
          <p:cNvPr id="79" name="Picture 110">
            <a:extLst>
              <a:ext uri="{FF2B5EF4-FFF2-40B4-BE49-F238E27FC236}">
                <a16:creationId xmlns:a16="http://schemas.microsoft.com/office/drawing/2014/main" id="{C977F37D-D561-440E-9778-ADF3311FCE65}"/>
              </a:ext>
            </a:extLst>
          </p:cNvPr>
          <p:cNvPicPr>
            <a:picLocks noChangeAspect="1"/>
          </p:cNvPicPr>
          <p:nvPr userDrawn="1"/>
        </p:nvPicPr>
        <p:blipFill>
          <a:blip r:embed="rId31" cstate="print">
            <a:extLst>
              <a:ext uri="{28A0092B-C50C-407E-A947-70E740481C1C}">
                <a14:useLocalDpi xmlns:a14="http://schemas.microsoft.com/office/drawing/2010/main" val="0"/>
              </a:ext>
            </a:extLst>
          </a:blip>
          <a:stretch>
            <a:fillRect/>
          </a:stretch>
        </p:blipFill>
        <p:spPr>
          <a:xfrm>
            <a:off x="7171276" y="3391818"/>
            <a:ext cx="136453" cy="120792"/>
          </a:xfrm>
          <a:prstGeom prst="rect">
            <a:avLst/>
          </a:prstGeom>
        </p:spPr>
      </p:pic>
      <p:pic>
        <p:nvPicPr>
          <p:cNvPr id="80" name="Picture 111">
            <a:extLst>
              <a:ext uri="{FF2B5EF4-FFF2-40B4-BE49-F238E27FC236}">
                <a16:creationId xmlns:a16="http://schemas.microsoft.com/office/drawing/2014/main" id="{2A765981-5AC1-4359-9BA4-E60BFC63CE35}"/>
              </a:ext>
            </a:extLst>
          </p:cNvPr>
          <p:cNvPicPr>
            <a:picLocks noChangeAspect="1"/>
          </p:cNvPicPr>
          <p:nvPr userDrawn="1"/>
        </p:nvPicPr>
        <p:blipFill>
          <a:blip r:embed="rId32" cstate="print">
            <a:extLst>
              <a:ext uri="{28A0092B-C50C-407E-A947-70E740481C1C}">
                <a14:useLocalDpi xmlns:a14="http://schemas.microsoft.com/office/drawing/2010/main" val="0"/>
              </a:ext>
            </a:extLst>
          </a:blip>
          <a:stretch>
            <a:fillRect/>
          </a:stretch>
        </p:blipFill>
        <p:spPr>
          <a:xfrm>
            <a:off x="6978902" y="3368712"/>
            <a:ext cx="141431" cy="153928"/>
          </a:xfrm>
          <a:prstGeom prst="rect">
            <a:avLst/>
          </a:prstGeom>
        </p:spPr>
      </p:pic>
      <p:pic>
        <p:nvPicPr>
          <p:cNvPr id="81" name="Picture 123">
            <a:extLst>
              <a:ext uri="{FF2B5EF4-FFF2-40B4-BE49-F238E27FC236}">
                <a16:creationId xmlns:a16="http://schemas.microsoft.com/office/drawing/2014/main" id="{22133EAD-B861-4B25-BD39-0B84EF42F75A}"/>
              </a:ext>
            </a:extLst>
          </p:cNvPr>
          <p:cNvPicPr>
            <a:picLocks noChangeAspect="1"/>
          </p:cNvPicPr>
          <p:nvPr userDrawn="1"/>
        </p:nvPicPr>
        <p:blipFill>
          <a:blip r:embed="rId51" cstate="print">
            <a:extLst>
              <a:ext uri="{28A0092B-C50C-407E-A947-70E740481C1C}">
                <a14:useLocalDpi xmlns:a14="http://schemas.microsoft.com/office/drawing/2010/main" val="0"/>
              </a:ext>
            </a:extLst>
          </a:blip>
          <a:stretch>
            <a:fillRect/>
          </a:stretch>
        </p:blipFill>
        <p:spPr>
          <a:xfrm>
            <a:off x="7352683" y="3368068"/>
            <a:ext cx="144221" cy="159370"/>
          </a:xfrm>
          <a:prstGeom prst="rect">
            <a:avLst/>
          </a:prstGeom>
        </p:spPr>
      </p:pic>
      <p:pic>
        <p:nvPicPr>
          <p:cNvPr id="82" name="Picture 124">
            <a:extLst>
              <a:ext uri="{FF2B5EF4-FFF2-40B4-BE49-F238E27FC236}">
                <a16:creationId xmlns:a16="http://schemas.microsoft.com/office/drawing/2014/main" id="{E7C4EB0E-2DF2-46E5-BF3A-F860EE5A5D15}"/>
              </a:ext>
            </a:extLst>
          </p:cNvPr>
          <p:cNvPicPr>
            <a:picLocks noChangeAspect="1"/>
          </p:cNvPicPr>
          <p:nvPr userDrawn="1"/>
        </p:nvPicPr>
        <p:blipFill rotWithShape="1">
          <a:blip r:embed="rId34" cstate="print">
            <a:extLst>
              <a:ext uri="{28A0092B-C50C-407E-A947-70E740481C1C}">
                <a14:useLocalDpi xmlns:a14="http://schemas.microsoft.com/office/drawing/2010/main" val="0"/>
              </a:ext>
            </a:extLst>
          </a:blip>
          <a:srcRect b="21550"/>
          <a:stretch/>
        </p:blipFill>
        <p:spPr>
          <a:xfrm>
            <a:off x="7704434" y="3355101"/>
            <a:ext cx="214588" cy="189327"/>
          </a:xfrm>
          <a:prstGeom prst="rect">
            <a:avLst/>
          </a:prstGeom>
        </p:spPr>
      </p:pic>
      <p:pic>
        <p:nvPicPr>
          <p:cNvPr id="83" name="Picture 125">
            <a:extLst>
              <a:ext uri="{FF2B5EF4-FFF2-40B4-BE49-F238E27FC236}">
                <a16:creationId xmlns:a16="http://schemas.microsoft.com/office/drawing/2014/main" id="{3B506D1F-3CEB-42DE-B4D9-5CFFD612AEE7}"/>
              </a:ext>
            </a:extLst>
          </p:cNvPr>
          <p:cNvPicPr>
            <a:picLocks noChangeAspect="1"/>
          </p:cNvPicPr>
          <p:nvPr userDrawn="1"/>
        </p:nvPicPr>
        <p:blipFill>
          <a:blip r:embed="rId35" cstate="print">
            <a:extLst>
              <a:ext uri="{28A0092B-C50C-407E-A947-70E740481C1C}">
                <a14:useLocalDpi xmlns:a14="http://schemas.microsoft.com/office/drawing/2010/main" val="0"/>
              </a:ext>
            </a:extLst>
          </a:blip>
          <a:stretch>
            <a:fillRect/>
          </a:stretch>
        </p:blipFill>
        <p:spPr>
          <a:xfrm>
            <a:off x="7537574" y="3359601"/>
            <a:ext cx="165654" cy="183053"/>
          </a:xfrm>
          <a:prstGeom prst="rect">
            <a:avLst/>
          </a:prstGeom>
        </p:spPr>
      </p:pic>
      <p:pic>
        <p:nvPicPr>
          <p:cNvPr id="84" name="Picture 126">
            <a:extLst>
              <a:ext uri="{FF2B5EF4-FFF2-40B4-BE49-F238E27FC236}">
                <a16:creationId xmlns:a16="http://schemas.microsoft.com/office/drawing/2014/main" id="{95DD1072-21CA-4366-939C-605B0CE94B12}"/>
              </a:ext>
            </a:extLst>
          </p:cNvPr>
          <p:cNvPicPr>
            <a:picLocks noChangeAspect="1"/>
          </p:cNvPicPr>
          <p:nvPr userDrawn="1"/>
        </p:nvPicPr>
        <p:blipFill rotWithShape="1">
          <a:blip r:embed="rId28" cstate="print">
            <a:extLst>
              <a:ext uri="{28A0092B-C50C-407E-A947-70E740481C1C}">
                <a14:useLocalDpi xmlns:a14="http://schemas.microsoft.com/office/drawing/2010/main" val="0"/>
              </a:ext>
            </a:extLst>
          </a:blip>
          <a:srcRect l="421" r="8196"/>
          <a:stretch/>
        </p:blipFill>
        <p:spPr>
          <a:xfrm>
            <a:off x="8972021" y="3335664"/>
            <a:ext cx="170041" cy="206702"/>
          </a:xfrm>
          <a:prstGeom prst="rect">
            <a:avLst/>
          </a:prstGeom>
        </p:spPr>
      </p:pic>
      <p:pic>
        <p:nvPicPr>
          <p:cNvPr id="85" name="Picture 127">
            <a:extLst>
              <a:ext uri="{FF2B5EF4-FFF2-40B4-BE49-F238E27FC236}">
                <a16:creationId xmlns:a16="http://schemas.microsoft.com/office/drawing/2014/main" id="{1BFD9514-9D5A-4151-A828-2732281BF913}"/>
              </a:ext>
            </a:extLst>
          </p:cNvPr>
          <p:cNvPicPr>
            <a:picLocks noChangeAspect="1"/>
          </p:cNvPicPr>
          <p:nvPr userDrawn="1"/>
        </p:nvPicPr>
        <p:blipFill>
          <a:blip r:embed="rId30" cstate="print">
            <a:extLst>
              <a:ext uri="{28A0092B-C50C-407E-A947-70E740481C1C}">
                <a14:useLocalDpi xmlns:a14="http://schemas.microsoft.com/office/drawing/2010/main" val="0"/>
              </a:ext>
            </a:extLst>
          </a:blip>
          <a:stretch>
            <a:fillRect/>
          </a:stretch>
        </p:blipFill>
        <p:spPr>
          <a:xfrm>
            <a:off x="8775143" y="3368712"/>
            <a:ext cx="141429" cy="153928"/>
          </a:xfrm>
          <a:prstGeom prst="rect">
            <a:avLst/>
          </a:prstGeom>
        </p:spPr>
      </p:pic>
      <p:pic>
        <p:nvPicPr>
          <p:cNvPr id="86" name="Picture 128">
            <a:extLst>
              <a:ext uri="{FF2B5EF4-FFF2-40B4-BE49-F238E27FC236}">
                <a16:creationId xmlns:a16="http://schemas.microsoft.com/office/drawing/2014/main" id="{361AD51E-96ED-4171-95DE-C95078913E26}"/>
              </a:ext>
            </a:extLst>
          </p:cNvPr>
          <p:cNvPicPr>
            <a:picLocks noChangeAspect="1"/>
          </p:cNvPicPr>
          <p:nvPr userDrawn="1"/>
        </p:nvPicPr>
        <p:blipFill>
          <a:blip r:embed="rId32" cstate="print">
            <a:extLst>
              <a:ext uri="{28A0092B-C50C-407E-A947-70E740481C1C}">
                <a14:useLocalDpi xmlns:a14="http://schemas.microsoft.com/office/drawing/2010/main" val="0"/>
              </a:ext>
            </a:extLst>
          </a:blip>
          <a:stretch>
            <a:fillRect/>
          </a:stretch>
        </p:blipFill>
        <p:spPr>
          <a:xfrm>
            <a:off x="9197081" y="3359209"/>
            <a:ext cx="141431" cy="153928"/>
          </a:xfrm>
          <a:prstGeom prst="rect">
            <a:avLst/>
          </a:prstGeom>
        </p:spPr>
      </p:pic>
      <p:sp>
        <p:nvSpPr>
          <p:cNvPr id="87" name="Rectangle 4">
            <a:extLst>
              <a:ext uri="{FF2B5EF4-FFF2-40B4-BE49-F238E27FC236}">
                <a16:creationId xmlns:a16="http://schemas.microsoft.com/office/drawing/2014/main" id="{A952F396-9D13-4338-99D4-22A15DC9B7F1}"/>
              </a:ext>
            </a:extLst>
          </p:cNvPr>
          <p:cNvSpPr/>
          <p:nvPr userDrawn="1"/>
        </p:nvSpPr>
        <p:spPr>
          <a:xfrm>
            <a:off x="5223379" y="3172753"/>
            <a:ext cx="797958" cy="178086"/>
          </a:xfrm>
          <a:prstGeom prst="rect">
            <a:avLst/>
          </a:prstGeom>
        </p:spPr>
        <p:txBody>
          <a:bodyPr wrap="none" lIns="69681" tIns="34841" rIns="69681" bIns="34841">
            <a:spAutoFit/>
          </a:bodyPr>
          <a:lstStyle/>
          <a:p>
            <a:pPr algn="ctr" defTabSz="662356" fontAlgn="auto">
              <a:spcBef>
                <a:spcPts val="0"/>
              </a:spcBef>
              <a:spcAft>
                <a:spcPts val="0"/>
              </a:spcAft>
              <a:defRPr/>
            </a:pPr>
            <a:r>
              <a:rPr lang="pt-BR" sz="700" kern="0">
                <a:solidFill>
                  <a:srgbClr val="7030A0"/>
                </a:solidFill>
                <a:latin typeface="TIM Sans Light" panose="00000400000000000000" pitchFamily="50" charset="0"/>
                <a:ea typeface="ＭＳ Ｐゴシック"/>
                <a:cs typeface="Arial"/>
              </a:rPr>
              <a:t>(Vídeo e Música)</a:t>
            </a:r>
          </a:p>
        </p:txBody>
      </p:sp>
      <p:sp>
        <p:nvSpPr>
          <p:cNvPr id="88" name="Rectangle 141">
            <a:extLst>
              <a:ext uri="{FF2B5EF4-FFF2-40B4-BE49-F238E27FC236}">
                <a16:creationId xmlns:a16="http://schemas.microsoft.com/office/drawing/2014/main" id="{EFABBCFE-F078-4B2E-B26E-90D6A74AADE1}"/>
              </a:ext>
            </a:extLst>
          </p:cNvPr>
          <p:cNvSpPr/>
          <p:nvPr userDrawn="1"/>
        </p:nvSpPr>
        <p:spPr>
          <a:xfrm>
            <a:off x="7349006" y="3172753"/>
            <a:ext cx="427664" cy="178086"/>
          </a:xfrm>
          <a:prstGeom prst="rect">
            <a:avLst/>
          </a:prstGeom>
        </p:spPr>
        <p:txBody>
          <a:bodyPr wrap="none" lIns="69681" tIns="34841" rIns="69681" bIns="34841">
            <a:spAutoFit/>
          </a:bodyPr>
          <a:lstStyle/>
          <a:p>
            <a:pPr algn="ctr" defTabSz="662356" fontAlgn="auto">
              <a:spcBef>
                <a:spcPts val="0"/>
              </a:spcBef>
              <a:spcAft>
                <a:spcPts val="0"/>
              </a:spcAft>
              <a:defRPr/>
            </a:pPr>
            <a:r>
              <a:rPr lang="pt-BR" sz="700" kern="0">
                <a:solidFill>
                  <a:srgbClr val="FF0000"/>
                </a:solidFill>
                <a:latin typeface="TIM Sans Light" panose="00000400000000000000" pitchFamily="50" charset="0"/>
                <a:ea typeface="ＭＳ Ｐゴシック"/>
                <a:cs typeface="Arial"/>
              </a:rPr>
              <a:t>(Vídeo)</a:t>
            </a:r>
          </a:p>
        </p:txBody>
      </p:sp>
      <p:sp>
        <p:nvSpPr>
          <p:cNvPr id="89" name="Segnaposto contenuto 2">
            <a:extLst>
              <a:ext uri="{FF2B5EF4-FFF2-40B4-BE49-F238E27FC236}">
                <a16:creationId xmlns:a16="http://schemas.microsoft.com/office/drawing/2014/main" id="{45B6AC5B-2B85-4467-A852-1EE840F77C27}"/>
              </a:ext>
            </a:extLst>
          </p:cNvPr>
          <p:cNvSpPr txBox="1">
            <a:spLocks/>
          </p:cNvSpPr>
          <p:nvPr userDrawn="1">
            <p:custDataLst>
              <p:tags r:id="rId16"/>
            </p:custDataLst>
          </p:nvPr>
        </p:nvSpPr>
        <p:spPr bwMode="auto">
          <a:xfrm>
            <a:off x="6516427" y="5393698"/>
            <a:ext cx="1188000" cy="268524"/>
          </a:xfrm>
          <a:prstGeom prst="rect">
            <a:avLst/>
          </a:prstGeom>
          <a:noFill/>
          <a:ln>
            <a:noFill/>
          </a:ln>
          <a:effectLst/>
        </p:spPr>
        <p:txBody>
          <a:bodyPr lIns="24872" tIns="12434" rIns="24872" bIns="12434" anchor="ctr"/>
          <a:lstStyle>
            <a:defPPr>
              <a:defRPr lang="pt-BR"/>
            </a:defPPr>
            <a:lvl1pPr indent="0" algn="ctr" defTabSz="514337">
              <a:lnSpc>
                <a:spcPct val="120000"/>
              </a:lnSpc>
              <a:spcBef>
                <a:spcPts val="563"/>
              </a:spcBef>
              <a:buFontTx/>
              <a:buNone/>
              <a:defRPr sz="1333" b="1">
                <a:solidFill>
                  <a:srgbClr val="004691"/>
                </a:solidFill>
                <a:latin typeface="TIM Sans" panose="00000500000000000000" pitchFamily="50" charset="0"/>
              </a:defRPr>
            </a:lvl1pPr>
            <a:lvl2pPr marL="257168" indent="0" defTabSz="514337">
              <a:lnSpc>
                <a:spcPct val="120000"/>
              </a:lnSpc>
              <a:spcBef>
                <a:spcPts val="281"/>
              </a:spcBef>
              <a:buFontTx/>
              <a:buNone/>
              <a:defRPr sz="1200">
                <a:solidFill>
                  <a:schemeClr val="accent5"/>
                </a:solidFill>
                <a:latin typeface="TIM Sans" panose="00000500000000000000" pitchFamily="50" charset="0"/>
              </a:defRPr>
            </a:lvl2pPr>
            <a:lvl3pPr marL="514337" indent="0" defTabSz="514337">
              <a:lnSpc>
                <a:spcPct val="120000"/>
              </a:lnSpc>
              <a:spcBef>
                <a:spcPts val="281"/>
              </a:spcBef>
              <a:buFontTx/>
              <a:buNone/>
              <a:defRPr sz="1100">
                <a:solidFill>
                  <a:schemeClr val="accent5"/>
                </a:solidFill>
                <a:latin typeface="TIM Sans" panose="00000500000000000000" pitchFamily="50" charset="0"/>
              </a:defRPr>
            </a:lvl3pPr>
            <a:lvl4pPr marL="900091" indent="-128585" defTabSz="514337">
              <a:lnSpc>
                <a:spcPct val="90000"/>
              </a:lnSpc>
              <a:spcBef>
                <a:spcPts val="281"/>
              </a:spcBef>
              <a:buFont typeface="Arial" panose="020B0604020202020204" pitchFamily="34" charset="0"/>
              <a:buChar char="•"/>
              <a:defRPr sz="1000"/>
            </a:lvl4pPr>
            <a:lvl5pPr marL="1157259" indent="-128585" defTabSz="514337">
              <a:lnSpc>
                <a:spcPct val="90000"/>
              </a:lnSpc>
              <a:spcBef>
                <a:spcPts val="281"/>
              </a:spcBef>
              <a:buFont typeface="Arial" panose="020B0604020202020204" pitchFamily="34" charset="0"/>
              <a:buChar char="•"/>
              <a:defRPr sz="1000"/>
            </a:lvl5pPr>
            <a:lvl6pPr marL="1414428" indent="-128585" defTabSz="514337">
              <a:lnSpc>
                <a:spcPct val="90000"/>
              </a:lnSpc>
              <a:spcBef>
                <a:spcPts val="281"/>
              </a:spcBef>
              <a:buFont typeface="Arial" panose="020B0604020202020204" pitchFamily="34" charset="0"/>
              <a:buChar char="•"/>
              <a:defRPr sz="1000"/>
            </a:lvl6pPr>
            <a:lvl7pPr marL="1671596" indent="-128585" defTabSz="514337">
              <a:lnSpc>
                <a:spcPct val="90000"/>
              </a:lnSpc>
              <a:spcBef>
                <a:spcPts val="281"/>
              </a:spcBef>
              <a:buFont typeface="Arial" panose="020B0604020202020204" pitchFamily="34" charset="0"/>
              <a:buChar char="•"/>
              <a:defRPr sz="1000"/>
            </a:lvl7pPr>
            <a:lvl8pPr marL="1928765" indent="-128585" defTabSz="514337">
              <a:lnSpc>
                <a:spcPct val="90000"/>
              </a:lnSpc>
              <a:spcBef>
                <a:spcPts val="281"/>
              </a:spcBef>
              <a:buFont typeface="Arial" panose="020B0604020202020204" pitchFamily="34" charset="0"/>
              <a:buChar char="•"/>
              <a:defRPr sz="1000"/>
            </a:lvl8pPr>
            <a:lvl9pPr marL="2185934" indent="-128585" defTabSz="514337">
              <a:lnSpc>
                <a:spcPct val="90000"/>
              </a:lnSpc>
              <a:spcBef>
                <a:spcPts val="281"/>
              </a:spcBef>
              <a:buFont typeface="Arial" panose="020B0604020202020204" pitchFamily="34" charset="0"/>
              <a:buChar char="•"/>
              <a:defRPr sz="1000"/>
            </a:lvl9pPr>
          </a:lstStyle>
          <a:p>
            <a:pPr algn="l" defTabSz="186300" fontAlgn="auto">
              <a:lnSpc>
                <a:spcPct val="100000"/>
              </a:lnSpc>
              <a:spcBef>
                <a:spcPts val="0"/>
              </a:spcBef>
              <a:spcAft>
                <a:spcPts val="0"/>
              </a:spcAft>
              <a:defRPr/>
            </a:pPr>
            <a:r>
              <a:rPr lang="pt-BR" sz="900" kern="0">
                <a:solidFill>
                  <a:srgbClr val="FF0000"/>
                </a:solidFill>
                <a:latin typeface="TIM Sans Light" panose="00000400000000000000" pitchFamily="50" charset="0"/>
                <a:ea typeface="ＭＳ Ｐゴシック" charset="0"/>
                <a:cs typeface="Arial"/>
              </a:rPr>
              <a:t>R$339,97 </a:t>
            </a:r>
          </a:p>
          <a:p>
            <a:pPr algn="l" defTabSz="186300" fontAlgn="auto">
              <a:lnSpc>
                <a:spcPct val="100000"/>
              </a:lnSpc>
              <a:spcBef>
                <a:spcPts val="0"/>
              </a:spcBef>
              <a:spcAft>
                <a:spcPts val="0"/>
              </a:spcAft>
              <a:defRPr/>
            </a:pPr>
            <a:r>
              <a:rPr lang="pt-BR" sz="700" b="0" kern="0">
                <a:solidFill>
                  <a:srgbClr val="FF0000"/>
                </a:solidFill>
                <a:latin typeface="TIM Sans Light" panose="00000400000000000000" pitchFamily="50" charset="0"/>
                <a:ea typeface="ＭＳ Ｐゴシック" charset="0"/>
                <a:cs typeface="Arial"/>
              </a:rPr>
              <a:t>(c/ 2 dependentes)</a:t>
            </a:r>
            <a:endParaRPr lang="it-IT" sz="700" b="0" kern="0">
              <a:solidFill>
                <a:srgbClr val="FF0000"/>
              </a:solidFill>
              <a:latin typeface="TIM Sans Light" panose="00000400000000000000" pitchFamily="50" charset="0"/>
              <a:ea typeface="ＭＳ Ｐゴシック" charset="0"/>
              <a:cs typeface="Arial"/>
            </a:endParaRPr>
          </a:p>
        </p:txBody>
      </p:sp>
      <p:sp>
        <p:nvSpPr>
          <p:cNvPr id="90" name="Segnaposto contenuto 2">
            <a:extLst>
              <a:ext uri="{FF2B5EF4-FFF2-40B4-BE49-F238E27FC236}">
                <a16:creationId xmlns:a16="http://schemas.microsoft.com/office/drawing/2014/main" id="{BEA7E853-06C2-40B5-A5A7-89FF6F8C6899}"/>
              </a:ext>
            </a:extLst>
          </p:cNvPr>
          <p:cNvSpPr txBox="1">
            <a:spLocks/>
          </p:cNvSpPr>
          <p:nvPr userDrawn="1">
            <p:custDataLst>
              <p:tags r:id="rId17"/>
            </p:custDataLst>
          </p:nvPr>
        </p:nvSpPr>
        <p:spPr bwMode="auto">
          <a:xfrm>
            <a:off x="8665804" y="5365526"/>
            <a:ext cx="1215000" cy="318767"/>
          </a:xfrm>
          <a:prstGeom prst="rect">
            <a:avLst/>
          </a:prstGeom>
          <a:noFill/>
          <a:ln>
            <a:noFill/>
          </a:ln>
          <a:effectLst/>
        </p:spPr>
        <p:txBody>
          <a:bodyPr lIns="24872" tIns="12434" rIns="24872" bIns="12434" anchor="ctr"/>
          <a:lstStyle>
            <a:defPPr>
              <a:defRPr lang="pt-BR"/>
            </a:defPPr>
            <a:lvl1pPr indent="0" algn="ctr" defTabSz="514337">
              <a:lnSpc>
                <a:spcPct val="120000"/>
              </a:lnSpc>
              <a:spcBef>
                <a:spcPts val="563"/>
              </a:spcBef>
              <a:buFontTx/>
              <a:buNone/>
              <a:defRPr sz="1333" b="1">
                <a:solidFill>
                  <a:srgbClr val="004691"/>
                </a:solidFill>
                <a:latin typeface="TIM Sans" panose="00000500000000000000" pitchFamily="50" charset="0"/>
              </a:defRPr>
            </a:lvl1pPr>
            <a:lvl2pPr marL="257168" indent="0" defTabSz="514337">
              <a:lnSpc>
                <a:spcPct val="120000"/>
              </a:lnSpc>
              <a:spcBef>
                <a:spcPts val="281"/>
              </a:spcBef>
              <a:buFontTx/>
              <a:buNone/>
              <a:defRPr sz="1200">
                <a:solidFill>
                  <a:schemeClr val="accent5"/>
                </a:solidFill>
                <a:latin typeface="TIM Sans" panose="00000500000000000000" pitchFamily="50" charset="0"/>
              </a:defRPr>
            </a:lvl2pPr>
            <a:lvl3pPr marL="514337" indent="0" defTabSz="514337">
              <a:lnSpc>
                <a:spcPct val="120000"/>
              </a:lnSpc>
              <a:spcBef>
                <a:spcPts val="281"/>
              </a:spcBef>
              <a:buFontTx/>
              <a:buNone/>
              <a:defRPr sz="1100">
                <a:solidFill>
                  <a:schemeClr val="accent5"/>
                </a:solidFill>
                <a:latin typeface="TIM Sans" panose="00000500000000000000" pitchFamily="50" charset="0"/>
              </a:defRPr>
            </a:lvl3pPr>
            <a:lvl4pPr marL="900091" indent="-128585" defTabSz="514337">
              <a:lnSpc>
                <a:spcPct val="90000"/>
              </a:lnSpc>
              <a:spcBef>
                <a:spcPts val="281"/>
              </a:spcBef>
              <a:buFont typeface="Arial" panose="020B0604020202020204" pitchFamily="34" charset="0"/>
              <a:buChar char="•"/>
              <a:defRPr sz="1000"/>
            </a:lvl4pPr>
            <a:lvl5pPr marL="1157259" indent="-128585" defTabSz="514337">
              <a:lnSpc>
                <a:spcPct val="90000"/>
              </a:lnSpc>
              <a:spcBef>
                <a:spcPts val="281"/>
              </a:spcBef>
              <a:buFont typeface="Arial" panose="020B0604020202020204" pitchFamily="34" charset="0"/>
              <a:buChar char="•"/>
              <a:defRPr sz="1000"/>
            </a:lvl5pPr>
            <a:lvl6pPr marL="1414428" indent="-128585" defTabSz="514337">
              <a:lnSpc>
                <a:spcPct val="90000"/>
              </a:lnSpc>
              <a:spcBef>
                <a:spcPts val="281"/>
              </a:spcBef>
              <a:buFont typeface="Arial" panose="020B0604020202020204" pitchFamily="34" charset="0"/>
              <a:buChar char="•"/>
              <a:defRPr sz="1000"/>
            </a:lvl6pPr>
            <a:lvl7pPr marL="1671596" indent="-128585" defTabSz="514337">
              <a:lnSpc>
                <a:spcPct val="90000"/>
              </a:lnSpc>
              <a:spcBef>
                <a:spcPts val="281"/>
              </a:spcBef>
              <a:buFont typeface="Arial" panose="020B0604020202020204" pitchFamily="34" charset="0"/>
              <a:buChar char="•"/>
              <a:defRPr sz="1000"/>
            </a:lvl7pPr>
            <a:lvl8pPr marL="1928765" indent="-128585" defTabSz="514337">
              <a:lnSpc>
                <a:spcPct val="90000"/>
              </a:lnSpc>
              <a:spcBef>
                <a:spcPts val="281"/>
              </a:spcBef>
              <a:buFont typeface="Arial" panose="020B0604020202020204" pitchFamily="34" charset="0"/>
              <a:buChar char="•"/>
              <a:defRPr sz="1000"/>
            </a:lvl8pPr>
            <a:lvl9pPr marL="2185934" indent="-128585" defTabSz="514337">
              <a:lnSpc>
                <a:spcPct val="90000"/>
              </a:lnSpc>
              <a:spcBef>
                <a:spcPts val="281"/>
              </a:spcBef>
              <a:buFont typeface="Arial" panose="020B0604020202020204" pitchFamily="34" charset="0"/>
              <a:buChar char="•"/>
              <a:defRPr sz="1000"/>
            </a:lvl9pPr>
          </a:lstStyle>
          <a:p>
            <a:pPr algn="l" defTabSz="186300" fontAlgn="auto">
              <a:lnSpc>
                <a:spcPct val="100000"/>
              </a:lnSpc>
              <a:spcBef>
                <a:spcPts val="0"/>
              </a:spcBef>
              <a:spcAft>
                <a:spcPts val="0"/>
              </a:spcAft>
              <a:defRPr/>
            </a:pPr>
            <a:r>
              <a:rPr lang="pt-BR" sz="900" kern="0">
                <a:solidFill>
                  <a:srgbClr val="F39610"/>
                </a:solidFill>
                <a:latin typeface="TIM Sans Light" panose="00000400000000000000" pitchFamily="50" charset="0"/>
                <a:ea typeface="ＭＳ Ｐゴシック" charset="0"/>
                <a:cs typeface="Arial"/>
              </a:rPr>
              <a:t>R$159,88</a:t>
            </a:r>
            <a:r>
              <a:rPr lang="pt-BR" sz="900" kern="0">
                <a:solidFill>
                  <a:srgbClr val="FF0000"/>
                </a:solidFill>
                <a:latin typeface="TIM Sans Light" panose="00000400000000000000" pitchFamily="50" charset="0"/>
                <a:ea typeface="ＭＳ Ｐゴシック" charset="0"/>
                <a:cs typeface="Arial"/>
              </a:rPr>
              <a:t> </a:t>
            </a:r>
          </a:p>
          <a:p>
            <a:pPr algn="l" defTabSz="186300" fontAlgn="auto">
              <a:lnSpc>
                <a:spcPct val="100000"/>
              </a:lnSpc>
              <a:spcBef>
                <a:spcPts val="0"/>
              </a:spcBef>
              <a:spcAft>
                <a:spcPts val="0"/>
              </a:spcAft>
              <a:defRPr/>
            </a:pPr>
            <a:r>
              <a:rPr lang="pt-BR" sz="700" b="0" kern="0">
                <a:solidFill>
                  <a:srgbClr val="F39610"/>
                </a:solidFill>
                <a:latin typeface="TIM Sans Light" panose="00000400000000000000" pitchFamily="50" charset="0"/>
                <a:ea typeface="ＭＳ Ｐゴシック" charset="0"/>
                <a:cs typeface="Arial"/>
              </a:rPr>
              <a:t>(c/ 2 dependentes)</a:t>
            </a:r>
            <a:endParaRPr lang="it-IT" sz="700" b="0" kern="0">
              <a:solidFill>
                <a:srgbClr val="F39610"/>
              </a:solidFill>
              <a:latin typeface="TIM Sans Light" panose="00000400000000000000" pitchFamily="50" charset="0"/>
              <a:ea typeface="ＭＳ Ｐゴシック" charset="0"/>
              <a:cs typeface="Arial"/>
            </a:endParaRPr>
          </a:p>
        </p:txBody>
      </p:sp>
      <p:pic>
        <p:nvPicPr>
          <p:cNvPr id="91" name="Picture 2" descr="Resultado de imagem para vivo cloud sync">
            <a:extLst>
              <a:ext uri="{FF2B5EF4-FFF2-40B4-BE49-F238E27FC236}">
                <a16:creationId xmlns:a16="http://schemas.microsoft.com/office/drawing/2014/main" id="{D084BFD2-7BFA-4140-A9E6-3C8C06447C09}"/>
              </a:ext>
            </a:extLst>
          </p:cNvPr>
          <p:cNvPicPr>
            <a:picLocks noChangeAspect="1" noChangeArrowheads="1"/>
          </p:cNvPicPr>
          <p:nvPr userDrawn="1"/>
        </p:nvPicPr>
        <p:blipFill>
          <a:blip r:embed="rId52" cstate="print">
            <a:extLst>
              <a:ext uri="{28A0092B-C50C-407E-A947-70E740481C1C}">
                <a14:useLocalDpi xmlns:a14="http://schemas.microsoft.com/office/drawing/2010/main" val="0"/>
              </a:ext>
            </a:extLst>
          </a:blip>
          <a:srcRect/>
          <a:stretch>
            <a:fillRect/>
          </a:stretch>
        </p:blipFill>
        <p:spPr bwMode="auto">
          <a:xfrm>
            <a:off x="4726344" y="2286905"/>
            <a:ext cx="214783" cy="237343"/>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5">
            <a:extLst>
              <a:ext uri="{FF2B5EF4-FFF2-40B4-BE49-F238E27FC236}">
                <a16:creationId xmlns:a16="http://schemas.microsoft.com/office/drawing/2014/main" id="{ED9D8F6E-EDD9-4C14-880D-15BC8ED95EC0}"/>
              </a:ext>
            </a:extLst>
          </p:cNvPr>
          <p:cNvPicPr>
            <a:picLocks noChangeAspect="1" noChangeArrowheads="1"/>
          </p:cNvPicPr>
          <p:nvPr userDrawn="1"/>
        </p:nvPicPr>
        <p:blipFill>
          <a:blip r:embed="rId53" cstate="print">
            <a:extLst>
              <a:ext uri="{28A0092B-C50C-407E-A947-70E740481C1C}">
                <a14:useLocalDpi xmlns:a14="http://schemas.microsoft.com/office/drawing/2010/main" val="0"/>
              </a:ext>
            </a:extLst>
          </a:blip>
          <a:srcRect/>
          <a:stretch>
            <a:fillRect/>
          </a:stretch>
        </p:blipFill>
        <p:spPr bwMode="auto">
          <a:xfrm>
            <a:off x="5014457" y="2287094"/>
            <a:ext cx="214602" cy="2371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3" name="Picture 6">
            <a:extLst>
              <a:ext uri="{FF2B5EF4-FFF2-40B4-BE49-F238E27FC236}">
                <a16:creationId xmlns:a16="http://schemas.microsoft.com/office/drawing/2014/main" id="{A63CA2ED-8D2F-4604-8266-EE2D265081DF}"/>
              </a:ext>
            </a:extLst>
          </p:cNvPr>
          <p:cNvPicPr>
            <a:picLocks noChangeAspect="1" noChangeArrowheads="1"/>
          </p:cNvPicPr>
          <p:nvPr userDrawn="1"/>
        </p:nvPicPr>
        <p:blipFill>
          <a:blip r:embed="rId54" cstate="print">
            <a:extLst>
              <a:ext uri="{BEBA8EAE-BF5A-486C-A8C5-ECC9F3942E4B}">
                <a14:imgProps xmlns:a14="http://schemas.microsoft.com/office/drawing/2010/main">
                  <a14:imgLayer r:embed="rId55">
                    <a14:imgEffect>
                      <a14:backgroundRemoval t="0" b="100000" l="0" r="100000">
                        <a14:foregroundMark x1="18000" y1="20958" x2="67000" y2="24917"/>
                        <a14:foregroundMark x1="13458" y1="21500" x2="31125" y2="70500"/>
                        <a14:foregroundMark x1="66458" y1="18667" x2="92083" y2="65375"/>
                        <a14:foregroundMark x1="83542" y1="80208" x2="23125" y2="68250"/>
                        <a14:foregroundMark x1="68708" y1="85917" x2="16292" y2="78500"/>
                        <a14:foregroundMark x1="19708" y1="12958" x2="67583" y2="14667"/>
                      </a14:backgroundRemoval>
                    </a14:imgEffect>
                  </a14:imgLayer>
                </a14:imgProps>
              </a:ext>
              <a:ext uri="{28A0092B-C50C-407E-A947-70E740481C1C}">
                <a14:useLocalDpi xmlns:a14="http://schemas.microsoft.com/office/drawing/2010/main" val="0"/>
              </a:ext>
            </a:extLst>
          </a:blip>
          <a:srcRect/>
          <a:stretch>
            <a:fillRect/>
          </a:stretch>
        </p:blipFill>
        <p:spPr bwMode="auto">
          <a:xfrm>
            <a:off x="5284980" y="2287094"/>
            <a:ext cx="214602" cy="2371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4" name="Picture 7">
            <a:extLst>
              <a:ext uri="{FF2B5EF4-FFF2-40B4-BE49-F238E27FC236}">
                <a16:creationId xmlns:a16="http://schemas.microsoft.com/office/drawing/2014/main" id="{169E6806-790E-47F1-9406-07EA7804D4C5}"/>
              </a:ext>
            </a:extLst>
          </p:cNvPr>
          <p:cNvPicPr>
            <a:picLocks noChangeAspect="1" noChangeArrowheads="1"/>
          </p:cNvPicPr>
          <p:nvPr userDrawn="1"/>
        </p:nvPicPr>
        <p:blipFill>
          <a:blip r:embed="rId56" cstate="print">
            <a:extLst>
              <a:ext uri="{28A0092B-C50C-407E-A947-70E740481C1C}">
                <a14:useLocalDpi xmlns:a14="http://schemas.microsoft.com/office/drawing/2010/main" val="0"/>
              </a:ext>
            </a:extLst>
          </a:blip>
          <a:srcRect/>
          <a:stretch>
            <a:fillRect/>
          </a:stretch>
        </p:blipFill>
        <p:spPr bwMode="auto">
          <a:xfrm>
            <a:off x="5561918" y="2287104"/>
            <a:ext cx="214601" cy="2371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5" name="Picture 8">
            <a:extLst>
              <a:ext uri="{FF2B5EF4-FFF2-40B4-BE49-F238E27FC236}">
                <a16:creationId xmlns:a16="http://schemas.microsoft.com/office/drawing/2014/main" id="{BDCB2209-A000-46D2-B894-AF27A482A97C}"/>
              </a:ext>
            </a:extLst>
          </p:cNvPr>
          <p:cNvPicPr>
            <a:picLocks noChangeAspect="1" noChangeArrowheads="1"/>
          </p:cNvPicPr>
          <p:nvPr userDrawn="1"/>
        </p:nvPicPr>
        <p:blipFill>
          <a:blip r:embed="rId57" cstate="print">
            <a:extLst>
              <a:ext uri="{BEBA8EAE-BF5A-486C-A8C5-ECC9F3942E4B}">
                <a14:imgProps xmlns:a14="http://schemas.microsoft.com/office/drawing/2010/main">
                  <a14:imgLayer r:embed="rId58">
                    <a14:imgEffect>
                      <a14:backgroundRemoval t="0" b="100000" l="0" r="100000">
                        <a14:foregroundMark x1="20775" y1="10211" x2="16197" y2="74648"/>
                        <a14:foregroundMark x1="83099" y1="82746" x2="73944" y2="12324"/>
                        <a14:foregroundMark x1="78521" y1="72535" x2="12676" y2="70070"/>
                        <a14:foregroundMark x1="69366" y1="88380" x2="14085" y2="79225"/>
                        <a14:foregroundMark x1="87676" y1="20423" x2="92254" y2="73592"/>
                        <a14:foregroundMark x1="79577" y1="91901" x2="4930" y2="89789"/>
                        <a14:foregroundMark x1="9507" y1="11268" x2="11620" y2="69014"/>
                        <a14:foregroundMark x1="15141" y1="9155" x2="87676" y2="7746"/>
                        <a14:foregroundMark x1="69718" y1="80986" x2="70423" y2="57042"/>
                        <a14:foregroundMark x1="29225" y1="66901" x2="24648" y2="52465"/>
                        <a14:foregroundMark x1="35211" y1="96127" x2="88380" y2="94014"/>
                        <a14:foregroundMark x1="94366" y1="86972" x2="94366" y2="74648"/>
                        <a14:foregroundMark x1="96479" y1="66197" x2="91197" y2="9507"/>
                        <a14:foregroundMark x1="9155" y1="4930" x2="40845" y2="5634"/>
                        <a14:foregroundMark x1="4577" y1="38732" x2="5634" y2="14085"/>
                      </a14:backgroundRemoval>
                    </a14:imgEffect>
                  </a14:imgLayer>
                </a14:imgProps>
              </a:ext>
              <a:ext uri="{28A0092B-C50C-407E-A947-70E740481C1C}">
                <a14:useLocalDpi xmlns:a14="http://schemas.microsoft.com/office/drawing/2010/main" val="0"/>
              </a:ext>
            </a:extLst>
          </a:blip>
          <a:srcRect/>
          <a:stretch>
            <a:fillRect/>
          </a:stretch>
        </p:blipFill>
        <p:spPr bwMode="auto">
          <a:xfrm>
            <a:off x="4726344" y="2564635"/>
            <a:ext cx="214783" cy="2373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6" name="Picture 9">
            <a:extLst>
              <a:ext uri="{FF2B5EF4-FFF2-40B4-BE49-F238E27FC236}">
                <a16:creationId xmlns:a16="http://schemas.microsoft.com/office/drawing/2014/main" id="{B260CD31-00B0-4560-85FE-E642EB3A0360}"/>
              </a:ext>
            </a:extLst>
          </p:cNvPr>
          <p:cNvPicPr>
            <a:picLocks noChangeAspect="1" noChangeArrowheads="1"/>
          </p:cNvPicPr>
          <p:nvPr userDrawn="1"/>
        </p:nvPicPr>
        <p:blipFill>
          <a:blip r:embed="rId59" cstate="print">
            <a:extLst>
              <a:ext uri="{BEBA8EAE-BF5A-486C-A8C5-ECC9F3942E4B}">
                <a14:imgProps xmlns:a14="http://schemas.microsoft.com/office/drawing/2010/main">
                  <a14:imgLayer r:embed="rId60">
                    <a14:imgEffect>
                      <a14:backgroundRemoval t="0" b="100000" l="0" r="100000">
                        <a14:foregroundMark x1="18310" y1="12367" x2="11972" y2="83392"/>
                        <a14:foregroundMark x1="71831" y1="88693" x2="8451" y2="84452"/>
                        <a14:foregroundMark x1="81338" y1="88693" x2="86972" y2="10247"/>
                        <a14:foregroundMark x1="5282" y1="8127" x2="89085" y2="8127"/>
                        <a14:foregroundMark x1="93310" y1="19081" x2="90141" y2="91166"/>
                        <a14:foregroundMark x1="67254" y1="92226" x2="8451" y2="94346"/>
                        <a14:foregroundMark x1="5282" y1="78092" x2="5282" y2="14841"/>
                        <a14:foregroundMark x1="71831" y1="80212" x2="82394" y2="94346"/>
                      </a14:backgroundRemoval>
                    </a14:imgEffect>
                  </a14:imgLayer>
                </a14:imgProps>
              </a:ext>
              <a:ext uri="{28A0092B-C50C-407E-A947-70E740481C1C}">
                <a14:useLocalDpi xmlns:a14="http://schemas.microsoft.com/office/drawing/2010/main" val="0"/>
              </a:ext>
            </a:extLst>
          </a:blip>
          <a:srcRect/>
          <a:stretch>
            <a:fillRect/>
          </a:stretch>
        </p:blipFill>
        <p:spPr bwMode="auto">
          <a:xfrm>
            <a:off x="5014469" y="2572716"/>
            <a:ext cx="208200" cy="2292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7" name="Picture 10">
            <a:extLst>
              <a:ext uri="{FF2B5EF4-FFF2-40B4-BE49-F238E27FC236}">
                <a16:creationId xmlns:a16="http://schemas.microsoft.com/office/drawing/2014/main" id="{313BB41A-8B36-4384-B755-5024E0747B57}"/>
              </a:ext>
            </a:extLst>
          </p:cNvPr>
          <p:cNvPicPr>
            <a:picLocks noChangeAspect="1" noChangeArrowheads="1"/>
          </p:cNvPicPr>
          <p:nvPr userDrawn="1"/>
        </p:nvPicPr>
        <p:blipFill>
          <a:blip r:embed="rId61" cstate="print">
            <a:extLst>
              <a:ext uri="{BEBA8EAE-BF5A-486C-A8C5-ECC9F3942E4B}">
                <a14:imgProps xmlns:a14="http://schemas.microsoft.com/office/drawing/2010/main">
                  <a14:imgLayer r:embed="rId62">
                    <a14:imgEffect>
                      <a14:backgroundRemoval t="0" b="100000" l="0" r="100000">
                        <a14:foregroundMark x1="9863" y1="8887" x2="85840" y2="9961"/>
                        <a14:foregroundMark x1="15137" y1="83789" x2="82715" y2="89063"/>
                        <a14:foregroundMark x1="94238" y1="94336" x2="3613" y2="91211"/>
                        <a14:foregroundMark x1="10145" y1="26087" x2="11594" y2="72464"/>
                        <a14:foregroundMark x1="92754" y1="20290" x2="85507" y2="81159"/>
                      </a14:backgroundRemoval>
                    </a14:imgEffect>
                  </a14:imgLayer>
                </a14:imgProps>
              </a:ext>
              <a:ext uri="{28A0092B-C50C-407E-A947-70E740481C1C}">
                <a14:useLocalDpi xmlns:a14="http://schemas.microsoft.com/office/drawing/2010/main" val="0"/>
              </a:ext>
            </a:extLst>
          </a:blip>
          <a:srcRect/>
          <a:stretch>
            <a:fillRect/>
          </a:stretch>
        </p:blipFill>
        <p:spPr bwMode="auto">
          <a:xfrm>
            <a:off x="5284980" y="2571791"/>
            <a:ext cx="214602" cy="2371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8" name="Picture 11">
            <a:extLst>
              <a:ext uri="{FF2B5EF4-FFF2-40B4-BE49-F238E27FC236}">
                <a16:creationId xmlns:a16="http://schemas.microsoft.com/office/drawing/2014/main" id="{B31B366F-9AD2-455B-AFBE-3AE6FAD228F9}"/>
              </a:ext>
            </a:extLst>
          </p:cNvPr>
          <p:cNvPicPr>
            <a:picLocks noChangeAspect="1" noChangeArrowheads="1"/>
          </p:cNvPicPr>
          <p:nvPr userDrawn="1"/>
        </p:nvPicPr>
        <p:blipFill>
          <a:blip r:embed="rId63" cstate="print">
            <a:extLst>
              <a:ext uri="{BEBA8EAE-BF5A-486C-A8C5-ECC9F3942E4B}">
                <a14:imgProps xmlns:a14="http://schemas.microsoft.com/office/drawing/2010/main">
                  <a14:imgLayer r:embed="rId64">
                    <a14:imgEffect>
                      <a14:backgroundRemoval t="0" b="100000" l="0" r="100000">
                        <a14:foregroundMark x1="25417" y1="19583" x2="24167" y2="75417"/>
                        <a14:foregroundMark x1="86667" y1="85000" x2="31667" y2="81667"/>
                        <a14:foregroundMark x1="15000" y1="17500" x2="20000" y2="85833"/>
                        <a14:foregroundMark x1="86667" y1="17500" x2="81250" y2="77500"/>
                        <a14:foregroundMark x1="7500" y1="4583" x2="89583" y2="90000"/>
                        <a14:foregroundMark x1="90833" y1="6667" x2="8333" y2="91250"/>
                        <a14:foregroundMark x1="52917" y1="20417" x2="47500" y2="67083"/>
                        <a14:foregroundMark x1="32917" y1="10833" x2="67500" y2="15417"/>
                        <a14:foregroundMark x1="32917" y1="21667" x2="67500" y2="30000"/>
                        <a14:foregroundMark x1="67500" y1="42500" x2="81250" y2="74167"/>
                        <a14:foregroundMark x1="68750" y1="75417" x2="37083" y2="74167"/>
                        <a14:foregroundMark x1="45417" y1="89167" x2="10417" y2="82917"/>
                        <a14:foregroundMark x1="79167" y1="92083" x2="15833" y2="89167"/>
                        <a14:foregroundMark x1="90833" y1="80833" x2="89583" y2="14167"/>
                        <a14:foregroundMark x1="5833" y1="7917" x2="96250" y2="6250"/>
                        <a14:foregroundMark x1="6667" y1="7083" x2="11667" y2="97083"/>
                        <a14:foregroundMark x1="14167" y1="95417" x2="90417" y2="93750"/>
                        <a14:foregroundMark x1="93750" y1="90417" x2="94583" y2="12083"/>
                      </a14:backgroundRemoval>
                    </a14:imgEffect>
                  </a14:imgLayer>
                </a14:imgProps>
              </a:ext>
              <a:ext uri="{28A0092B-C50C-407E-A947-70E740481C1C}">
                <a14:useLocalDpi xmlns:a14="http://schemas.microsoft.com/office/drawing/2010/main" val="0"/>
              </a:ext>
            </a:extLst>
          </a:blip>
          <a:srcRect/>
          <a:stretch>
            <a:fillRect/>
          </a:stretch>
        </p:blipFill>
        <p:spPr bwMode="auto">
          <a:xfrm>
            <a:off x="5561918" y="2571801"/>
            <a:ext cx="214601" cy="2371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9" name="Picture 144">
            <a:extLst>
              <a:ext uri="{FF2B5EF4-FFF2-40B4-BE49-F238E27FC236}">
                <a16:creationId xmlns:a16="http://schemas.microsoft.com/office/drawing/2014/main" id="{A081919E-FA02-4D46-A300-565149CF9014}"/>
              </a:ext>
            </a:extLst>
          </p:cNvPr>
          <p:cNvPicPr>
            <a:picLocks noChangeAspect="1"/>
          </p:cNvPicPr>
          <p:nvPr userDrawn="1"/>
        </p:nvPicPr>
        <p:blipFill>
          <a:blip r:embed="rId65" cstate="print">
            <a:extLst>
              <a:ext uri="{28A0092B-C50C-407E-A947-70E740481C1C}">
                <a14:useLocalDpi xmlns:a14="http://schemas.microsoft.com/office/drawing/2010/main" val="0"/>
              </a:ext>
            </a:extLst>
          </a:blip>
          <a:stretch>
            <a:fillRect/>
          </a:stretch>
        </p:blipFill>
        <p:spPr>
          <a:xfrm>
            <a:off x="6752252" y="2254155"/>
            <a:ext cx="257134" cy="284258"/>
          </a:xfrm>
          <a:prstGeom prst="rect">
            <a:avLst/>
          </a:prstGeom>
        </p:spPr>
      </p:pic>
      <p:pic>
        <p:nvPicPr>
          <p:cNvPr id="100" name="Picture 145">
            <a:extLst>
              <a:ext uri="{FF2B5EF4-FFF2-40B4-BE49-F238E27FC236}">
                <a16:creationId xmlns:a16="http://schemas.microsoft.com/office/drawing/2014/main" id="{59162329-5C72-410E-99A8-C2F53169047B}"/>
              </a:ext>
            </a:extLst>
          </p:cNvPr>
          <p:cNvPicPr>
            <a:picLocks noChangeAspect="1"/>
          </p:cNvPicPr>
          <p:nvPr userDrawn="1"/>
        </p:nvPicPr>
        <p:blipFill rotWithShape="1">
          <a:blip r:embed="rId66" cstate="screen">
            <a:extLst>
              <a:ext uri="{28A0092B-C50C-407E-A947-70E740481C1C}">
                <a14:useLocalDpi xmlns:a14="http://schemas.microsoft.com/office/drawing/2010/main" val="0"/>
              </a:ext>
            </a:extLst>
          </a:blip>
          <a:srcRect/>
          <a:stretch/>
        </p:blipFill>
        <p:spPr>
          <a:xfrm>
            <a:off x="7081930" y="2241418"/>
            <a:ext cx="270307" cy="296984"/>
          </a:xfrm>
          <a:prstGeom prst="rect">
            <a:avLst/>
          </a:prstGeom>
        </p:spPr>
      </p:pic>
      <p:pic>
        <p:nvPicPr>
          <p:cNvPr id="101" name="Picture 146">
            <a:extLst>
              <a:ext uri="{FF2B5EF4-FFF2-40B4-BE49-F238E27FC236}">
                <a16:creationId xmlns:a16="http://schemas.microsoft.com/office/drawing/2014/main" id="{DD0FD9F8-A254-47DB-9726-FA4B49A5618F}"/>
              </a:ext>
            </a:extLst>
          </p:cNvPr>
          <p:cNvPicPr>
            <a:picLocks/>
          </p:cNvPicPr>
          <p:nvPr userDrawn="1"/>
        </p:nvPicPr>
        <p:blipFill rotWithShape="1">
          <a:blip r:embed="rId67" cstate="print">
            <a:extLst>
              <a:ext uri="{28A0092B-C50C-407E-A947-70E740481C1C}">
                <a14:useLocalDpi xmlns:a14="http://schemas.microsoft.com/office/drawing/2010/main" val="0"/>
              </a:ext>
            </a:extLst>
          </a:blip>
          <a:srcRect l="33931" t="17840" r="32279" b="16105"/>
          <a:stretch/>
        </p:blipFill>
        <p:spPr>
          <a:xfrm>
            <a:off x="7424792" y="2256779"/>
            <a:ext cx="243000" cy="261635"/>
          </a:xfrm>
          <a:prstGeom prst="roundRect">
            <a:avLst/>
          </a:prstGeom>
          <a:ln>
            <a:solidFill>
              <a:schemeClr val="bg1">
                <a:lumMod val="85000"/>
              </a:schemeClr>
            </a:solidFill>
          </a:ln>
        </p:spPr>
      </p:pic>
      <p:pic>
        <p:nvPicPr>
          <p:cNvPr id="102" name="Picture 147">
            <a:extLst>
              <a:ext uri="{FF2B5EF4-FFF2-40B4-BE49-F238E27FC236}">
                <a16:creationId xmlns:a16="http://schemas.microsoft.com/office/drawing/2014/main" id="{5951E5F6-371F-4649-B68C-80EE84510C50}"/>
              </a:ext>
            </a:extLst>
          </p:cNvPr>
          <p:cNvPicPr>
            <a:picLocks noChangeAspect="1"/>
          </p:cNvPicPr>
          <p:nvPr userDrawn="1"/>
        </p:nvPicPr>
        <p:blipFill>
          <a:blip r:embed="rId68" cstate="print">
            <a:extLst>
              <a:ext uri="{28A0092B-C50C-407E-A947-70E740481C1C}">
                <a14:useLocalDpi xmlns:a14="http://schemas.microsoft.com/office/drawing/2010/main" val="0"/>
              </a:ext>
            </a:extLst>
          </a:blip>
          <a:stretch>
            <a:fillRect/>
          </a:stretch>
        </p:blipFill>
        <p:spPr>
          <a:xfrm>
            <a:off x="6956270" y="2568163"/>
            <a:ext cx="243000" cy="268524"/>
          </a:xfrm>
          <a:prstGeom prst="rect">
            <a:avLst/>
          </a:prstGeom>
        </p:spPr>
      </p:pic>
      <p:pic>
        <p:nvPicPr>
          <p:cNvPr id="103" name="Picture 148">
            <a:extLst>
              <a:ext uri="{FF2B5EF4-FFF2-40B4-BE49-F238E27FC236}">
                <a16:creationId xmlns:a16="http://schemas.microsoft.com/office/drawing/2014/main" id="{06BAA99F-BCB5-4136-B9CC-D45D13F7DB35}"/>
              </a:ext>
            </a:extLst>
          </p:cNvPr>
          <p:cNvPicPr>
            <a:picLocks noChangeAspect="1"/>
          </p:cNvPicPr>
          <p:nvPr userDrawn="1"/>
        </p:nvPicPr>
        <p:blipFill>
          <a:blip r:embed="rId69" cstate="print">
            <a:extLst>
              <a:ext uri="{28A0092B-C50C-407E-A947-70E740481C1C}">
                <a14:useLocalDpi xmlns:a14="http://schemas.microsoft.com/office/drawing/2010/main" val="0"/>
              </a:ext>
            </a:extLst>
          </a:blip>
          <a:stretch>
            <a:fillRect/>
          </a:stretch>
        </p:blipFill>
        <p:spPr>
          <a:xfrm>
            <a:off x="7271825" y="2571250"/>
            <a:ext cx="240096" cy="265424"/>
          </a:xfrm>
          <a:prstGeom prst="rect">
            <a:avLst/>
          </a:prstGeom>
        </p:spPr>
      </p:pic>
      <p:sp>
        <p:nvSpPr>
          <p:cNvPr id="104" name="Segnaposto contenuto 2">
            <a:extLst>
              <a:ext uri="{FF2B5EF4-FFF2-40B4-BE49-F238E27FC236}">
                <a16:creationId xmlns:a16="http://schemas.microsoft.com/office/drawing/2014/main" id="{7F475745-ABED-41DD-A7D8-05ABFEFB95E0}"/>
              </a:ext>
            </a:extLst>
          </p:cNvPr>
          <p:cNvSpPr txBox="1">
            <a:spLocks/>
          </p:cNvSpPr>
          <p:nvPr userDrawn="1"/>
        </p:nvSpPr>
        <p:spPr bwMode="auto">
          <a:xfrm>
            <a:off x="8353930" y="2498076"/>
            <a:ext cx="1971311" cy="107124"/>
          </a:xfrm>
          <a:prstGeom prst="rect">
            <a:avLst/>
          </a:prstGeom>
          <a:noFill/>
          <a:ln>
            <a:noFill/>
          </a:ln>
          <a:effectLst/>
        </p:spPr>
        <p:txBody>
          <a:bodyPr lIns="24872" tIns="12434" rIns="24872" bIns="12434" anchor="ctr" anchorCtr="0"/>
          <a:lstStyle>
            <a:lvl1pPr marL="0" indent="0" algn="l" defTabSz="514337" rtl="0" eaLnBrk="1" latinLnBrk="0" hangingPunct="1">
              <a:lnSpc>
                <a:spcPct val="120000"/>
              </a:lnSpc>
              <a:spcBef>
                <a:spcPts val="563"/>
              </a:spcBef>
              <a:buFontTx/>
              <a:buNone/>
              <a:defRPr sz="1400" kern="1200">
                <a:solidFill>
                  <a:schemeClr val="accent5"/>
                </a:solidFill>
                <a:latin typeface="TIM Sans" panose="00000500000000000000" pitchFamily="50" charset="0"/>
                <a:ea typeface="+mn-ea"/>
                <a:cs typeface="+mn-cs"/>
              </a:defRPr>
            </a:lvl1pPr>
            <a:lvl2pPr marL="257168" indent="0" algn="l" defTabSz="514337" rtl="0" eaLnBrk="1" latinLnBrk="0" hangingPunct="1">
              <a:lnSpc>
                <a:spcPct val="120000"/>
              </a:lnSpc>
              <a:spcBef>
                <a:spcPts val="281"/>
              </a:spcBef>
              <a:buFontTx/>
              <a:buNone/>
              <a:defRPr sz="1200" kern="1200">
                <a:solidFill>
                  <a:schemeClr val="accent5"/>
                </a:solidFill>
                <a:latin typeface="TIM Sans" panose="00000500000000000000" pitchFamily="50" charset="0"/>
                <a:ea typeface="+mn-ea"/>
                <a:cs typeface="+mn-cs"/>
              </a:defRPr>
            </a:lvl2pPr>
            <a:lvl3pPr marL="514337" indent="0" algn="l" defTabSz="514337" rtl="0" eaLnBrk="1" latinLnBrk="0" hangingPunct="1">
              <a:lnSpc>
                <a:spcPct val="120000"/>
              </a:lnSpc>
              <a:spcBef>
                <a:spcPts val="281"/>
              </a:spcBef>
              <a:buFontTx/>
              <a:buNone/>
              <a:defRPr sz="1100" kern="1200">
                <a:solidFill>
                  <a:schemeClr val="accent5"/>
                </a:solidFill>
                <a:latin typeface="TIM Sans" panose="00000500000000000000" pitchFamily="50" charset="0"/>
                <a:ea typeface="+mn-ea"/>
                <a:cs typeface="+mn-cs"/>
              </a:defRPr>
            </a:lvl3pPr>
            <a:lvl4pPr marL="900091"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4pPr>
            <a:lvl5pPr marL="1157259"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5pPr>
            <a:lvl6pPr marL="1414428"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6pPr>
            <a:lvl7pPr marL="1671596"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7pPr>
            <a:lvl8pPr marL="1928765"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8pPr>
            <a:lvl9pPr marL="2185934"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9pPr>
          </a:lstStyle>
          <a:p>
            <a:pPr algn="ctr" defTabSz="186300" fontAlgn="auto">
              <a:lnSpc>
                <a:spcPct val="100000"/>
              </a:lnSpc>
              <a:spcBef>
                <a:spcPts val="0"/>
              </a:spcBef>
              <a:spcAft>
                <a:spcPts val="0"/>
              </a:spcAft>
              <a:defRPr/>
            </a:pPr>
            <a:r>
              <a:rPr lang="pt-BR" sz="900">
                <a:solidFill>
                  <a:srgbClr val="F39610"/>
                </a:solidFill>
                <a:latin typeface="TIM Sans Light" panose="00000400000000000000" pitchFamily="50" charset="0"/>
              </a:rPr>
              <a:t>Oi Play, Oi Livros </a:t>
            </a:r>
            <a:r>
              <a:rPr lang="pt-BR" sz="900" err="1">
                <a:solidFill>
                  <a:srgbClr val="F39610"/>
                </a:solidFill>
                <a:latin typeface="TIM Sans Light" panose="00000400000000000000" pitchFamily="50" charset="0"/>
              </a:rPr>
              <a:t>by</a:t>
            </a:r>
            <a:r>
              <a:rPr lang="pt-BR" sz="900">
                <a:solidFill>
                  <a:srgbClr val="F39610"/>
                </a:solidFill>
                <a:latin typeface="TIM Sans Light" panose="00000400000000000000" pitchFamily="50" charset="0"/>
              </a:rPr>
              <a:t> </a:t>
            </a:r>
            <a:r>
              <a:rPr lang="pt-BR" sz="900" err="1">
                <a:solidFill>
                  <a:srgbClr val="F39610"/>
                </a:solidFill>
                <a:latin typeface="TIM Sans Light" panose="00000400000000000000" pitchFamily="50" charset="0"/>
              </a:rPr>
              <a:t>LivrOh</a:t>
            </a:r>
            <a:r>
              <a:rPr lang="pt-BR" sz="900">
                <a:solidFill>
                  <a:srgbClr val="F39610"/>
                </a:solidFill>
                <a:latin typeface="TIM Sans Light" panose="00000400000000000000" pitchFamily="50" charset="0"/>
              </a:rPr>
              <a:t>!, Oi Jornais, Oi Revistas, </a:t>
            </a:r>
            <a:r>
              <a:rPr lang="pt-BR" sz="900" err="1">
                <a:solidFill>
                  <a:srgbClr val="F39610"/>
                </a:solidFill>
                <a:latin typeface="TIM Sans Light" panose="00000400000000000000" pitchFamily="50" charset="0"/>
              </a:rPr>
              <a:t>Clic</a:t>
            </a:r>
            <a:r>
              <a:rPr lang="pt-BR" sz="900">
                <a:solidFill>
                  <a:srgbClr val="F39610"/>
                </a:solidFill>
                <a:latin typeface="TIM Sans Light" panose="00000400000000000000" pitchFamily="50" charset="0"/>
              </a:rPr>
              <a:t> News, Dentro da história, Minuto leitura</a:t>
            </a:r>
          </a:p>
        </p:txBody>
      </p:sp>
    </p:spTree>
    <p:extLst>
      <p:ext uri="{BB962C8B-B14F-4D97-AF65-F5344CB8AC3E}">
        <p14:creationId xmlns:p14="http://schemas.microsoft.com/office/powerpoint/2010/main" val="242620147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MPETITIVE OVERVIEW – AS IS">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65FAEDF1-FF87-466B-AE89-570B5E66E2CD}"/>
              </a:ext>
            </a:extLst>
          </p:cNvPr>
          <p:cNvSpPr/>
          <p:nvPr userDrawn="1"/>
        </p:nvSpPr>
        <p:spPr>
          <a:xfrm>
            <a:off x="-7116"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6" name="Retângulo: Cantos Superiores Arredondados 5">
            <a:extLst>
              <a:ext uri="{FF2B5EF4-FFF2-40B4-BE49-F238E27FC236}">
                <a16:creationId xmlns:a16="http://schemas.microsoft.com/office/drawing/2014/main" id="{58280137-A574-49A2-B09A-F3051C4607DC}"/>
              </a:ext>
            </a:extLst>
          </p:cNvPr>
          <p:cNvSpPr/>
          <p:nvPr userDrawn="1"/>
        </p:nvSpPr>
        <p:spPr>
          <a:xfrm>
            <a:off x="202258" y="758814"/>
            <a:ext cx="11787484" cy="5658727"/>
          </a:xfrm>
          <a:prstGeom prst="round2SameRect">
            <a:avLst>
              <a:gd name="adj1" fmla="val 3194"/>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TIM SE ENCONTRA....</a:t>
            </a: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497168" y="1195778"/>
            <a:ext cx="11197665" cy="50194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2" name="Retângulo: Cantos Arredondados 1">
            <a:extLst>
              <a:ext uri="{FF2B5EF4-FFF2-40B4-BE49-F238E27FC236}">
                <a16:creationId xmlns:a16="http://schemas.microsoft.com/office/drawing/2014/main" id="{F493033D-E5EB-4D57-BC5C-E6ED19E15ABB}"/>
              </a:ext>
            </a:extLst>
          </p:cNvPr>
          <p:cNvSpPr/>
          <p:nvPr userDrawn="1"/>
        </p:nvSpPr>
        <p:spPr>
          <a:xfrm>
            <a:off x="669391" y="179801"/>
            <a:ext cx="4553278"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COMPETITIVE OVERVIEW – AS IS</a:t>
            </a:r>
          </a:p>
        </p:txBody>
      </p:sp>
      <p:sp>
        <p:nvSpPr>
          <p:cNvPr id="3" name="object 30">
            <a:extLst>
              <a:ext uri="{FF2B5EF4-FFF2-40B4-BE49-F238E27FC236}">
                <a16:creationId xmlns:a16="http://schemas.microsoft.com/office/drawing/2014/main" id="{A1502214-612A-4873-AB04-BA706CA8483D}"/>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4" name="object 31">
            <a:extLst>
              <a:ext uri="{FF2B5EF4-FFF2-40B4-BE49-F238E27FC236}">
                <a16:creationId xmlns:a16="http://schemas.microsoft.com/office/drawing/2014/main" id="{41469CE5-9CED-43C0-9FDC-ECDE2ABE0849}"/>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5" name="Imagem 4">
            <a:extLst>
              <a:ext uri="{FF2B5EF4-FFF2-40B4-BE49-F238E27FC236}">
                <a16:creationId xmlns:a16="http://schemas.microsoft.com/office/drawing/2014/main" id="{C0CBF0DC-E284-4A17-9275-67B6F10E26C8}"/>
              </a:ext>
            </a:extLst>
          </p:cNvPr>
          <p:cNvPicPr>
            <a:picLocks noChangeAspect="1"/>
          </p:cNvPicPr>
          <p:nvPr userDrawn="1"/>
        </p:nvPicPr>
        <p:blipFill>
          <a:blip r:embed="rId9"/>
          <a:srcRect/>
          <a:stretch/>
        </p:blipFill>
        <p:spPr>
          <a:xfrm>
            <a:off x="255313" y="6480194"/>
            <a:ext cx="256801" cy="208487"/>
          </a:xfrm>
          <a:prstGeom prst="rect">
            <a:avLst/>
          </a:prstGeom>
        </p:spPr>
      </p:pic>
      <p:pic>
        <p:nvPicPr>
          <p:cNvPr id="32" name="Immagine 7" descr="secondario_rgb.png">
            <a:extLst>
              <a:ext uri="{FF2B5EF4-FFF2-40B4-BE49-F238E27FC236}">
                <a16:creationId xmlns:a16="http://schemas.microsoft.com/office/drawing/2014/main" id="{B11DDA16-505C-4E48-AE7E-F60AD8430A8C}"/>
              </a:ext>
            </a:extLst>
          </p:cNvPr>
          <p:cNvPicPr>
            <a:picLocks noChangeAspect="1"/>
          </p:cNvPicPr>
          <p:nvPr userDrawn="1"/>
        </p:nvPicPr>
        <p:blipFill>
          <a:blip r:embed="rId10"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6" name="Segnaposto numero diapositiva 1">
            <a:extLst>
              <a:ext uri="{FF2B5EF4-FFF2-40B4-BE49-F238E27FC236}">
                <a16:creationId xmlns:a16="http://schemas.microsoft.com/office/drawing/2014/main" id="{3ECDCA88-62C1-448A-BC05-813BB6A92A3D}"/>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pic>
        <p:nvPicPr>
          <p:cNvPr id="7" name="Immagine 7" descr="secondario_rgb.png">
            <a:extLst>
              <a:ext uri="{FF2B5EF4-FFF2-40B4-BE49-F238E27FC236}">
                <a16:creationId xmlns:a16="http://schemas.microsoft.com/office/drawing/2014/main" id="{FCF190C9-8F4C-4F28-9D37-83C32001E727}"/>
              </a:ext>
            </a:extLst>
          </p:cNvPr>
          <p:cNvPicPr>
            <a:picLocks noChangeAspect="1"/>
          </p:cNvPicPr>
          <p:nvPr userDrawn="1"/>
        </p:nvPicPr>
        <p:blipFill>
          <a:blip r:embed="rId10" cstate="print">
            <a:extLst>
              <a:ext uri="{28A0092B-C50C-407E-A947-70E740481C1C}">
                <a14:useLocalDpi xmlns:a14="http://schemas.microsoft.com/office/drawing/2010/main"/>
              </a:ext>
            </a:extLst>
          </a:blip>
          <a:stretch>
            <a:fillRect/>
          </a:stretch>
        </p:blipFill>
        <p:spPr>
          <a:xfrm>
            <a:off x="10910659" y="301729"/>
            <a:ext cx="985433" cy="260903"/>
          </a:xfrm>
          <a:prstGeom prst="rect">
            <a:avLst/>
          </a:prstGeom>
        </p:spPr>
      </p:pic>
      <p:pic>
        <p:nvPicPr>
          <p:cNvPr id="105" name="Immagine 13">
            <a:extLst>
              <a:ext uri="{FF2B5EF4-FFF2-40B4-BE49-F238E27FC236}">
                <a16:creationId xmlns:a16="http://schemas.microsoft.com/office/drawing/2014/main" id="{B7441C9E-126C-4AA2-8AA0-DC193F9FC0BA}"/>
              </a:ext>
            </a:extLst>
          </p:cNvPr>
          <p:cNvPicPr>
            <a:picLocks noChangeAspect="1"/>
          </p:cNvPicPr>
          <p:nvPr userDrawn="1">
            <p:custDataLst>
              <p:tags r:id="rId1"/>
            </p:custDataLst>
          </p:nvPr>
        </p:nvPicPr>
        <p:blipFill>
          <a:blip r:embed="rId11" cstate="print">
            <a:duotone>
              <a:srgbClr val="006EB8">
                <a:shade val="45000"/>
                <a:satMod val="135000"/>
              </a:srgbClr>
              <a:prstClr val="white"/>
            </a:duotone>
            <a:extLst>
              <a:ext uri="{28A0092B-C50C-407E-A947-70E740481C1C}">
                <a14:useLocalDpi xmlns:a14="http://schemas.microsoft.com/office/drawing/2010/main" val="0"/>
              </a:ext>
            </a:extLst>
          </a:blip>
          <a:stretch>
            <a:fillRect/>
          </a:stretch>
        </p:blipFill>
        <p:spPr>
          <a:xfrm>
            <a:off x="1805712" y="3094472"/>
            <a:ext cx="295079" cy="308293"/>
          </a:xfrm>
          <a:prstGeom prst="rect">
            <a:avLst/>
          </a:prstGeom>
        </p:spPr>
      </p:pic>
      <p:pic>
        <p:nvPicPr>
          <p:cNvPr id="106" name="Immagine 48">
            <a:extLst>
              <a:ext uri="{FF2B5EF4-FFF2-40B4-BE49-F238E27FC236}">
                <a16:creationId xmlns:a16="http://schemas.microsoft.com/office/drawing/2014/main" id="{B84EA41D-1A11-4EA0-902E-CA8C4CA9EA89}"/>
              </a:ext>
            </a:extLst>
          </p:cNvPr>
          <p:cNvPicPr>
            <a:picLocks noChangeAspect="1"/>
          </p:cNvPicPr>
          <p:nvPr userDrawn="1">
            <p:custDataLst>
              <p:tags r:id="rId2"/>
            </p:custDataLst>
          </p:nvPr>
        </p:nvPicPr>
        <p:blipFill>
          <a:blip r:embed="rId12" cstate="print">
            <a:duotone>
              <a:srgbClr val="006EB8">
                <a:shade val="45000"/>
                <a:satMod val="135000"/>
              </a:srgbClr>
              <a:prstClr val="white"/>
            </a:duotone>
            <a:extLst>
              <a:ext uri="{28A0092B-C50C-407E-A947-70E740481C1C}">
                <a14:useLocalDpi xmlns:a14="http://schemas.microsoft.com/office/drawing/2010/main" val="0"/>
              </a:ext>
            </a:extLst>
          </a:blip>
          <a:stretch>
            <a:fillRect/>
          </a:stretch>
        </p:blipFill>
        <p:spPr>
          <a:xfrm>
            <a:off x="1810687" y="2372885"/>
            <a:ext cx="293180" cy="344937"/>
          </a:xfrm>
          <a:prstGeom prst="rect">
            <a:avLst/>
          </a:prstGeom>
        </p:spPr>
      </p:pic>
      <p:cxnSp>
        <p:nvCxnSpPr>
          <p:cNvPr id="107" name="Straight Connector 81">
            <a:extLst>
              <a:ext uri="{FF2B5EF4-FFF2-40B4-BE49-F238E27FC236}">
                <a16:creationId xmlns:a16="http://schemas.microsoft.com/office/drawing/2014/main" id="{A12BB47A-355B-4FA0-9376-8E89B2161B94}"/>
              </a:ext>
            </a:extLst>
          </p:cNvPr>
          <p:cNvCxnSpPr/>
          <p:nvPr userDrawn="1">
            <p:custDataLst>
              <p:tags r:id="rId3"/>
            </p:custDataLst>
          </p:nvPr>
        </p:nvCxnSpPr>
        <p:spPr>
          <a:xfrm>
            <a:off x="2347413" y="3579654"/>
            <a:ext cx="8158538" cy="0"/>
          </a:xfrm>
          <a:prstGeom prst="line">
            <a:avLst/>
          </a:prstGeom>
          <a:noFill/>
          <a:ln w="6350" cap="flat" cmpd="sng" algn="ctr">
            <a:solidFill>
              <a:srgbClr val="FFFFFF">
                <a:lumMod val="85000"/>
              </a:srgbClr>
            </a:solidFill>
            <a:prstDash val="solid"/>
            <a:miter lim="800000"/>
          </a:ln>
          <a:effectLst/>
        </p:spPr>
      </p:cxnSp>
      <p:cxnSp>
        <p:nvCxnSpPr>
          <p:cNvPr id="108" name="Straight Connector 82">
            <a:extLst>
              <a:ext uri="{FF2B5EF4-FFF2-40B4-BE49-F238E27FC236}">
                <a16:creationId xmlns:a16="http://schemas.microsoft.com/office/drawing/2014/main" id="{7D28E909-6EA3-45E8-83B6-6F9246F9AF5E}"/>
              </a:ext>
            </a:extLst>
          </p:cNvPr>
          <p:cNvCxnSpPr/>
          <p:nvPr userDrawn="1">
            <p:custDataLst>
              <p:tags r:id="rId4"/>
            </p:custDataLst>
          </p:nvPr>
        </p:nvCxnSpPr>
        <p:spPr>
          <a:xfrm>
            <a:off x="2347413" y="4972517"/>
            <a:ext cx="8158538" cy="0"/>
          </a:xfrm>
          <a:prstGeom prst="line">
            <a:avLst/>
          </a:prstGeom>
          <a:noFill/>
          <a:ln w="6350" cap="flat" cmpd="sng" algn="ctr">
            <a:solidFill>
              <a:srgbClr val="FFFFFF">
                <a:lumMod val="85000"/>
              </a:srgbClr>
            </a:solidFill>
            <a:prstDash val="solid"/>
            <a:miter lim="800000"/>
          </a:ln>
          <a:effectLst/>
        </p:spPr>
      </p:cxnSp>
      <p:cxnSp>
        <p:nvCxnSpPr>
          <p:cNvPr id="109" name="Straight Connector 83">
            <a:extLst>
              <a:ext uri="{FF2B5EF4-FFF2-40B4-BE49-F238E27FC236}">
                <a16:creationId xmlns:a16="http://schemas.microsoft.com/office/drawing/2014/main" id="{672283DE-0335-44EA-868E-34A71FA7719A}"/>
              </a:ext>
            </a:extLst>
          </p:cNvPr>
          <p:cNvCxnSpPr/>
          <p:nvPr userDrawn="1">
            <p:custDataLst>
              <p:tags r:id="rId5"/>
            </p:custDataLst>
          </p:nvPr>
        </p:nvCxnSpPr>
        <p:spPr>
          <a:xfrm>
            <a:off x="2347413" y="2942785"/>
            <a:ext cx="8158538" cy="0"/>
          </a:xfrm>
          <a:prstGeom prst="line">
            <a:avLst/>
          </a:prstGeom>
          <a:noFill/>
          <a:ln w="6350" cap="flat" cmpd="sng" algn="ctr">
            <a:solidFill>
              <a:srgbClr val="FFFFFF">
                <a:lumMod val="85000"/>
              </a:srgbClr>
            </a:solidFill>
            <a:prstDash val="solid"/>
            <a:miter lim="800000"/>
          </a:ln>
          <a:effectLst/>
        </p:spPr>
      </p:cxnSp>
      <p:pic>
        <p:nvPicPr>
          <p:cNvPr id="110" name="Immagine 30">
            <a:extLst>
              <a:ext uri="{FF2B5EF4-FFF2-40B4-BE49-F238E27FC236}">
                <a16:creationId xmlns:a16="http://schemas.microsoft.com/office/drawing/2014/main" id="{BD6F8CAA-96DE-487D-98C5-0A5B293C8228}"/>
              </a:ext>
            </a:extLst>
          </p:cNvPr>
          <p:cNvPicPr>
            <a:picLocks noChangeAspect="1"/>
          </p:cNvPicPr>
          <p:nvPr userDrawn="1"/>
        </p:nvPicPr>
        <p:blipFill>
          <a:blip r:embed="rId13" cstate="print">
            <a:duotone>
              <a:srgbClr val="006EB8">
                <a:shade val="45000"/>
                <a:satMod val="135000"/>
              </a:srgbClr>
              <a:prstClr val="white"/>
            </a:duotone>
            <a:extLst>
              <a:ext uri="{28A0092B-C50C-407E-A947-70E740481C1C}">
                <a14:useLocalDpi xmlns:a14="http://schemas.microsoft.com/office/drawing/2010/main" val="0"/>
              </a:ext>
            </a:extLst>
          </a:blip>
          <a:stretch>
            <a:fillRect/>
          </a:stretch>
        </p:blipFill>
        <p:spPr>
          <a:xfrm>
            <a:off x="1777195" y="5118133"/>
            <a:ext cx="376334" cy="300130"/>
          </a:xfrm>
          <a:prstGeom prst="rect">
            <a:avLst/>
          </a:prstGeom>
        </p:spPr>
      </p:pic>
      <p:pic>
        <p:nvPicPr>
          <p:cNvPr id="111" name="Picture 86">
            <a:extLst>
              <a:ext uri="{FF2B5EF4-FFF2-40B4-BE49-F238E27FC236}">
                <a16:creationId xmlns:a16="http://schemas.microsoft.com/office/drawing/2014/main" id="{C3EBB6E2-C45B-4538-AB77-6CD9493FDA01}"/>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2807047" y="1812005"/>
            <a:ext cx="767060" cy="219468"/>
          </a:xfrm>
          <a:prstGeom prst="rect">
            <a:avLst/>
          </a:prstGeom>
        </p:spPr>
      </p:pic>
      <p:cxnSp>
        <p:nvCxnSpPr>
          <p:cNvPr id="112" name="Straight Connector 154">
            <a:extLst>
              <a:ext uri="{FF2B5EF4-FFF2-40B4-BE49-F238E27FC236}">
                <a16:creationId xmlns:a16="http://schemas.microsoft.com/office/drawing/2014/main" id="{E145F396-E09A-4630-A863-3F2AC21901BA}"/>
              </a:ext>
            </a:extLst>
          </p:cNvPr>
          <p:cNvCxnSpPr/>
          <p:nvPr userDrawn="1">
            <p:custDataLst>
              <p:tags r:id="rId6"/>
            </p:custDataLst>
          </p:nvPr>
        </p:nvCxnSpPr>
        <p:spPr>
          <a:xfrm>
            <a:off x="2347413" y="4568440"/>
            <a:ext cx="8158538" cy="0"/>
          </a:xfrm>
          <a:prstGeom prst="line">
            <a:avLst/>
          </a:prstGeom>
          <a:noFill/>
          <a:ln w="6350" cap="flat" cmpd="sng" algn="ctr">
            <a:solidFill>
              <a:srgbClr val="FFFFFF">
                <a:lumMod val="85000"/>
              </a:srgbClr>
            </a:solidFill>
            <a:prstDash val="solid"/>
            <a:miter lim="800000"/>
          </a:ln>
          <a:effectLst/>
        </p:spPr>
      </p:cxnSp>
      <p:pic>
        <p:nvPicPr>
          <p:cNvPr id="113" name="Picture 3">
            <a:extLst>
              <a:ext uri="{FF2B5EF4-FFF2-40B4-BE49-F238E27FC236}">
                <a16:creationId xmlns:a16="http://schemas.microsoft.com/office/drawing/2014/main" id="{7397CA23-119B-4F09-B192-EBEADE274829}"/>
              </a:ext>
            </a:extLst>
          </p:cNvPr>
          <p:cNvPicPr>
            <a:picLocks noChangeAspect="1" noChangeArrowheads="1"/>
          </p:cNvPicPr>
          <p:nvPr userDrawn="1"/>
        </p:nvPicPr>
        <p:blipFill>
          <a:blip r:embed="rId15" cstate="print">
            <a:duotone>
              <a:srgbClr val="006EB8">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1825943" y="3669706"/>
            <a:ext cx="278838" cy="3081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14" name="Straight Connector 171">
            <a:extLst>
              <a:ext uri="{FF2B5EF4-FFF2-40B4-BE49-F238E27FC236}">
                <a16:creationId xmlns:a16="http://schemas.microsoft.com/office/drawing/2014/main" id="{1D5EDD5E-DE4E-4506-B9E5-232E2A5B2960}"/>
              </a:ext>
            </a:extLst>
          </p:cNvPr>
          <p:cNvCxnSpPr/>
          <p:nvPr userDrawn="1">
            <p:custDataLst>
              <p:tags r:id="rId7"/>
            </p:custDataLst>
          </p:nvPr>
        </p:nvCxnSpPr>
        <p:spPr>
          <a:xfrm>
            <a:off x="2347413" y="4109107"/>
            <a:ext cx="8158538" cy="0"/>
          </a:xfrm>
          <a:prstGeom prst="line">
            <a:avLst/>
          </a:prstGeom>
          <a:noFill/>
          <a:ln w="6350" cap="flat" cmpd="sng" algn="ctr">
            <a:solidFill>
              <a:srgbClr val="FFFFFF">
                <a:lumMod val="85000"/>
              </a:srgbClr>
            </a:solidFill>
            <a:prstDash val="solid"/>
            <a:miter lim="800000"/>
          </a:ln>
          <a:effectLst/>
        </p:spPr>
      </p:cxnSp>
      <p:pic>
        <p:nvPicPr>
          <p:cNvPr id="115" name="Picture 2">
            <a:extLst>
              <a:ext uri="{FF2B5EF4-FFF2-40B4-BE49-F238E27FC236}">
                <a16:creationId xmlns:a16="http://schemas.microsoft.com/office/drawing/2014/main" id="{D1A0696A-39EC-41C4-9F3D-8D7B06CD4F6B}"/>
              </a:ext>
            </a:extLst>
          </p:cNvPr>
          <p:cNvPicPr>
            <a:picLocks noChangeAspect="1" noChangeArrowheads="1"/>
          </p:cNvPicPr>
          <p:nvPr userDrawn="1"/>
        </p:nvPicPr>
        <p:blipFill>
          <a:blip r:embed="rId16" cstate="print">
            <a:extLst>
              <a:ext uri="{BEBA8EAE-BF5A-486C-A8C5-ECC9F3942E4B}">
                <a14:imgProps xmlns:a14="http://schemas.microsoft.com/office/drawing/2010/main">
                  <a14:imgLayer r:embed="rId17">
                    <a14:imgEffect>
                      <a14:backgroundRemoval t="0" b="100000" l="0" r="100000">
                        <a14:foregroundMark x1="64889" y1="31111" x2="34222" y2="73333"/>
                      </a14:backgroundRemoval>
                    </a14:imgEffect>
                    <a14:imgEffect>
                      <a14:sharpenSoften amount="50000"/>
                    </a14:imgEffect>
                    <a14:imgEffect>
                      <a14:saturation sat="200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808704" y="4170175"/>
            <a:ext cx="289094" cy="3194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6" name="Picture 2">
            <a:extLst>
              <a:ext uri="{FF2B5EF4-FFF2-40B4-BE49-F238E27FC236}">
                <a16:creationId xmlns:a16="http://schemas.microsoft.com/office/drawing/2014/main" id="{97278DA6-6C97-4ECD-B653-4EB33BE7A1E7}"/>
              </a:ext>
            </a:extLst>
          </p:cNvPr>
          <p:cNvPicPr>
            <a:picLocks noChangeAspect="1" noChangeArrowheads="1"/>
          </p:cNvPicPr>
          <p:nvPr userDrawn="1"/>
        </p:nvPicPr>
        <p:blipFill>
          <a:blip r:embed="rId1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797738" y="4589877"/>
            <a:ext cx="318202" cy="3516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81075235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oft launch">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65FAEDF1-FF87-466B-AE89-570B5E66E2CD}"/>
              </a:ext>
            </a:extLst>
          </p:cNvPr>
          <p:cNvSpPr/>
          <p:nvPr userDrawn="1"/>
        </p:nvSpPr>
        <p:spPr>
          <a:xfrm>
            <a:off x="-7116"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6" name="Retângulo: Cantos Superiores Arredondados 5">
            <a:extLst>
              <a:ext uri="{FF2B5EF4-FFF2-40B4-BE49-F238E27FC236}">
                <a16:creationId xmlns:a16="http://schemas.microsoft.com/office/drawing/2014/main" id="{58280137-A574-49A2-B09A-F3051C4607DC}"/>
              </a:ext>
            </a:extLst>
          </p:cNvPr>
          <p:cNvSpPr/>
          <p:nvPr userDrawn="1"/>
        </p:nvSpPr>
        <p:spPr>
          <a:xfrm>
            <a:off x="202258" y="758814"/>
            <a:ext cx="11787484" cy="5658727"/>
          </a:xfrm>
          <a:prstGeom prst="round2SameRect">
            <a:avLst>
              <a:gd name="adj1" fmla="val 3194"/>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pt-BR" sz="1400" b="1">
              <a:latin typeface="Arial Narrow" panose="020B0606020202030204" pitchFamily="34" charset="0"/>
            </a:endParaRP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497168" y="1924334"/>
            <a:ext cx="11197665" cy="429085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2" name="Retângulo: Cantos Arredondados 1">
            <a:extLst>
              <a:ext uri="{FF2B5EF4-FFF2-40B4-BE49-F238E27FC236}">
                <a16:creationId xmlns:a16="http://schemas.microsoft.com/office/drawing/2014/main" id="{F493033D-E5EB-4D57-BC5C-E6ED19E15ABB}"/>
              </a:ext>
            </a:extLst>
          </p:cNvPr>
          <p:cNvSpPr/>
          <p:nvPr userDrawn="1"/>
        </p:nvSpPr>
        <p:spPr>
          <a:xfrm>
            <a:off x="669391" y="179801"/>
            <a:ext cx="4553278"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SOFT LAUNCH DA SOLUÇÃO</a:t>
            </a:r>
          </a:p>
        </p:txBody>
      </p:sp>
      <p:sp>
        <p:nvSpPr>
          <p:cNvPr id="3" name="object 30">
            <a:extLst>
              <a:ext uri="{FF2B5EF4-FFF2-40B4-BE49-F238E27FC236}">
                <a16:creationId xmlns:a16="http://schemas.microsoft.com/office/drawing/2014/main" id="{A1502214-612A-4873-AB04-BA706CA8483D}"/>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4" name="object 31">
            <a:extLst>
              <a:ext uri="{FF2B5EF4-FFF2-40B4-BE49-F238E27FC236}">
                <a16:creationId xmlns:a16="http://schemas.microsoft.com/office/drawing/2014/main" id="{41469CE5-9CED-43C0-9FDC-ECDE2ABE0849}"/>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5" name="Imagem 4">
            <a:extLst>
              <a:ext uri="{FF2B5EF4-FFF2-40B4-BE49-F238E27FC236}">
                <a16:creationId xmlns:a16="http://schemas.microsoft.com/office/drawing/2014/main" id="{C0CBF0DC-E284-4A17-9275-67B6F10E26C8}"/>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32" name="Immagine 7" descr="secondario_rgb.png">
            <a:extLst>
              <a:ext uri="{FF2B5EF4-FFF2-40B4-BE49-F238E27FC236}">
                <a16:creationId xmlns:a16="http://schemas.microsoft.com/office/drawing/2014/main" id="{B11DDA16-505C-4E48-AE7E-F60AD8430A8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6" name="Segnaposto numero diapositiva 1">
            <a:extLst>
              <a:ext uri="{FF2B5EF4-FFF2-40B4-BE49-F238E27FC236}">
                <a16:creationId xmlns:a16="http://schemas.microsoft.com/office/drawing/2014/main" id="{3ECDCA88-62C1-448A-BC05-813BB6A92A3D}"/>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pic>
        <p:nvPicPr>
          <p:cNvPr id="7" name="Immagine 7" descr="secondario_rgb.png">
            <a:extLst>
              <a:ext uri="{FF2B5EF4-FFF2-40B4-BE49-F238E27FC236}">
                <a16:creationId xmlns:a16="http://schemas.microsoft.com/office/drawing/2014/main" id="{FCF190C9-8F4C-4F28-9D37-83C32001E72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1729"/>
            <a:ext cx="985433" cy="260903"/>
          </a:xfrm>
          <a:prstGeom prst="rect">
            <a:avLst/>
          </a:prstGeom>
        </p:spPr>
      </p:pic>
      <p:sp>
        <p:nvSpPr>
          <p:cNvPr id="24" name="Retângulo 23">
            <a:extLst>
              <a:ext uri="{FF2B5EF4-FFF2-40B4-BE49-F238E27FC236}">
                <a16:creationId xmlns:a16="http://schemas.microsoft.com/office/drawing/2014/main" id="{396FF984-04D2-476D-8BE0-6F5B167C4AA6}"/>
              </a:ext>
            </a:extLst>
          </p:cNvPr>
          <p:cNvSpPr/>
          <p:nvPr userDrawn="1"/>
        </p:nvSpPr>
        <p:spPr>
          <a:xfrm>
            <a:off x="497168" y="1119630"/>
            <a:ext cx="11197665" cy="6378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25" name="Retângulo: Cantos Arredondados 24">
            <a:extLst>
              <a:ext uri="{FF2B5EF4-FFF2-40B4-BE49-F238E27FC236}">
                <a16:creationId xmlns:a16="http://schemas.microsoft.com/office/drawing/2014/main" id="{B0BABAB1-AFF2-49E6-B133-D49CA9CD180A}"/>
              </a:ext>
            </a:extLst>
          </p:cNvPr>
          <p:cNvSpPr/>
          <p:nvPr userDrawn="1"/>
        </p:nvSpPr>
        <p:spPr>
          <a:xfrm>
            <a:off x="560206" y="1183256"/>
            <a:ext cx="5796000"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600" b="1">
                <a:solidFill>
                  <a:schemeClr val="tx1"/>
                </a:solidFill>
                <a:latin typeface="Arial Narrow" panose="020B0606020202030204" pitchFamily="34" charset="0"/>
              </a:rPr>
              <a:t>FOI IDEALIZADO UM MODELO DE SOFT LAUNCH PARA A SOLUÇÃO?</a:t>
            </a:r>
          </a:p>
        </p:txBody>
      </p:sp>
      <p:sp>
        <p:nvSpPr>
          <p:cNvPr id="26" name="Retângulo 25">
            <a:extLst>
              <a:ext uri="{FF2B5EF4-FFF2-40B4-BE49-F238E27FC236}">
                <a16:creationId xmlns:a16="http://schemas.microsoft.com/office/drawing/2014/main" id="{EE377341-645C-42A2-B44A-C1CC5B20DEE3}"/>
              </a:ext>
            </a:extLst>
          </p:cNvPr>
          <p:cNvSpPr/>
          <p:nvPr userDrawn="1"/>
        </p:nvSpPr>
        <p:spPr>
          <a:xfrm>
            <a:off x="10727141" y="1259332"/>
            <a:ext cx="670290" cy="358403"/>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27" name="Retângulo 26">
            <a:extLst>
              <a:ext uri="{FF2B5EF4-FFF2-40B4-BE49-F238E27FC236}">
                <a16:creationId xmlns:a16="http://schemas.microsoft.com/office/drawing/2014/main" id="{E9B444A0-6075-4D86-8C2B-2F0D583A12B5}"/>
              </a:ext>
            </a:extLst>
          </p:cNvPr>
          <p:cNvSpPr/>
          <p:nvPr userDrawn="1"/>
        </p:nvSpPr>
        <p:spPr>
          <a:xfrm>
            <a:off x="9040867" y="1259332"/>
            <a:ext cx="670290" cy="358403"/>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28" name="Retângulo: Cantos Arredondados 27">
            <a:extLst>
              <a:ext uri="{FF2B5EF4-FFF2-40B4-BE49-F238E27FC236}">
                <a16:creationId xmlns:a16="http://schemas.microsoft.com/office/drawing/2014/main" id="{7671FDAB-4313-41E0-86B3-AD6A3B39F63F}"/>
              </a:ext>
            </a:extLst>
          </p:cNvPr>
          <p:cNvSpPr/>
          <p:nvPr userDrawn="1"/>
        </p:nvSpPr>
        <p:spPr>
          <a:xfrm>
            <a:off x="8447950" y="1183256"/>
            <a:ext cx="58844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600" b="1">
                <a:solidFill>
                  <a:schemeClr val="tx1"/>
                </a:solidFill>
                <a:latin typeface="Arial Narrow" panose="020B0606020202030204" pitchFamily="34" charset="0"/>
              </a:rPr>
              <a:t>Sim</a:t>
            </a:r>
          </a:p>
        </p:txBody>
      </p:sp>
      <p:sp>
        <p:nvSpPr>
          <p:cNvPr id="29" name="Retângulo: Cantos Arredondados 28">
            <a:extLst>
              <a:ext uri="{FF2B5EF4-FFF2-40B4-BE49-F238E27FC236}">
                <a16:creationId xmlns:a16="http://schemas.microsoft.com/office/drawing/2014/main" id="{8AC6DE37-52C7-4886-A07E-AB92ABEB2ACD}"/>
              </a:ext>
            </a:extLst>
          </p:cNvPr>
          <p:cNvSpPr/>
          <p:nvPr userDrawn="1"/>
        </p:nvSpPr>
        <p:spPr>
          <a:xfrm>
            <a:off x="10115258" y="1183256"/>
            <a:ext cx="58844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pt-BR" sz="1600" b="1">
                <a:solidFill>
                  <a:schemeClr val="tx1"/>
                </a:solidFill>
                <a:latin typeface="Arial Narrow" panose="020B0606020202030204" pitchFamily="34" charset="0"/>
              </a:rPr>
              <a:t>Não</a:t>
            </a:r>
          </a:p>
        </p:txBody>
      </p:sp>
      <p:sp>
        <p:nvSpPr>
          <p:cNvPr id="19" name="Espaço Reservado para Texto 46">
            <a:extLst>
              <a:ext uri="{FF2B5EF4-FFF2-40B4-BE49-F238E27FC236}">
                <a16:creationId xmlns:a16="http://schemas.microsoft.com/office/drawing/2014/main" id="{46E978F6-5437-4D08-B311-1DDBB35E7349}"/>
              </a:ext>
            </a:extLst>
          </p:cNvPr>
          <p:cNvSpPr>
            <a:spLocks noGrp="1"/>
          </p:cNvSpPr>
          <p:nvPr>
            <p:ph type="body" sz="quarter" idx="28" hasCustomPrompt="1"/>
          </p:nvPr>
        </p:nvSpPr>
        <p:spPr>
          <a:xfrm>
            <a:off x="512115" y="1944324"/>
            <a:ext cx="11182718" cy="4315769"/>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Descreva o modelo de Soft </a:t>
            </a:r>
            <a:r>
              <a:rPr lang="pt-BR" err="1"/>
              <a:t>Launch</a:t>
            </a:r>
            <a:r>
              <a:rPr lang="pt-BR"/>
              <a:t> idealizado para esta solução, identificando todas as particularidades.</a:t>
            </a:r>
          </a:p>
        </p:txBody>
      </p:sp>
    </p:spTree>
    <p:extLst>
      <p:ext uri="{BB962C8B-B14F-4D97-AF65-F5344CB8AC3E}">
        <p14:creationId xmlns:p14="http://schemas.microsoft.com/office/powerpoint/2010/main" val="42277193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CEITO E PROPOSIÇÃO">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65FAEDF1-FF87-466B-AE89-570B5E66E2CD}"/>
              </a:ext>
            </a:extLst>
          </p:cNvPr>
          <p:cNvSpPr/>
          <p:nvPr userDrawn="1"/>
        </p:nvSpPr>
        <p:spPr>
          <a:xfrm>
            <a:off x="-7116"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2" name="Retângulo: Cantos Superiores Arredondados 11">
            <a:extLst>
              <a:ext uri="{FF2B5EF4-FFF2-40B4-BE49-F238E27FC236}">
                <a16:creationId xmlns:a16="http://schemas.microsoft.com/office/drawing/2014/main" id="{9D7C437D-BA82-451B-BD2F-CD8C1053CF9B}"/>
              </a:ext>
            </a:extLst>
          </p:cNvPr>
          <p:cNvSpPr/>
          <p:nvPr userDrawn="1"/>
        </p:nvSpPr>
        <p:spPr>
          <a:xfrm>
            <a:off x="3193576" y="758812"/>
            <a:ext cx="5390865" cy="5602138"/>
          </a:xfrm>
          <a:prstGeom prst="round2SameRect">
            <a:avLst>
              <a:gd name="adj1" fmla="val 5299"/>
              <a:gd name="adj2" fmla="val 0"/>
            </a:avLst>
          </a:prstGeom>
          <a:solidFill>
            <a:srgbClr val="133765"/>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PROPOSIÇÃO</a:t>
            </a:r>
          </a:p>
        </p:txBody>
      </p:sp>
      <p:sp>
        <p:nvSpPr>
          <p:cNvPr id="2" name="Retângulo: Cantos Arredondados 1">
            <a:extLst>
              <a:ext uri="{FF2B5EF4-FFF2-40B4-BE49-F238E27FC236}">
                <a16:creationId xmlns:a16="http://schemas.microsoft.com/office/drawing/2014/main" id="{F493033D-E5EB-4D57-BC5C-E6ED19E15ABB}"/>
              </a:ext>
            </a:extLst>
          </p:cNvPr>
          <p:cNvSpPr/>
          <p:nvPr userDrawn="1"/>
        </p:nvSpPr>
        <p:spPr>
          <a:xfrm>
            <a:off x="669391" y="179801"/>
            <a:ext cx="4039087"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CONCEITO E PROPOSIÇÃO</a:t>
            </a:r>
          </a:p>
        </p:txBody>
      </p:sp>
      <p:sp>
        <p:nvSpPr>
          <p:cNvPr id="3" name="object 30">
            <a:extLst>
              <a:ext uri="{FF2B5EF4-FFF2-40B4-BE49-F238E27FC236}">
                <a16:creationId xmlns:a16="http://schemas.microsoft.com/office/drawing/2014/main" id="{A1502214-612A-4873-AB04-BA706CA8483D}"/>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4" name="object 31">
            <a:extLst>
              <a:ext uri="{FF2B5EF4-FFF2-40B4-BE49-F238E27FC236}">
                <a16:creationId xmlns:a16="http://schemas.microsoft.com/office/drawing/2014/main" id="{41469CE5-9CED-43C0-9FDC-ECDE2ABE0849}"/>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5" name="Imagem 4">
            <a:extLst>
              <a:ext uri="{FF2B5EF4-FFF2-40B4-BE49-F238E27FC236}">
                <a16:creationId xmlns:a16="http://schemas.microsoft.com/office/drawing/2014/main" id="{C0CBF0DC-E284-4A17-9275-67B6F10E26C8}"/>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32" name="Immagine 7" descr="secondario_rgb.png">
            <a:extLst>
              <a:ext uri="{FF2B5EF4-FFF2-40B4-BE49-F238E27FC236}">
                <a16:creationId xmlns:a16="http://schemas.microsoft.com/office/drawing/2014/main" id="{B11DDA16-505C-4E48-AE7E-F60AD8430A8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6" name="Segnaposto numero diapositiva 1">
            <a:extLst>
              <a:ext uri="{FF2B5EF4-FFF2-40B4-BE49-F238E27FC236}">
                <a16:creationId xmlns:a16="http://schemas.microsoft.com/office/drawing/2014/main" id="{3ECDCA88-62C1-448A-BC05-813BB6A92A3D}"/>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pic>
        <p:nvPicPr>
          <p:cNvPr id="7" name="Immagine 7" descr="secondario_rgb.png">
            <a:extLst>
              <a:ext uri="{FF2B5EF4-FFF2-40B4-BE49-F238E27FC236}">
                <a16:creationId xmlns:a16="http://schemas.microsoft.com/office/drawing/2014/main" id="{FCF190C9-8F4C-4F28-9D37-83C32001E72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1729"/>
            <a:ext cx="985433" cy="260903"/>
          </a:xfrm>
          <a:prstGeom prst="rect">
            <a:avLst/>
          </a:prstGeom>
        </p:spPr>
      </p:pic>
      <p:sp>
        <p:nvSpPr>
          <p:cNvPr id="8" name="Retângulo: Cantos Superiores Arredondados 7">
            <a:extLst>
              <a:ext uri="{FF2B5EF4-FFF2-40B4-BE49-F238E27FC236}">
                <a16:creationId xmlns:a16="http://schemas.microsoft.com/office/drawing/2014/main" id="{62277448-16FB-4BFA-9EEE-1BBFC37917D3}"/>
              </a:ext>
            </a:extLst>
          </p:cNvPr>
          <p:cNvSpPr/>
          <p:nvPr userDrawn="1"/>
        </p:nvSpPr>
        <p:spPr>
          <a:xfrm>
            <a:off x="9103057" y="758815"/>
            <a:ext cx="2896714" cy="5602138"/>
          </a:xfrm>
          <a:prstGeom prst="round2SameRect">
            <a:avLst>
              <a:gd name="adj1" fmla="val 3194"/>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OBJETIVOS TIM</a:t>
            </a:r>
          </a:p>
        </p:txBody>
      </p:sp>
      <p:sp>
        <p:nvSpPr>
          <p:cNvPr id="9" name="Retângulo: Cantos Superiores Arredondados 8">
            <a:extLst>
              <a:ext uri="{FF2B5EF4-FFF2-40B4-BE49-F238E27FC236}">
                <a16:creationId xmlns:a16="http://schemas.microsoft.com/office/drawing/2014/main" id="{08BFA2EA-6A99-4320-8CBC-2DD0C5D2ED28}"/>
              </a:ext>
            </a:extLst>
          </p:cNvPr>
          <p:cNvSpPr/>
          <p:nvPr userDrawn="1"/>
        </p:nvSpPr>
        <p:spPr>
          <a:xfrm>
            <a:off x="192230" y="758811"/>
            <a:ext cx="2469084" cy="5602137"/>
          </a:xfrm>
          <a:prstGeom prst="round2SameRect">
            <a:avLst>
              <a:gd name="adj1" fmla="val 3194"/>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PÚBLICO ALVO</a:t>
            </a:r>
          </a:p>
        </p:txBody>
      </p:sp>
      <p:sp>
        <p:nvSpPr>
          <p:cNvPr id="13" name="Seta: Divisa 12">
            <a:extLst>
              <a:ext uri="{FF2B5EF4-FFF2-40B4-BE49-F238E27FC236}">
                <a16:creationId xmlns:a16="http://schemas.microsoft.com/office/drawing/2014/main" id="{0801B55F-C9E3-4116-B077-E49C98177CB0}"/>
              </a:ext>
            </a:extLst>
          </p:cNvPr>
          <p:cNvSpPr/>
          <p:nvPr userDrawn="1"/>
        </p:nvSpPr>
        <p:spPr>
          <a:xfrm>
            <a:off x="2766952" y="2174633"/>
            <a:ext cx="339368" cy="3107047"/>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5" name="Seta: Divisa 14">
            <a:extLst>
              <a:ext uri="{FF2B5EF4-FFF2-40B4-BE49-F238E27FC236}">
                <a16:creationId xmlns:a16="http://schemas.microsoft.com/office/drawing/2014/main" id="{B272F524-4641-4391-AD48-AA834E6C8234}"/>
              </a:ext>
            </a:extLst>
          </p:cNvPr>
          <p:cNvSpPr/>
          <p:nvPr userDrawn="1"/>
        </p:nvSpPr>
        <p:spPr>
          <a:xfrm>
            <a:off x="8671697" y="2174633"/>
            <a:ext cx="339368" cy="3107047"/>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27" name="Retângulo 26">
            <a:extLst>
              <a:ext uri="{FF2B5EF4-FFF2-40B4-BE49-F238E27FC236}">
                <a16:creationId xmlns:a16="http://schemas.microsoft.com/office/drawing/2014/main" id="{A0C0B87D-7B76-4F13-B171-95E6209991D0}"/>
              </a:ext>
            </a:extLst>
          </p:cNvPr>
          <p:cNvSpPr/>
          <p:nvPr userDrawn="1"/>
        </p:nvSpPr>
        <p:spPr>
          <a:xfrm>
            <a:off x="343174" y="1171306"/>
            <a:ext cx="2195312" cy="502161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28" name="Espaço Reservado para Texto 46">
            <a:extLst>
              <a:ext uri="{FF2B5EF4-FFF2-40B4-BE49-F238E27FC236}">
                <a16:creationId xmlns:a16="http://schemas.microsoft.com/office/drawing/2014/main" id="{1EC03F64-D4F3-474A-A6C2-FFA88CC55030}"/>
              </a:ext>
            </a:extLst>
          </p:cNvPr>
          <p:cNvSpPr>
            <a:spLocks noGrp="1"/>
          </p:cNvSpPr>
          <p:nvPr>
            <p:ph type="body" sz="quarter" idx="33" hasCustomPrompt="1"/>
          </p:nvPr>
        </p:nvSpPr>
        <p:spPr>
          <a:xfrm>
            <a:off x="331354" y="1157531"/>
            <a:ext cx="2207132" cy="5049102"/>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Descreva o público alvo deste projeto.</a:t>
            </a:r>
          </a:p>
        </p:txBody>
      </p:sp>
      <p:sp>
        <p:nvSpPr>
          <p:cNvPr id="29" name="Retângulo 28">
            <a:extLst>
              <a:ext uri="{FF2B5EF4-FFF2-40B4-BE49-F238E27FC236}">
                <a16:creationId xmlns:a16="http://schemas.microsoft.com/office/drawing/2014/main" id="{5C4135F5-1BB4-4BEB-8C6F-1658233CB9C4}"/>
              </a:ext>
            </a:extLst>
          </p:cNvPr>
          <p:cNvSpPr/>
          <p:nvPr userDrawn="1"/>
        </p:nvSpPr>
        <p:spPr>
          <a:xfrm>
            <a:off x="9245816" y="1157531"/>
            <a:ext cx="2628478" cy="503538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30" name="Espaço Reservado para Texto 46">
            <a:extLst>
              <a:ext uri="{FF2B5EF4-FFF2-40B4-BE49-F238E27FC236}">
                <a16:creationId xmlns:a16="http://schemas.microsoft.com/office/drawing/2014/main" id="{CA01CD20-813C-4509-AE1D-B42DBA2D3140}"/>
              </a:ext>
            </a:extLst>
          </p:cNvPr>
          <p:cNvSpPr>
            <a:spLocks noGrp="1"/>
          </p:cNvSpPr>
          <p:nvPr>
            <p:ph type="body" sz="quarter" idx="34" hasCustomPrompt="1"/>
          </p:nvPr>
        </p:nvSpPr>
        <p:spPr>
          <a:xfrm>
            <a:off x="9232168" y="1171305"/>
            <a:ext cx="2616658" cy="5021613"/>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Indique os objetivos deste projeto de forma clara.</a:t>
            </a:r>
          </a:p>
        </p:txBody>
      </p:sp>
      <p:sp>
        <p:nvSpPr>
          <p:cNvPr id="31" name="Retângulo 30">
            <a:extLst>
              <a:ext uri="{FF2B5EF4-FFF2-40B4-BE49-F238E27FC236}">
                <a16:creationId xmlns:a16="http://schemas.microsoft.com/office/drawing/2014/main" id="{6F3FE4FC-2474-478A-AD9D-48F3F9883BFA}"/>
              </a:ext>
            </a:extLst>
          </p:cNvPr>
          <p:cNvSpPr/>
          <p:nvPr userDrawn="1"/>
        </p:nvSpPr>
        <p:spPr>
          <a:xfrm>
            <a:off x="3357347" y="1171305"/>
            <a:ext cx="5067617" cy="23259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PROPOSIÇÃO DE VALOR</a:t>
            </a:r>
          </a:p>
        </p:txBody>
      </p:sp>
      <p:sp>
        <p:nvSpPr>
          <p:cNvPr id="33" name="Espaço Reservado para Texto 46">
            <a:extLst>
              <a:ext uri="{FF2B5EF4-FFF2-40B4-BE49-F238E27FC236}">
                <a16:creationId xmlns:a16="http://schemas.microsoft.com/office/drawing/2014/main" id="{17715AC7-ACC5-45A5-9861-A988397BD6E1}"/>
              </a:ext>
            </a:extLst>
          </p:cNvPr>
          <p:cNvSpPr>
            <a:spLocks noGrp="1"/>
          </p:cNvSpPr>
          <p:nvPr>
            <p:ph type="body" sz="quarter" idx="35" hasCustomPrompt="1"/>
          </p:nvPr>
        </p:nvSpPr>
        <p:spPr>
          <a:xfrm>
            <a:off x="3357347" y="1378976"/>
            <a:ext cx="5067617" cy="2124215"/>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Descreva a proposta de valor deste projeto.</a:t>
            </a:r>
          </a:p>
        </p:txBody>
      </p:sp>
      <p:sp>
        <p:nvSpPr>
          <p:cNvPr id="34" name="Retângulo 33">
            <a:extLst>
              <a:ext uri="{FF2B5EF4-FFF2-40B4-BE49-F238E27FC236}">
                <a16:creationId xmlns:a16="http://schemas.microsoft.com/office/drawing/2014/main" id="{8868C472-7A9A-4108-B114-965173568084}"/>
              </a:ext>
            </a:extLst>
          </p:cNvPr>
          <p:cNvSpPr/>
          <p:nvPr userDrawn="1"/>
        </p:nvSpPr>
        <p:spPr>
          <a:xfrm>
            <a:off x="3357347" y="3664378"/>
            <a:ext cx="5067617" cy="25042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PROPOSIÇÃO E ‘</a:t>
            </a:r>
            <a:r>
              <a:rPr lang="pt-BR" sz="1100" b="1" i="1">
                <a:solidFill>
                  <a:schemeClr val="tx1"/>
                </a:solidFill>
                <a:latin typeface="Arial Narrow" panose="020B0606020202030204" pitchFamily="34" charset="0"/>
              </a:rPr>
              <a:t>PITCH</a:t>
            </a:r>
            <a:r>
              <a:rPr lang="pt-BR" sz="1100" b="1">
                <a:solidFill>
                  <a:schemeClr val="tx1"/>
                </a:solidFill>
                <a:latin typeface="Arial Narrow" panose="020B0606020202030204" pitchFamily="34" charset="0"/>
              </a:rPr>
              <a:t>’ DE VENDAS</a:t>
            </a:r>
          </a:p>
        </p:txBody>
      </p:sp>
      <p:sp>
        <p:nvSpPr>
          <p:cNvPr id="35" name="Espaço Reservado para Texto 46">
            <a:extLst>
              <a:ext uri="{FF2B5EF4-FFF2-40B4-BE49-F238E27FC236}">
                <a16:creationId xmlns:a16="http://schemas.microsoft.com/office/drawing/2014/main" id="{72371E4E-383C-4B30-8361-7D0F8798657F}"/>
              </a:ext>
            </a:extLst>
          </p:cNvPr>
          <p:cNvSpPr>
            <a:spLocks noGrp="1"/>
          </p:cNvSpPr>
          <p:nvPr>
            <p:ph type="body" sz="quarter" idx="36" hasCustomPrompt="1"/>
          </p:nvPr>
        </p:nvSpPr>
        <p:spPr>
          <a:xfrm>
            <a:off x="3357347" y="3906738"/>
            <a:ext cx="5067617" cy="2287047"/>
          </a:xfrm>
        </p:spPr>
        <p:txBody>
          <a:bodyPr>
            <a:normAutofit/>
          </a:bodyPr>
          <a:lstStyle>
            <a:lvl1pPr marL="0" indent="0">
              <a:lnSpc>
                <a:spcPct val="100000"/>
              </a:lnSpc>
              <a:spcBef>
                <a:spcPts val="100"/>
              </a:spcBef>
              <a:buNone/>
              <a:defRPr sz="1050" i="0">
                <a:solidFill>
                  <a:schemeClr val="accent5">
                    <a:lumMod val="50000"/>
                  </a:schemeClr>
                </a:solidFill>
                <a:latin typeface="Arial Narrow" panose="020B0606020202030204" pitchFamily="34" charset="0"/>
              </a:defRPr>
            </a:lvl1pPr>
          </a:lstStyle>
          <a:p>
            <a:pPr lvl="0"/>
            <a:r>
              <a:rPr lang="pt-BR"/>
              <a:t>Descreva a proposta e o ‘</a:t>
            </a:r>
            <a:r>
              <a:rPr lang="pt-BR" err="1"/>
              <a:t>pitch</a:t>
            </a:r>
            <a:r>
              <a:rPr lang="pt-BR"/>
              <a:t>’ de vendas agregado a este projeto.</a:t>
            </a:r>
          </a:p>
        </p:txBody>
      </p:sp>
    </p:spTree>
    <p:extLst>
      <p:ext uri="{BB962C8B-B14F-4D97-AF65-F5344CB8AC3E}">
        <p14:creationId xmlns:p14="http://schemas.microsoft.com/office/powerpoint/2010/main" val="234569871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OVERVIEW DO PROJETO">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65FAEDF1-FF87-466B-AE89-570B5E66E2CD}"/>
              </a:ext>
            </a:extLst>
          </p:cNvPr>
          <p:cNvSpPr/>
          <p:nvPr userDrawn="1"/>
        </p:nvSpPr>
        <p:spPr>
          <a:xfrm>
            <a:off x="-7116"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12" name="Retângulo: Cantos Superiores Arredondados 11">
            <a:extLst>
              <a:ext uri="{FF2B5EF4-FFF2-40B4-BE49-F238E27FC236}">
                <a16:creationId xmlns:a16="http://schemas.microsoft.com/office/drawing/2014/main" id="{9D7C437D-BA82-451B-BD2F-CD8C1053CF9B}"/>
              </a:ext>
            </a:extLst>
          </p:cNvPr>
          <p:cNvSpPr/>
          <p:nvPr userDrawn="1"/>
        </p:nvSpPr>
        <p:spPr>
          <a:xfrm rot="16200000">
            <a:off x="5193921" y="-444896"/>
            <a:ext cx="1800000" cy="11811698"/>
          </a:xfrm>
          <a:prstGeom prst="round2SameRect">
            <a:avLst>
              <a:gd name="adj1" fmla="val 5299"/>
              <a:gd name="adj2" fmla="val 0"/>
            </a:avLst>
          </a:prstGeom>
          <a:solidFill>
            <a:srgbClr val="133765"/>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PREMISSAS</a:t>
            </a:r>
          </a:p>
        </p:txBody>
      </p:sp>
      <p:sp>
        <p:nvSpPr>
          <p:cNvPr id="6" name="Retângulo: Cantos Superiores Arredondados 5">
            <a:extLst>
              <a:ext uri="{FF2B5EF4-FFF2-40B4-BE49-F238E27FC236}">
                <a16:creationId xmlns:a16="http://schemas.microsoft.com/office/drawing/2014/main" id="{58280137-A574-49A2-B09A-F3051C4607DC}"/>
              </a:ext>
            </a:extLst>
          </p:cNvPr>
          <p:cNvSpPr/>
          <p:nvPr userDrawn="1"/>
        </p:nvSpPr>
        <p:spPr>
          <a:xfrm rot="16200000">
            <a:off x="4255837" y="-3294763"/>
            <a:ext cx="3690355" cy="11797512"/>
          </a:xfrm>
          <a:prstGeom prst="round2SameRect">
            <a:avLst>
              <a:gd name="adj1" fmla="val 3194"/>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ESCOPO</a:t>
            </a:r>
          </a:p>
        </p:txBody>
      </p:sp>
      <p:sp>
        <p:nvSpPr>
          <p:cNvPr id="10" name="Retângulo 9">
            <a:extLst>
              <a:ext uri="{FF2B5EF4-FFF2-40B4-BE49-F238E27FC236}">
                <a16:creationId xmlns:a16="http://schemas.microsoft.com/office/drawing/2014/main" id="{6CB08043-A7E9-4C72-AEAE-6B31C0E6D307}"/>
              </a:ext>
            </a:extLst>
          </p:cNvPr>
          <p:cNvSpPr/>
          <p:nvPr userDrawn="1"/>
        </p:nvSpPr>
        <p:spPr>
          <a:xfrm>
            <a:off x="748639" y="4672025"/>
            <a:ext cx="11106079" cy="158235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14" name="Retângulo 13">
            <a:extLst>
              <a:ext uri="{FF2B5EF4-FFF2-40B4-BE49-F238E27FC236}">
                <a16:creationId xmlns:a16="http://schemas.microsoft.com/office/drawing/2014/main" id="{4A256136-F6DE-472D-AA92-FBB9B00DE68B}"/>
              </a:ext>
            </a:extLst>
          </p:cNvPr>
          <p:cNvSpPr/>
          <p:nvPr userDrawn="1"/>
        </p:nvSpPr>
        <p:spPr>
          <a:xfrm>
            <a:off x="750008" y="928274"/>
            <a:ext cx="8602998" cy="332410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RESUMO DO ESCOPO DO PROJETO</a:t>
            </a:r>
          </a:p>
        </p:txBody>
      </p:sp>
      <p:sp>
        <p:nvSpPr>
          <p:cNvPr id="20" name="Retângulo 19">
            <a:extLst>
              <a:ext uri="{FF2B5EF4-FFF2-40B4-BE49-F238E27FC236}">
                <a16:creationId xmlns:a16="http://schemas.microsoft.com/office/drawing/2014/main" id="{1BA34ABB-DC7F-4A2E-B743-E6C3C0A6FA2D}"/>
              </a:ext>
            </a:extLst>
          </p:cNvPr>
          <p:cNvSpPr/>
          <p:nvPr userDrawn="1"/>
        </p:nvSpPr>
        <p:spPr>
          <a:xfrm>
            <a:off x="9452548" y="928273"/>
            <a:ext cx="2402170" cy="96864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PROJETOS DE REFERÊNCIA</a:t>
            </a:r>
          </a:p>
        </p:txBody>
      </p:sp>
      <p:sp>
        <p:nvSpPr>
          <p:cNvPr id="23" name="Retângulo 22">
            <a:extLst>
              <a:ext uri="{FF2B5EF4-FFF2-40B4-BE49-F238E27FC236}">
                <a16:creationId xmlns:a16="http://schemas.microsoft.com/office/drawing/2014/main" id="{AE5ADAFA-38E2-4025-A129-992AB21CF1F6}"/>
              </a:ext>
            </a:extLst>
          </p:cNvPr>
          <p:cNvSpPr/>
          <p:nvPr userDrawn="1"/>
        </p:nvSpPr>
        <p:spPr>
          <a:xfrm>
            <a:off x="9452548" y="1983081"/>
            <a:ext cx="2402171" cy="2269301"/>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METAS DE CONTRIBUIÇÃO </a:t>
            </a:r>
          </a:p>
        </p:txBody>
      </p:sp>
      <p:sp>
        <p:nvSpPr>
          <p:cNvPr id="47" name="Espaço Reservado para Texto 46">
            <a:extLst>
              <a:ext uri="{FF2B5EF4-FFF2-40B4-BE49-F238E27FC236}">
                <a16:creationId xmlns:a16="http://schemas.microsoft.com/office/drawing/2014/main" id="{FD3EC130-71A3-4631-982F-82143E912156}"/>
              </a:ext>
            </a:extLst>
          </p:cNvPr>
          <p:cNvSpPr>
            <a:spLocks noGrp="1"/>
          </p:cNvSpPr>
          <p:nvPr>
            <p:ph type="body" sz="quarter" idx="21" hasCustomPrompt="1"/>
          </p:nvPr>
        </p:nvSpPr>
        <p:spPr>
          <a:xfrm>
            <a:off x="748639" y="4672025"/>
            <a:ext cx="11106079" cy="1540852"/>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Indique as premissas adotadas neste projeto. Ex.: Em um projeto de alteração de recarga, uma premissa seria “Todos os valores de recargas configurados hoje em produção são parametrizáveis”.</a:t>
            </a:r>
          </a:p>
        </p:txBody>
      </p:sp>
      <p:sp>
        <p:nvSpPr>
          <p:cNvPr id="56" name="Espaço Reservado para Texto 46">
            <a:extLst>
              <a:ext uri="{FF2B5EF4-FFF2-40B4-BE49-F238E27FC236}">
                <a16:creationId xmlns:a16="http://schemas.microsoft.com/office/drawing/2014/main" id="{CAB4D051-DBCA-40B4-97F1-1C9A125C0AA1}"/>
              </a:ext>
            </a:extLst>
          </p:cNvPr>
          <p:cNvSpPr>
            <a:spLocks noGrp="1"/>
          </p:cNvSpPr>
          <p:nvPr>
            <p:ph type="body" sz="quarter" idx="28" hasCustomPrompt="1"/>
          </p:nvPr>
        </p:nvSpPr>
        <p:spPr>
          <a:xfrm>
            <a:off x="750007" y="1151128"/>
            <a:ext cx="8728667" cy="3101254"/>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Faça um breve resumo da situação desejada com este projeto.</a:t>
            </a:r>
          </a:p>
        </p:txBody>
      </p:sp>
      <p:sp>
        <p:nvSpPr>
          <p:cNvPr id="60" name="Espaço Reservado para Texto 46">
            <a:extLst>
              <a:ext uri="{FF2B5EF4-FFF2-40B4-BE49-F238E27FC236}">
                <a16:creationId xmlns:a16="http://schemas.microsoft.com/office/drawing/2014/main" id="{E53BC72A-A892-4B0B-9283-DB2F9E0BFBD8}"/>
              </a:ext>
            </a:extLst>
          </p:cNvPr>
          <p:cNvSpPr>
            <a:spLocks noGrp="1"/>
          </p:cNvSpPr>
          <p:nvPr>
            <p:ph type="body" sz="quarter" idx="31" hasCustomPrompt="1"/>
          </p:nvPr>
        </p:nvSpPr>
        <p:spPr>
          <a:xfrm>
            <a:off x="9452548" y="1122787"/>
            <a:ext cx="2402171" cy="774133"/>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Indique alguns projetos de referência, coloque o ID e nome do mesmo, em caso de anexo use o slide de anexos ao final do documento.</a:t>
            </a:r>
          </a:p>
        </p:txBody>
      </p:sp>
      <p:sp>
        <p:nvSpPr>
          <p:cNvPr id="62" name="Espaço Reservado para Texto 46">
            <a:extLst>
              <a:ext uri="{FF2B5EF4-FFF2-40B4-BE49-F238E27FC236}">
                <a16:creationId xmlns:a16="http://schemas.microsoft.com/office/drawing/2014/main" id="{B90BB3BC-33BC-439D-B20E-3F2E0EBDBE72}"/>
              </a:ext>
            </a:extLst>
          </p:cNvPr>
          <p:cNvSpPr>
            <a:spLocks noGrp="1"/>
          </p:cNvSpPr>
          <p:nvPr>
            <p:ph type="body" sz="quarter" idx="33" hasCustomPrompt="1"/>
          </p:nvPr>
        </p:nvSpPr>
        <p:spPr>
          <a:xfrm>
            <a:off x="9452548" y="2190751"/>
            <a:ext cx="2402171" cy="2258420"/>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Indique as metas de contribuição deste projeto. Ex.: “Aumento de receita em x%, redução de churn em x%, evitar autuação do órgão regulador etc.”</a:t>
            </a:r>
          </a:p>
        </p:txBody>
      </p:sp>
      <p:sp>
        <p:nvSpPr>
          <p:cNvPr id="2" name="Retângulo: Cantos Arredondados 1">
            <a:extLst>
              <a:ext uri="{FF2B5EF4-FFF2-40B4-BE49-F238E27FC236}">
                <a16:creationId xmlns:a16="http://schemas.microsoft.com/office/drawing/2014/main" id="{F493033D-E5EB-4D57-BC5C-E6ED19E15ABB}"/>
              </a:ext>
            </a:extLst>
          </p:cNvPr>
          <p:cNvSpPr/>
          <p:nvPr userDrawn="1"/>
        </p:nvSpPr>
        <p:spPr>
          <a:xfrm>
            <a:off x="669391" y="179801"/>
            <a:ext cx="4039087"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OVERVIEW DO PROJETO</a:t>
            </a:r>
          </a:p>
        </p:txBody>
      </p:sp>
      <p:sp>
        <p:nvSpPr>
          <p:cNvPr id="3" name="object 30">
            <a:extLst>
              <a:ext uri="{FF2B5EF4-FFF2-40B4-BE49-F238E27FC236}">
                <a16:creationId xmlns:a16="http://schemas.microsoft.com/office/drawing/2014/main" id="{A1502214-612A-4873-AB04-BA706CA8483D}"/>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4" name="object 31">
            <a:extLst>
              <a:ext uri="{FF2B5EF4-FFF2-40B4-BE49-F238E27FC236}">
                <a16:creationId xmlns:a16="http://schemas.microsoft.com/office/drawing/2014/main" id="{41469CE5-9CED-43C0-9FDC-ECDE2ABE0849}"/>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5" name="Imagem 4">
            <a:extLst>
              <a:ext uri="{FF2B5EF4-FFF2-40B4-BE49-F238E27FC236}">
                <a16:creationId xmlns:a16="http://schemas.microsoft.com/office/drawing/2014/main" id="{C0CBF0DC-E284-4A17-9275-67B6F10E26C8}"/>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32" name="Immagine 7" descr="secondario_rgb.png">
            <a:extLst>
              <a:ext uri="{FF2B5EF4-FFF2-40B4-BE49-F238E27FC236}">
                <a16:creationId xmlns:a16="http://schemas.microsoft.com/office/drawing/2014/main" id="{B11DDA16-505C-4E48-AE7E-F60AD8430A8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6" name="Segnaposto numero diapositiva 1">
            <a:extLst>
              <a:ext uri="{FF2B5EF4-FFF2-40B4-BE49-F238E27FC236}">
                <a16:creationId xmlns:a16="http://schemas.microsoft.com/office/drawing/2014/main" id="{3ECDCA88-62C1-448A-BC05-813BB6A92A3D}"/>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pic>
        <p:nvPicPr>
          <p:cNvPr id="7" name="Immagine 7" descr="secondario_rgb.png">
            <a:extLst>
              <a:ext uri="{FF2B5EF4-FFF2-40B4-BE49-F238E27FC236}">
                <a16:creationId xmlns:a16="http://schemas.microsoft.com/office/drawing/2014/main" id="{FCF190C9-8F4C-4F28-9D37-83C32001E72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1729"/>
            <a:ext cx="985433" cy="260903"/>
          </a:xfrm>
          <a:prstGeom prst="rect">
            <a:avLst/>
          </a:prstGeom>
        </p:spPr>
      </p:pic>
      <p:sp>
        <p:nvSpPr>
          <p:cNvPr id="8" name="Triângulo Retângulo 7">
            <a:extLst>
              <a:ext uri="{FF2B5EF4-FFF2-40B4-BE49-F238E27FC236}">
                <a16:creationId xmlns:a16="http://schemas.microsoft.com/office/drawing/2014/main" id="{C5509923-5FF3-456C-A282-D1CDEEEF9675}"/>
              </a:ext>
            </a:extLst>
          </p:cNvPr>
          <p:cNvSpPr/>
          <p:nvPr userDrawn="1"/>
        </p:nvSpPr>
        <p:spPr>
          <a:xfrm rot="5400000">
            <a:off x="-13063" y="0"/>
            <a:ext cx="540000" cy="540000"/>
          </a:xfrm>
          <a:prstGeom prst="r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pt-BR"/>
          </a:p>
        </p:txBody>
      </p:sp>
    </p:spTree>
    <p:extLst>
      <p:ext uri="{BB962C8B-B14F-4D97-AF65-F5344CB8AC3E}">
        <p14:creationId xmlns:p14="http://schemas.microsoft.com/office/powerpoint/2010/main" val="274523405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MODELOS DE VARIAÇÃO DISPONÍVEIS">
    <p:spTree>
      <p:nvGrpSpPr>
        <p:cNvPr id="1" name=""/>
        <p:cNvGrpSpPr/>
        <p:nvPr/>
      </p:nvGrpSpPr>
      <p:grpSpPr>
        <a:xfrm>
          <a:off x="0" y="0"/>
          <a:ext cx="0" cy="0"/>
          <a:chOff x="0" y="0"/>
          <a:chExt cx="0" cy="0"/>
        </a:xfrm>
      </p:grpSpPr>
      <p:sp>
        <p:nvSpPr>
          <p:cNvPr id="151" name="Retângulo 150">
            <a:extLst>
              <a:ext uri="{FF2B5EF4-FFF2-40B4-BE49-F238E27FC236}">
                <a16:creationId xmlns:a16="http://schemas.microsoft.com/office/drawing/2014/main" id="{94539554-914F-4EF9-A710-8F87D8165A97}"/>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188071" y="789015"/>
            <a:ext cx="11811697" cy="55719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28600" indent="-228600">
              <a:buFont typeface="+mj-lt"/>
              <a:buAutoNum type="arabicPeriod"/>
            </a:pPr>
            <a:endParaRPr lang="pt-BR" sz="1100" b="1">
              <a:solidFill>
                <a:schemeClr val="tx1"/>
              </a:solidFill>
              <a:latin typeface="Arial Narrow" panose="020B0606020202030204" pitchFamily="34" charset="0"/>
            </a:endParaRPr>
          </a:p>
          <a:p>
            <a:r>
              <a:rPr lang="pt-BR" sz="1100" b="1">
                <a:solidFill>
                  <a:schemeClr val="tx1"/>
                </a:solidFill>
                <a:latin typeface="Arial Narrow" panose="020B0606020202030204" pitchFamily="34" charset="0"/>
              </a:rPr>
              <a:t>	</a:t>
            </a:r>
          </a:p>
          <a:p>
            <a:endParaRPr lang="pt-BR" sz="1100" b="1">
              <a:solidFill>
                <a:schemeClr val="tx1"/>
              </a:solidFill>
              <a:latin typeface="Arial Narrow" panose="020B0606020202030204" pitchFamily="34" charset="0"/>
            </a:endParaRP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47" name="Retângulo: Cantos Arredondados 146">
            <a:extLst>
              <a:ext uri="{FF2B5EF4-FFF2-40B4-BE49-F238E27FC236}">
                <a16:creationId xmlns:a16="http://schemas.microsoft.com/office/drawing/2014/main" id="{9229C4AE-376F-4605-8153-F8723D076920}"/>
              </a:ext>
            </a:extLst>
          </p:cNvPr>
          <p:cNvSpPr/>
          <p:nvPr userDrawn="1"/>
        </p:nvSpPr>
        <p:spPr>
          <a:xfrm>
            <a:off x="669391" y="179801"/>
            <a:ext cx="526494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MODELOS DE VARIAÇÃO DISPONÍVEIS</a:t>
            </a:r>
          </a:p>
        </p:txBody>
      </p:sp>
      <p:pic>
        <p:nvPicPr>
          <p:cNvPr id="149" name="Immagine 7" descr="secondario_rgb.png">
            <a:extLst>
              <a:ext uri="{FF2B5EF4-FFF2-40B4-BE49-F238E27FC236}">
                <a16:creationId xmlns:a16="http://schemas.microsoft.com/office/drawing/2014/main" id="{E5C6C0CA-158B-4838-AA4D-78D04351509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graphicFrame>
        <p:nvGraphicFramePr>
          <p:cNvPr id="9" name="Tabela 8">
            <a:extLst>
              <a:ext uri="{FF2B5EF4-FFF2-40B4-BE49-F238E27FC236}">
                <a16:creationId xmlns:a16="http://schemas.microsoft.com/office/drawing/2014/main" id="{EC31F4A4-36BD-4D8D-80EF-CC1091BEC7D6}"/>
              </a:ext>
            </a:extLst>
          </p:cNvPr>
          <p:cNvGraphicFramePr>
            <a:graphicFrameLocks noGrp="1"/>
          </p:cNvGraphicFramePr>
          <p:nvPr userDrawn="1">
            <p:extLst>
              <p:ext uri="{D42A27DB-BD31-4B8C-83A1-F6EECF244321}">
                <p14:modId xmlns:p14="http://schemas.microsoft.com/office/powerpoint/2010/main" val="1778504408"/>
              </p:ext>
            </p:extLst>
          </p:nvPr>
        </p:nvGraphicFramePr>
        <p:xfrm>
          <a:off x="512113" y="1583141"/>
          <a:ext cx="11184021" cy="3998793"/>
        </p:xfrm>
        <a:graphic>
          <a:graphicData uri="http://schemas.openxmlformats.org/drawingml/2006/table">
            <a:tbl>
              <a:tblPr/>
              <a:tblGrid>
                <a:gridCol w="1242669">
                  <a:extLst>
                    <a:ext uri="{9D8B030D-6E8A-4147-A177-3AD203B41FA5}">
                      <a16:colId xmlns:a16="http://schemas.microsoft.com/office/drawing/2014/main" val="413321572"/>
                    </a:ext>
                  </a:extLst>
                </a:gridCol>
                <a:gridCol w="1242669">
                  <a:extLst>
                    <a:ext uri="{9D8B030D-6E8A-4147-A177-3AD203B41FA5}">
                      <a16:colId xmlns:a16="http://schemas.microsoft.com/office/drawing/2014/main" val="4066651995"/>
                    </a:ext>
                  </a:extLst>
                </a:gridCol>
                <a:gridCol w="1242669">
                  <a:extLst>
                    <a:ext uri="{9D8B030D-6E8A-4147-A177-3AD203B41FA5}">
                      <a16:colId xmlns:a16="http://schemas.microsoft.com/office/drawing/2014/main" val="2075086729"/>
                    </a:ext>
                  </a:extLst>
                </a:gridCol>
                <a:gridCol w="1242669">
                  <a:extLst>
                    <a:ext uri="{9D8B030D-6E8A-4147-A177-3AD203B41FA5}">
                      <a16:colId xmlns:a16="http://schemas.microsoft.com/office/drawing/2014/main" val="3650815742"/>
                    </a:ext>
                  </a:extLst>
                </a:gridCol>
                <a:gridCol w="1242669">
                  <a:extLst>
                    <a:ext uri="{9D8B030D-6E8A-4147-A177-3AD203B41FA5}">
                      <a16:colId xmlns:a16="http://schemas.microsoft.com/office/drawing/2014/main" val="2363385826"/>
                    </a:ext>
                  </a:extLst>
                </a:gridCol>
                <a:gridCol w="1242669">
                  <a:extLst>
                    <a:ext uri="{9D8B030D-6E8A-4147-A177-3AD203B41FA5}">
                      <a16:colId xmlns:a16="http://schemas.microsoft.com/office/drawing/2014/main" val="2155951329"/>
                    </a:ext>
                  </a:extLst>
                </a:gridCol>
                <a:gridCol w="1242669">
                  <a:extLst>
                    <a:ext uri="{9D8B030D-6E8A-4147-A177-3AD203B41FA5}">
                      <a16:colId xmlns:a16="http://schemas.microsoft.com/office/drawing/2014/main" val="3283572351"/>
                    </a:ext>
                  </a:extLst>
                </a:gridCol>
                <a:gridCol w="1242669">
                  <a:extLst>
                    <a:ext uri="{9D8B030D-6E8A-4147-A177-3AD203B41FA5}">
                      <a16:colId xmlns:a16="http://schemas.microsoft.com/office/drawing/2014/main" val="86375101"/>
                    </a:ext>
                  </a:extLst>
                </a:gridCol>
                <a:gridCol w="1242669">
                  <a:extLst>
                    <a:ext uri="{9D8B030D-6E8A-4147-A177-3AD203B41FA5}">
                      <a16:colId xmlns:a16="http://schemas.microsoft.com/office/drawing/2014/main" val="3754180875"/>
                    </a:ext>
                  </a:extLst>
                </a:gridCol>
              </a:tblGrid>
              <a:tr h="279025">
                <a:tc gridSpan="9">
                  <a:txBody>
                    <a:bodyPr/>
                    <a:lstStyle/>
                    <a:p>
                      <a:pPr algn="ctr" fontAlgn="ctr"/>
                      <a:r>
                        <a:rPr lang="en-US" sz="1200" b="1" i="0" u="none" strike="noStrike" dirty="0">
                          <a:solidFill>
                            <a:srgbClr val="FFFFFF"/>
                          </a:solidFill>
                          <a:effectLst/>
                          <a:latin typeface="Calibri" panose="020F0502020204030204" pitchFamily="34" charset="0"/>
                        </a:rPr>
                        <a:t>MÓVEL</a:t>
                      </a:r>
                    </a:p>
                  </a:txBody>
                  <a:tcPr marL="0" marR="0" marT="0" marB="0" anchor="ctr">
                    <a:lnL w="6350" cap="flat" cmpd="sng" algn="ctr">
                      <a:solidFill>
                        <a:srgbClr val="FFFFFF"/>
                      </a:solidFill>
                      <a:prstDash val="solid"/>
                      <a:round/>
                      <a:headEnd type="none" w="med" len="med"/>
                      <a:tailEnd type="none" w="med" len="med"/>
                    </a:lnL>
                    <a:lnR>
                      <a:noFill/>
                    </a:lnR>
                    <a:lnT>
                      <a:noFill/>
                    </a:lnT>
                    <a:lnB w="6350" cap="flat" cmpd="sng" algn="ctr">
                      <a:solidFill>
                        <a:srgbClr val="FFFFFF"/>
                      </a:solidFill>
                      <a:prstDash val="solid"/>
                      <a:round/>
                      <a:headEnd type="none" w="med" len="med"/>
                      <a:tailEnd type="none" w="med" len="med"/>
                    </a:lnB>
                    <a:solidFill>
                      <a:srgbClr val="002060"/>
                    </a:solidFill>
                  </a:tcPr>
                </a:tc>
                <a:tc hMerge="1">
                  <a:txBody>
                    <a:bodyPr/>
                    <a:lstStyle/>
                    <a:p>
                      <a:endParaRPr lang="pt-PT"/>
                    </a:p>
                  </a:txBody>
                  <a:tcPr/>
                </a:tc>
                <a:tc hMerge="1">
                  <a:txBody>
                    <a:bodyPr/>
                    <a:lstStyle/>
                    <a:p>
                      <a:endParaRPr lang="pt-PT"/>
                    </a:p>
                  </a:txBody>
                  <a:tcPr/>
                </a:tc>
                <a:tc hMerge="1">
                  <a:txBody>
                    <a:bodyPr/>
                    <a:lstStyle/>
                    <a:p>
                      <a:endParaRPr lang="pt-PT"/>
                    </a:p>
                  </a:txBody>
                  <a:tcPr/>
                </a:tc>
                <a:tc hMerge="1">
                  <a:txBody>
                    <a:bodyPr/>
                    <a:lstStyle/>
                    <a:p>
                      <a:endParaRPr lang="pt-PT"/>
                    </a:p>
                  </a:txBody>
                  <a:tcPr/>
                </a:tc>
                <a:tc hMerge="1">
                  <a:txBody>
                    <a:bodyPr/>
                    <a:lstStyle/>
                    <a:p>
                      <a:endParaRPr lang="pt-PT"/>
                    </a:p>
                  </a:txBody>
                  <a:tcPr/>
                </a:tc>
                <a:tc hMerge="1">
                  <a:txBody>
                    <a:bodyPr/>
                    <a:lstStyle/>
                    <a:p>
                      <a:endParaRPr lang="pt-PT"/>
                    </a:p>
                  </a:txBody>
                  <a:tcPr/>
                </a:tc>
                <a:tc hMerge="1">
                  <a:txBody>
                    <a:bodyPr/>
                    <a:lstStyle/>
                    <a:p>
                      <a:endParaRPr lang="pt-PT"/>
                    </a:p>
                  </a:txBody>
                  <a:tcPr/>
                </a:tc>
                <a:tc hMerge="1">
                  <a:txBody>
                    <a:bodyPr/>
                    <a:lstStyle/>
                    <a:p>
                      <a:endParaRPr lang="pt-PT"/>
                    </a:p>
                  </a:txBody>
                  <a:tcPr/>
                </a:tc>
                <a:extLst>
                  <a:ext uri="{0D108BD9-81ED-4DB2-BD59-A6C34878D82A}">
                    <a16:rowId xmlns:a16="http://schemas.microsoft.com/office/drawing/2014/main" val="2606600872"/>
                  </a:ext>
                </a:extLst>
              </a:tr>
              <a:tr h="837078">
                <a:tc gridSpan="2">
                  <a:txBody>
                    <a:bodyPr/>
                    <a:lstStyle/>
                    <a:p>
                      <a:pPr algn="ctr" fontAlgn="ctr"/>
                      <a:r>
                        <a:rPr lang="en-US" sz="1200" b="1" i="0" u="none" strike="noStrike">
                          <a:solidFill>
                            <a:srgbClr val="FFFFFF"/>
                          </a:solidFill>
                          <a:effectLst/>
                          <a:latin typeface="Calibri" panose="020F0502020204030204" pitchFamily="34" charset="0"/>
                        </a:rPr>
                        <a:t>CONTROLE &amp; PÓS PAGO &amp; SMB e TOP CLIENTS &amp; CROSS &amp; ROAMING</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endParaRPr lang="pt-PT"/>
                    </a:p>
                  </a:txBody>
                  <a:tcPr/>
                </a:tc>
                <a:tc gridSpan="2">
                  <a:txBody>
                    <a:bodyPr/>
                    <a:lstStyle/>
                    <a:p>
                      <a:pPr algn="ctr" fontAlgn="ctr"/>
                      <a:r>
                        <a:rPr lang="en-US" sz="1200" b="1" i="0" u="none" strike="noStrike">
                          <a:solidFill>
                            <a:srgbClr val="FFFFFF"/>
                          </a:solidFill>
                          <a:effectLst/>
                          <a:latin typeface="Calibri" panose="020F0502020204030204" pitchFamily="34" charset="0"/>
                        </a:rPr>
                        <a:t>PRÉ-PAGO</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endParaRPr lang="pt-PT"/>
                    </a:p>
                  </a:txBody>
                  <a:tcPr/>
                </a:tc>
                <a:tc>
                  <a:txBody>
                    <a:bodyPr/>
                    <a:lstStyle/>
                    <a:p>
                      <a:pPr algn="ctr" fontAlgn="ctr"/>
                      <a:r>
                        <a:rPr lang="en-US" sz="1200" b="1" i="0" u="none" strike="noStrike">
                          <a:solidFill>
                            <a:srgbClr val="FFFFFF"/>
                          </a:solidFill>
                          <a:effectLst/>
                          <a:latin typeface="Calibri" panose="020F0502020204030204" pitchFamily="34" charset="0"/>
                        </a:rPr>
                        <a:t>NBA</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ctr"/>
                      <a:r>
                        <a:rPr lang="en-US" sz="1200" b="1" i="0" u="none" strike="noStrike" dirty="0">
                          <a:solidFill>
                            <a:srgbClr val="FFFFFF"/>
                          </a:solidFill>
                          <a:effectLst/>
                          <a:latin typeface="Calibri" panose="020F0502020204030204" pitchFamily="34" charset="0"/>
                        </a:rPr>
                        <a:t>RELATÓRIOS</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ctr"/>
                      <a:r>
                        <a:rPr lang="en-US" sz="1200" b="1" i="0" u="none" strike="noStrike">
                          <a:solidFill>
                            <a:srgbClr val="FFFFFF"/>
                          </a:solidFill>
                          <a:effectLst/>
                          <a:latin typeface="Calibri" panose="020F0502020204030204" pitchFamily="34" charset="0"/>
                        </a:rPr>
                        <a:t>LIBERAÇÃO PERFIL</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ctr"/>
                      <a:r>
                        <a:rPr lang="en-US" sz="1200" b="1" i="0" u="none" strike="noStrike">
                          <a:solidFill>
                            <a:srgbClr val="FFFFFF"/>
                          </a:solidFill>
                          <a:effectLst/>
                          <a:latin typeface="Calibri" panose="020F0502020204030204" pitchFamily="34" charset="0"/>
                        </a:rPr>
                        <a:t>DEVICES</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ctr"/>
                      <a:r>
                        <a:rPr lang="en-US" sz="1200" b="1" i="0" u="none" strike="noStrike">
                          <a:solidFill>
                            <a:srgbClr val="FFFFFF"/>
                          </a:solidFill>
                          <a:effectLst/>
                          <a:latin typeface="Calibri" panose="020F0502020204030204" pitchFamily="34" charset="0"/>
                        </a:rPr>
                        <a:t>VAS</a:t>
                      </a:r>
                    </a:p>
                  </a:txBody>
                  <a:tcPr marL="0" marR="0" marT="0" marB="0" anchor="ctr">
                    <a:lnL w="6350" cap="flat" cmpd="sng" algn="ctr">
                      <a:solidFill>
                        <a:srgbClr val="FFFFFF"/>
                      </a:solidFill>
                      <a:prstDash val="solid"/>
                      <a:round/>
                      <a:headEnd type="none" w="med" len="med"/>
                      <a:tailEnd type="none" w="med" len="med"/>
                    </a:lnL>
                    <a:lnR w="6350" cap="flat" cmpd="sng" algn="ctr">
                      <a:solidFill>
                        <a:srgbClr val="FFFFFF"/>
                      </a:solidFill>
                      <a:prstDash val="solid"/>
                      <a:round/>
                      <a:headEnd type="none" w="med" len="med"/>
                      <a:tailEnd type="none" w="med" len="med"/>
                    </a:lnR>
                    <a:lnT w="6350" cap="flat" cmpd="sng" algn="ctr">
                      <a:solidFill>
                        <a:srgbClr val="FFFFFF"/>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extLst>
                  <a:ext uri="{0D108BD9-81ED-4DB2-BD59-A6C34878D82A}">
                    <a16:rowId xmlns:a16="http://schemas.microsoft.com/office/drawing/2014/main" val="1384112847"/>
                  </a:ext>
                </a:extLst>
              </a:tr>
              <a:tr h="1580570">
                <a:tc>
                  <a:txBody>
                    <a:bodyPr/>
                    <a:lstStyle/>
                    <a:p>
                      <a:pPr algn="ctr" fontAlgn="ctr"/>
                      <a:r>
                        <a:rPr lang="pt-BR" sz="1200" b="0" i="0" u="none" strike="noStrike">
                          <a:solidFill>
                            <a:srgbClr val="3A3838"/>
                          </a:solidFill>
                          <a:effectLst/>
                          <a:latin typeface="Calibri" panose="020F0502020204030204" pitchFamily="34" charset="0"/>
                        </a:rPr>
                        <a:t>PLANO I OFERTA E DESCONTO I BÔNUS I OUTROS I ESTRUTURAL</a:t>
                      </a:r>
                      <a:br>
                        <a:rPr lang="pt-BR" sz="1200" b="0" i="0" u="none" strike="noStrike">
                          <a:solidFill>
                            <a:srgbClr val="3A3838"/>
                          </a:solidFill>
                          <a:effectLst/>
                          <a:latin typeface="Calibri" panose="020F0502020204030204" pitchFamily="34" charset="0"/>
                        </a:rPr>
                      </a:br>
                      <a:endParaRPr lang="pt-BR" sz="1200" b="0" i="0" u="none" strike="noStrike">
                        <a:solidFill>
                          <a:srgbClr val="3A3838"/>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pt-BR" sz="1200" b="0" i="0" u="none" strike="noStrike">
                          <a:solidFill>
                            <a:srgbClr val="3A3838"/>
                          </a:solidFill>
                          <a:effectLst/>
                          <a:latin typeface="Calibri" panose="020F0502020204030204" pitchFamily="34" charset="0"/>
                        </a:rPr>
                        <a:t>PRICE UP COM AJUSTES </a:t>
                      </a:r>
                      <a:br>
                        <a:rPr lang="pt-BR" sz="1200" b="0" i="0" u="none" strike="noStrike">
                          <a:solidFill>
                            <a:srgbClr val="3A3838"/>
                          </a:solidFill>
                          <a:effectLst/>
                          <a:latin typeface="Calibri" panose="020F0502020204030204" pitchFamily="34" charset="0"/>
                        </a:rPr>
                      </a:br>
                      <a:r>
                        <a:rPr lang="pt-BR" sz="1200" b="1" i="0" u="sng" strike="noStrike">
                          <a:solidFill>
                            <a:srgbClr val="3A3838"/>
                          </a:solidFill>
                          <a:effectLst/>
                          <a:latin typeface="Calibri" panose="020F0502020204030204" pitchFamily="34" charset="0"/>
                        </a:rPr>
                        <a:t>SIMPLES</a:t>
                      </a:r>
                      <a:r>
                        <a:rPr lang="pt-BR" sz="1200" b="0" i="0" u="none" strike="noStrike">
                          <a:solidFill>
                            <a:srgbClr val="3A3838"/>
                          </a:solidFill>
                          <a:effectLst/>
                          <a:latin typeface="Calibri" panose="020F0502020204030204" pitchFamily="34" charset="0"/>
                        </a:rPr>
                        <a:t> DE BENEFICIOS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pt-BR" sz="1200" b="0" i="0" u="none" strike="noStrike">
                          <a:solidFill>
                            <a:srgbClr val="3A3838"/>
                          </a:solidFill>
                          <a:effectLst/>
                          <a:latin typeface="Calibri" panose="020F0502020204030204" pitchFamily="34" charset="0"/>
                        </a:rPr>
                        <a:t>PLANO E OFERTA I BÔNUS I REGIONALIZAÇÃO I RECARGA I JORNADA</a:t>
                      </a:r>
                      <a:br>
                        <a:rPr lang="pt-BR" sz="1200" b="0" i="0" u="none" strike="noStrike">
                          <a:solidFill>
                            <a:srgbClr val="3A3838"/>
                          </a:solidFill>
                          <a:effectLst/>
                          <a:latin typeface="Calibri" panose="020F0502020204030204" pitchFamily="34" charset="0"/>
                        </a:rPr>
                      </a:br>
                      <a:endParaRPr lang="pt-BR" sz="1200" b="0" i="0" u="none" strike="noStrike">
                        <a:solidFill>
                          <a:srgbClr val="3A3838"/>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pt-BR" sz="1200" b="0" i="0" u="none" strike="noStrike">
                          <a:solidFill>
                            <a:srgbClr val="3A3838"/>
                          </a:solidFill>
                          <a:effectLst/>
                          <a:latin typeface="Calibri" panose="020F0502020204030204" pitchFamily="34" charset="0"/>
                        </a:rPr>
                        <a:t>PRICE UP COM AJUSTES </a:t>
                      </a:r>
                      <a:br>
                        <a:rPr lang="pt-BR" sz="1200" b="0" i="0" u="none" strike="noStrike">
                          <a:solidFill>
                            <a:srgbClr val="3A3838"/>
                          </a:solidFill>
                          <a:effectLst/>
                          <a:latin typeface="Calibri" panose="020F0502020204030204" pitchFamily="34" charset="0"/>
                        </a:rPr>
                      </a:br>
                      <a:r>
                        <a:rPr lang="pt-BR" sz="1200" b="0" i="0" u="sng" strike="noStrike">
                          <a:solidFill>
                            <a:srgbClr val="3A3838"/>
                          </a:solidFill>
                          <a:effectLst/>
                          <a:latin typeface="Calibri" panose="020F0502020204030204" pitchFamily="34" charset="0"/>
                        </a:rPr>
                        <a:t>SIMPLES</a:t>
                      </a:r>
                      <a:r>
                        <a:rPr lang="pt-BR" sz="1200" b="0" i="0" u="none" strike="noStrike">
                          <a:solidFill>
                            <a:srgbClr val="3A3838"/>
                          </a:solidFill>
                          <a:effectLst/>
                          <a:latin typeface="Calibri" panose="020F0502020204030204" pitchFamily="34" charset="0"/>
                        </a:rPr>
                        <a:t> DE BENEFICIOS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pt-BR" sz="1200" b="0" i="0" u="none" strike="noStrike">
                          <a:solidFill>
                            <a:srgbClr val="3A3838"/>
                          </a:solidFill>
                          <a:effectLst/>
                          <a:latin typeface="Calibri" panose="020F0502020204030204" pitchFamily="34" charset="0"/>
                        </a:rPr>
                        <a:t>PLANO I OFERTA I DESCONTO I BÔNUS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ctr"/>
                      <a:r>
                        <a:rPr lang="en-US" sz="1200" b="0" i="0" u="none" strike="noStrike" dirty="0">
                          <a:solidFill>
                            <a:srgbClr val="3A3838"/>
                          </a:solidFill>
                          <a:effectLst/>
                          <a:latin typeface="Calibri" panose="020F0502020204030204" pitchFamily="34" charset="0"/>
                        </a:rPr>
                        <a:t>RELATÓRIOS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200" b="0" i="0" u="none" strike="noStrike">
                          <a:solidFill>
                            <a:srgbClr val="3A3838"/>
                          </a:solidFill>
                          <a:effectLst/>
                          <a:latin typeface="Calibri" panose="020F0502020204030204" pitchFamily="34" charset="0"/>
                        </a:rPr>
                        <a:t>LIBERAÇÃO PERFIL</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200" b="0" i="0" u="none" strike="noStrike">
                          <a:solidFill>
                            <a:srgbClr val="3A3838"/>
                          </a:solidFill>
                          <a:effectLst/>
                          <a:latin typeface="Calibri" panose="020F0502020204030204" pitchFamily="34" charset="0"/>
                        </a:rPr>
                        <a:t>DEVICES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pt-BR" sz="1200" b="0" i="0" u="none" strike="noStrike">
                          <a:solidFill>
                            <a:srgbClr val="3A3838"/>
                          </a:solidFill>
                          <a:effectLst/>
                          <a:latin typeface="Calibri" panose="020F0502020204030204" pitchFamily="34" charset="0"/>
                        </a:rPr>
                        <a:t>CRIAÇÃO PLUGIN I INTEGRAÇÃO NOVOS SERVIÇOS I CRIAÇÃO DE PACOTES DE BÔNUS I OUTROS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346000739"/>
                  </a:ext>
                </a:extLst>
              </a:tr>
              <a:tr h="279025">
                <a:tc gridSpan="9">
                  <a:txBody>
                    <a:bodyPr/>
                    <a:lstStyle/>
                    <a:p>
                      <a:pPr algn="ctr" fontAlgn="ctr"/>
                      <a:r>
                        <a:rPr lang="en-US" sz="1200" b="1" i="0" u="none" strike="noStrike">
                          <a:solidFill>
                            <a:srgbClr val="FFFFFF"/>
                          </a:solidFill>
                          <a:effectLst/>
                          <a:latin typeface="Calibri" panose="020F0502020204030204" pitchFamily="34" charset="0"/>
                        </a:rPr>
                        <a:t>FIXA</a:t>
                      </a:r>
                    </a:p>
                  </a:txBody>
                  <a:tcPr marL="0" marR="0" marT="0" marB="0" anchor="ctr">
                    <a:lnL w="6350" cap="flat" cmpd="sng" algn="ctr">
                      <a:solidFill>
                        <a:srgbClr val="D0CECE"/>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hMerge="1">
                  <a:txBody>
                    <a:bodyPr/>
                    <a:lstStyle/>
                    <a:p>
                      <a:endParaRPr lang="pt-PT"/>
                    </a:p>
                  </a:txBody>
                  <a:tcPr/>
                </a:tc>
                <a:tc hMerge="1">
                  <a:txBody>
                    <a:bodyPr/>
                    <a:lstStyle/>
                    <a:p>
                      <a:endParaRPr lang="pt-PT"/>
                    </a:p>
                  </a:txBody>
                  <a:tcPr/>
                </a:tc>
                <a:tc hMerge="1">
                  <a:txBody>
                    <a:bodyPr/>
                    <a:lstStyle/>
                    <a:p>
                      <a:endParaRPr lang="pt-PT"/>
                    </a:p>
                  </a:txBody>
                  <a:tcPr/>
                </a:tc>
                <a:tc hMerge="1">
                  <a:txBody>
                    <a:bodyPr/>
                    <a:lstStyle/>
                    <a:p>
                      <a:endParaRPr lang="pt-PT"/>
                    </a:p>
                  </a:txBody>
                  <a:tcPr/>
                </a:tc>
                <a:tc hMerge="1">
                  <a:txBody>
                    <a:bodyPr/>
                    <a:lstStyle/>
                    <a:p>
                      <a:endParaRPr lang="pt-PT"/>
                    </a:p>
                  </a:txBody>
                  <a:tcPr/>
                </a:tc>
                <a:tc hMerge="1">
                  <a:txBody>
                    <a:bodyPr/>
                    <a:lstStyle/>
                    <a:p>
                      <a:endParaRPr lang="pt-PT"/>
                    </a:p>
                  </a:txBody>
                  <a:tcPr/>
                </a:tc>
                <a:tc hMerge="1">
                  <a:txBody>
                    <a:bodyPr/>
                    <a:lstStyle/>
                    <a:p>
                      <a:endParaRPr lang="pt-PT"/>
                    </a:p>
                  </a:txBody>
                  <a:tcPr/>
                </a:tc>
                <a:tc hMerge="1">
                  <a:txBody>
                    <a:bodyPr/>
                    <a:lstStyle/>
                    <a:p>
                      <a:endParaRPr lang="pt-PT"/>
                    </a:p>
                  </a:txBody>
                  <a:tcPr/>
                </a:tc>
                <a:extLst>
                  <a:ext uri="{0D108BD9-81ED-4DB2-BD59-A6C34878D82A}">
                    <a16:rowId xmlns:a16="http://schemas.microsoft.com/office/drawing/2014/main" val="2291417778"/>
                  </a:ext>
                </a:extLst>
              </a:tr>
              <a:tr h="1023095">
                <a:tc>
                  <a:txBody>
                    <a:bodyPr/>
                    <a:lstStyle/>
                    <a:p>
                      <a:pPr algn="ctr" fontAlgn="ctr"/>
                      <a:r>
                        <a:rPr lang="en-US" sz="1200" b="0" i="0" u="none" strike="noStrike">
                          <a:solidFill>
                            <a:srgbClr val="3A3838"/>
                          </a:solidFill>
                          <a:effectLst/>
                          <a:latin typeface="Calibri" panose="020F0502020204030204" pitchFamily="34" charset="0"/>
                        </a:rPr>
                        <a:t>PLANO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200" b="0" i="0" u="none" strike="noStrike">
                          <a:solidFill>
                            <a:srgbClr val="3A3838"/>
                          </a:solidFill>
                          <a:effectLst/>
                          <a:latin typeface="Calibri" panose="020F0502020204030204" pitchFamily="34" charset="0"/>
                        </a:rPr>
                        <a:t>OUTROS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200" b="0" i="0" u="none" strike="noStrike">
                          <a:solidFill>
                            <a:srgbClr val="3A3838"/>
                          </a:solidFill>
                          <a:effectLst/>
                          <a:latin typeface="Calibri" panose="020F0502020204030204" pitchFamily="34" charset="0"/>
                        </a:rPr>
                        <a:t>MKT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200" b="0" i="0" u="none" strike="noStrike">
                          <a:solidFill>
                            <a:srgbClr val="3A3838"/>
                          </a:solidFill>
                          <a:effectLst/>
                          <a:latin typeface="Calibri" panose="020F0502020204030204" pitchFamily="34" charset="0"/>
                        </a:rPr>
                        <a:t>MKT/VENDAS/CRC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gridSpan="2">
                  <a:txBody>
                    <a:bodyPr/>
                    <a:lstStyle/>
                    <a:p>
                      <a:pPr algn="ctr" fontAlgn="ctr"/>
                      <a:r>
                        <a:rPr lang="en-US" sz="1200" b="0" i="0" u="none" strike="noStrike">
                          <a:solidFill>
                            <a:srgbClr val="3A3838"/>
                          </a:solidFill>
                          <a:effectLst/>
                          <a:latin typeface="Calibri" panose="020F0502020204030204" pitchFamily="34" charset="0"/>
                        </a:rPr>
                        <a:t>MEU TIM/ APLICATIVOS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hMerge="1">
                  <a:txBody>
                    <a:bodyPr/>
                    <a:lstStyle/>
                    <a:p>
                      <a:endParaRPr lang="pt-PT"/>
                    </a:p>
                  </a:txBody>
                  <a:tcPr/>
                </a:tc>
                <a:tc>
                  <a:txBody>
                    <a:bodyPr/>
                    <a:lstStyle/>
                    <a:p>
                      <a:pPr algn="ctr" fontAlgn="ctr"/>
                      <a:r>
                        <a:rPr lang="en-US" sz="1200" b="0" i="0" u="none" strike="noStrike">
                          <a:solidFill>
                            <a:srgbClr val="3A3838"/>
                          </a:solidFill>
                          <a:effectLst/>
                          <a:latin typeface="Calibri" panose="020F0502020204030204" pitchFamily="34" charset="0"/>
                        </a:rPr>
                        <a:t>WTT</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200" b="0" i="0" u="none" strike="noStrike">
                          <a:solidFill>
                            <a:srgbClr val="3A3838"/>
                          </a:solidFill>
                          <a:effectLst/>
                          <a:latin typeface="Calibri" panose="020F0502020204030204" pitchFamily="34" charset="0"/>
                        </a:rPr>
                        <a:t>MKT </a:t>
                      </a:r>
                      <a:r>
                        <a:rPr lang="en-US" sz="1200" b="0" i="0" u="none" strike="noStrike" err="1">
                          <a:solidFill>
                            <a:srgbClr val="3A3838"/>
                          </a:solidFill>
                          <a:effectLst/>
                          <a:latin typeface="Calibri" panose="020F0502020204030204" pitchFamily="34" charset="0"/>
                        </a:rPr>
                        <a:t>Vendas</a:t>
                      </a:r>
                      <a:endParaRPr lang="en-US" sz="1200" b="0" i="0" u="none" strike="noStrike">
                        <a:solidFill>
                          <a:srgbClr val="3A3838"/>
                        </a:solidFill>
                        <a:effectLst/>
                        <a:latin typeface="Calibri" panose="020F050202020403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200" b="0" i="0" u="none" strike="noStrike">
                          <a:solidFill>
                            <a:srgbClr val="3A3838"/>
                          </a:solidFill>
                          <a:effectLst/>
                          <a:latin typeface="Calibri" panose="020F0502020204030204" pitchFamily="34" charset="0"/>
                        </a:rPr>
                        <a:t>MKT/CRC</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567302463"/>
                  </a:ext>
                </a:extLst>
              </a:tr>
            </a:tbl>
          </a:graphicData>
        </a:graphic>
      </p:graphicFrame>
    </p:spTree>
    <p:extLst>
      <p:ext uri="{BB962C8B-B14F-4D97-AF65-F5344CB8AC3E}">
        <p14:creationId xmlns:p14="http://schemas.microsoft.com/office/powerpoint/2010/main" val="327477782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ESCRIÇÃO DA SOLUÇÃO">
    <p:spTree>
      <p:nvGrpSpPr>
        <p:cNvPr id="1" name=""/>
        <p:cNvGrpSpPr/>
        <p:nvPr/>
      </p:nvGrpSpPr>
      <p:grpSpPr>
        <a:xfrm>
          <a:off x="0" y="0"/>
          <a:ext cx="0" cy="0"/>
          <a:chOff x="0" y="0"/>
          <a:chExt cx="0" cy="0"/>
        </a:xfrm>
      </p:grpSpPr>
      <p:sp>
        <p:nvSpPr>
          <p:cNvPr id="16" name="Retângulo 15">
            <a:extLst>
              <a:ext uri="{FF2B5EF4-FFF2-40B4-BE49-F238E27FC236}">
                <a16:creationId xmlns:a16="http://schemas.microsoft.com/office/drawing/2014/main" id="{FDCDF7A0-4401-415A-8F6D-9D5DBF42F408}"/>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6" name="Retângulo: Cantos Superiores Arredondados 5">
            <a:extLst>
              <a:ext uri="{FF2B5EF4-FFF2-40B4-BE49-F238E27FC236}">
                <a16:creationId xmlns:a16="http://schemas.microsoft.com/office/drawing/2014/main" id="{58280137-A574-49A2-B09A-F3051C4607DC}"/>
              </a:ext>
            </a:extLst>
          </p:cNvPr>
          <p:cNvSpPr/>
          <p:nvPr userDrawn="1"/>
        </p:nvSpPr>
        <p:spPr>
          <a:xfrm>
            <a:off x="185030" y="784116"/>
            <a:ext cx="9289241" cy="3657600"/>
          </a:xfrm>
          <a:prstGeom prst="round2SameRect">
            <a:avLst>
              <a:gd name="adj1" fmla="val 5299"/>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ELEGIBILIDADE, ABRANGÊNCIA &amp; BENEFÍCIOS</a:t>
            </a:r>
          </a:p>
        </p:txBody>
      </p:sp>
      <p:sp>
        <p:nvSpPr>
          <p:cNvPr id="7" name="Retângulo 6">
            <a:extLst>
              <a:ext uri="{FF2B5EF4-FFF2-40B4-BE49-F238E27FC236}">
                <a16:creationId xmlns:a16="http://schemas.microsoft.com/office/drawing/2014/main" id="{74B88604-899A-4656-846D-BE63FC447644}"/>
              </a:ext>
            </a:extLst>
          </p:cNvPr>
          <p:cNvSpPr/>
          <p:nvPr userDrawn="1"/>
        </p:nvSpPr>
        <p:spPr>
          <a:xfrm>
            <a:off x="4854186" y="1234741"/>
            <a:ext cx="1922084" cy="1512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PACOTES</a:t>
            </a: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2867979" y="1234740"/>
            <a:ext cx="3931023" cy="30879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ELEGIBILIDADE</a:t>
            </a:r>
          </a:p>
        </p:txBody>
      </p:sp>
      <p:sp>
        <p:nvSpPr>
          <p:cNvPr id="21" name="Retângulo 20">
            <a:extLst>
              <a:ext uri="{FF2B5EF4-FFF2-40B4-BE49-F238E27FC236}">
                <a16:creationId xmlns:a16="http://schemas.microsoft.com/office/drawing/2014/main" id="{DD161A39-A3E0-4E5A-92CE-86A78AA74BA8}"/>
              </a:ext>
            </a:extLst>
          </p:cNvPr>
          <p:cNvSpPr/>
          <p:nvPr userDrawn="1"/>
        </p:nvSpPr>
        <p:spPr>
          <a:xfrm>
            <a:off x="368783" y="1243237"/>
            <a:ext cx="2435076" cy="228091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ABRANGÊNCIA</a:t>
            </a:r>
          </a:p>
        </p:txBody>
      </p:sp>
      <p:sp>
        <p:nvSpPr>
          <p:cNvPr id="57" name="Espaço Reservado para Texto 46">
            <a:extLst>
              <a:ext uri="{FF2B5EF4-FFF2-40B4-BE49-F238E27FC236}">
                <a16:creationId xmlns:a16="http://schemas.microsoft.com/office/drawing/2014/main" id="{4A727AC1-17EE-44B9-B650-279537D48925}"/>
              </a:ext>
            </a:extLst>
          </p:cNvPr>
          <p:cNvSpPr>
            <a:spLocks noGrp="1"/>
          </p:cNvSpPr>
          <p:nvPr>
            <p:ph type="body" sz="quarter" idx="29" hasCustomPrompt="1"/>
          </p:nvPr>
        </p:nvSpPr>
        <p:spPr>
          <a:xfrm>
            <a:off x="2878382" y="1397887"/>
            <a:ext cx="3874167" cy="2862749"/>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Liste as ofertas, pacotes, planos e plug-ins elegíveis</a:t>
            </a:r>
          </a:p>
        </p:txBody>
      </p:sp>
      <p:sp>
        <p:nvSpPr>
          <p:cNvPr id="61" name="Espaço Reservado para Texto 46">
            <a:extLst>
              <a:ext uri="{FF2B5EF4-FFF2-40B4-BE49-F238E27FC236}">
                <a16:creationId xmlns:a16="http://schemas.microsoft.com/office/drawing/2014/main" id="{D055E690-5801-4D19-9560-9BC94F807139}"/>
              </a:ext>
            </a:extLst>
          </p:cNvPr>
          <p:cNvSpPr>
            <a:spLocks noGrp="1"/>
          </p:cNvSpPr>
          <p:nvPr>
            <p:ph type="body" sz="quarter" idx="32" hasCustomPrompt="1"/>
          </p:nvPr>
        </p:nvSpPr>
        <p:spPr>
          <a:xfrm>
            <a:off x="368783" y="1428622"/>
            <a:ext cx="2411352" cy="2047678"/>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Indique o tipo de produto: “Pós Fatura”, “Express”, “Contrle Fatura” etc. Indique se será Nacional ou listar UFs e/ou listar DDDs.</a:t>
            </a:r>
          </a:p>
          <a:p>
            <a:pPr lvl="0"/>
            <a:endParaRPr lang="pt-BR"/>
          </a:p>
        </p:txBody>
      </p:sp>
      <p:sp>
        <p:nvSpPr>
          <p:cNvPr id="53" name="Retângulo: Cantos Superiores Arredondados 52">
            <a:extLst>
              <a:ext uri="{FF2B5EF4-FFF2-40B4-BE49-F238E27FC236}">
                <a16:creationId xmlns:a16="http://schemas.microsoft.com/office/drawing/2014/main" id="{4EBFBF02-6262-42FB-81CF-9C5210B1CE2D}"/>
              </a:ext>
            </a:extLst>
          </p:cNvPr>
          <p:cNvSpPr/>
          <p:nvPr userDrawn="1"/>
        </p:nvSpPr>
        <p:spPr>
          <a:xfrm>
            <a:off x="9562114" y="784116"/>
            <a:ext cx="2432276" cy="5576598"/>
          </a:xfrm>
          <a:prstGeom prst="round2SameRect">
            <a:avLst>
              <a:gd name="adj1" fmla="val 5299"/>
              <a:gd name="adj2" fmla="val 0"/>
            </a:avLst>
          </a:prstGeom>
          <a:solidFill>
            <a:schemeClr val="accent1">
              <a:lumMod val="90000"/>
              <a:lumOff val="10000"/>
            </a:schemeClr>
          </a:solidFill>
          <a:ln>
            <a:solidFill>
              <a:schemeClr val="tx1">
                <a:lumMod val="90000"/>
                <a:lumOff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pt-BR" sz="1400" b="1">
              <a:latin typeface="Arial Narrow" panose="020B0606020202030204" pitchFamily="34" charset="0"/>
            </a:endParaRPr>
          </a:p>
        </p:txBody>
      </p:sp>
      <p:sp>
        <p:nvSpPr>
          <p:cNvPr id="58" name="Retângulo 57">
            <a:extLst>
              <a:ext uri="{FF2B5EF4-FFF2-40B4-BE49-F238E27FC236}">
                <a16:creationId xmlns:a16="http://schemas.microsoft.com/office/drawing/2014/main" id="{5609B875-E934-4FB4-B0DF-05983E6A060B}"/>
              </a:ext>
            </a:extLst>
          </p:cNvPr>
          <p:cNvSpPr/>
          <p:nvPr userDrawn="1"/>
        </p:nvSpPr>
        <p:spPr>
          <a:xfrm>
            <a:off x="9698279" y="883843"/>
            <a:ext cx="2161493" cy="11916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INTEGRAÇÕES</a:t>
            </a:r>
          </a:p>
        </p:txBody>
      </p:sp>
      <p:sp>
        <p:nvSpPr>
          <p:cNvPr id="72" name="Espaço Reservado para Texto 46">
            <a:extLst>
              <a:ext uri="{FF2B5EF4-FFF2-40B4-BE49-F238E27FC236}">
                <a16:creationId xmlns:a16="http://schemas.microsoft.com/office/drawing/2014/main" id="{622467D4-C991-47CF-904B-2836338EB2E4}"/>
              </a:ext>
            </a:extLst>
          </p:cNvPr>
          <p:cNvSpPr>
            <a:spLocks noGrp="1"/>
          </p:cNvSpPr>
          <p:nvPr>
            <p:ph type="body" sz="quarter" idx="37" hasCustomPrompt="1"/>
          </p:nvPr>
        </p:nvSpPr>
        <p:spPr>
          <a:xfrm>
            <a:off x="9698279" y="1033994"/>
            <a:ext cx="2159946" cy="1025444"/>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Identifique as integrações desta solução, planos vs ofertas, sistemas internos, e áreas externa. Envolvimento Digital, envolvimento M4U, RTD…</a:t>
            </a: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12" name="Retângulo: Cantos Arredondados 11">
            <a:extLst>
              <a:ext uri="{FF2B5EF4-FFF2-40B4-BE49-F238E27FC236}">
                <a16:creationId xmlns:a16="http://schemas.microsoft.com/office/drawing/2014/main" id="{260BA979-0861-4B17-930C-F81B87704136}"/>
              </a:ext>
            </a:extLst>
          </p:cNvPr>
          <p:cNvSpPr/>
          <p:nvPr userDrawn="1"/>
        </p:nvSpPr>
        <p:spPr>
          <a:xfrm>
            <a:off x="669391" y="179801"/>
            <a:ext cx="391567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DESCRIÇÃO DO PRODUTO</a:t>
            </a:r>
          </a:p>
        </p:txBody>
      </p:sp>
      <p:pic>
        <p:nvPicPr>
          <p:cNvPr id="13" name="Immagine 7" descr="secondario_rgb.png">
            <a:extLst>
              <a:ext uri="{FF2B5EF4-FFF2-40B4-BE49-F238E27FC236}">
                <a16:creationId xmlns:a16="http://schemas.microsoft.com/office/drawing/2014/main" id="{61BB58BA-EA86-4B6A-9A5D-BB268445A07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
        <p:nvSpPr>
          <p:cNvPr id="59" name="Retângulo 58">
            <a:extLst>
              <a:ext uri="{FF2B5EF4-FFF2-40B4-BE49-F238E27FC236}">
                <a16:creationId xmlns:a16="http://schemas.microsoft.com/office/drawing/2014/main" id="{2E2A043C-84BC-4F6B-AF1E-3680B815A4C5}"/>
              </a:ext>
            </a:extLst>
          </p:cNvPr>
          <p:cNvSpPr/>
          <p:nvPr userDrawn="1"/>
        </p:nvSpPr>
        <p:spPr>
          <a:xfrm>
            <a:off x="367087" y="3608382"/>
            <a:ext cx="2445479" cy="720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VIGÊNCIA</a:t>
            </a:r>
          </a:p>
        </p:txBody>
      </p:sp>
      <p:sp>
        <p:nvSpPr>
          <p:cNvPr id="63" name="Espaço Reservado para Texto 46">
            <a:extLst>
              <a:ext uri="{FF2B5EF4-FFF2-40B4-BE49-F238E27FC236}">
                <a16:creationId xmlns:a16="http://schemas.microsoft.com/office/drawing/2014/main" id="{9FC215DE-308D-4401-81B9-528F0EE2626D}"/>
              </a:ext>
            </a:extLst>
          </p:cNvPr>
          <p:cNvSpPr>
            <a:spLocks noGrp="1"/>
          </p:cNvSpPr>
          <p:nvPr>
            <p:ph type="body" sz="quarter" idx="39" hasCustomPrompt="1"/>
          </p:nvPr>
        </p:nvSpPr>
        <p:spPr>
          <a:xfrm>
            <a:off x="377490" y="3781100"/>
            <a:ext cx="2411352" cy="529691"/>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Por quanto tempo este produto/serviço estará disponível.</a:t>
            </a:r>
          </a:p>
        </p:txBody>
      </p:sp>
      <p:sp>
        <p:nvSpPr>
          <p:cNvPr id="19" name="Retângulo 18">
            <a:extLst>
              <a:ext uri="{FF2B5EF4-FFF2-40B4-BE49-F238E27FC236}">
                <a16:creationId xmlns:a16="http://schemas.microsoft.com/office/drawing/2014/main" id="{3B4398F9-A5DE-4E3D-8386-115AE934D275}"/>
              </a:ext>
            </a:extLst>
          </p:cNvPr>
          <p:cNvSpPr/>
          <p:nvPr userDrawn="1"/>
        </p:nvSpPr>
        <p:spPr>
          <a:xfrm>
            <a:off x="6840392" y="1234742"/>
            <a:ext cx="2483628" cy="3088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BENEFÍCIOS</a:t>
            </a:r>
          </a:p>
        </p:txBody>
      </p:sp>
      <p:sp>
        <p:nvSpPr>
          <p:cNvPr id="27" name="Retângulo 26">
            <a:extLst>
              <a:ext uri="{FF2B5EF4-FFF2-40B4-BE49-F238E27FC236}">
                <a16:creationId xmlns:a16="http://schemas.microsoft.com/office/drawing/2014/main" id="{6B0005CA-C495-4E54-8842-CC369F60073B}"/>
              </a:ext>
            </a:extLst>
          </p:cNvPr>
          <p:cNvSpPr/>
          <p:nvPr userDrawn="1"/>
        </p:nvSpPr>
        <p:spPr>
          <a:xfrm>
            <a:off x="9698420" y="2159271"/>
            <a:ext cx="2169493" cy="3851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CÓDIGO ANATEL</a:t>
            </a:r>
          </a:p>
          <a:p>
            <a:r>
              <a:rPr lang="pt-BR" sz="1100" b="1">
                <a:solidFill>
                  <a:schemeClr val="tx1"/>
                </a:solidFill>
                <a:latin typeface="Arial Narrow" panose="020B0606020202030204" pitchFamily="34" charset="0"/>
              </a:rPr>
              <a:t>      SIM          NÃO</a:t>
            </a:r>
          </a:p>
        </p:txBody>
      </p:sp>
      <p:sp>
        <p:nvSpPr>
          <p:cNvPr id="28" name="Retângulo 27">
            <a:extLst>
              <a:ext uri="{FF2B5EF4-FFF2-40B4-BE49-F238E27FC236}">
                <a16:creationId xmlns:a16="http://schemas.microsoft.com/office/drawing/2014/main" id="{D1A18C94-7574-4101-B407-783AC6FAC2CB}"/>
              </a:ext>
            </a:extLst>
          </p:cNvPr>
          <p:cNvSpPr/>
          <p:nvPr userDrawn="1"/>
        </p:nvSpPr>
        <p:spPr>
          <a:xfrm>
            <a:off x="9689590" y="2628189"/>
            <a:ext cx="2177323" cy="361305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INFORMAÇÕES SOBRE FIDELIZAÇÃO</a:t>
            </a:r>
          </a:p>
        </p:txBody>
      </p:sp>
      <p:sp>
        <p:nvSpPr>
          <p:cNvPr id="123" name="Espaço Reservado para Texto 46">
            <a:extLst>
              <a:ext uri="{FF2B5EF4-FFF2-40B4-BE49-F238E27FC236}">
                <a16:creationId xmlns:a16="http://schemas.microsoft.com/office/drawing/2014/main" id="{96E1B689-7DDE-429D-9349-8EF4B0A2ADD0}"/>
              </a:ext>
            </a:extLst>
          </p:cNvPr>
          <p:cNvSpPr>
            <a:spLocks noGrp="1"/>
          </p:cNvSpPr>
          <p:nvPr>
            <p:ph type="body" sz="quarter" idx="80" hasCustomPrompt="1"/>
          </p:nvPr>
        </p:nvSpPr>
        <p:spPr>
          <a:xfrm>
            <a:off x="9703153" y="2956531"/>
            <a:ext cx="2159946" cy="3284716"/>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Especificação de vigências e valores de multas.</a:t>
            </a:r>
          </a:p>
        </p:txBody>
      </p:sp>
      <p:sp>
        <p:nvSpPr>
          <p:cNvPr id="124" name="Espaço Reservado para Texto 46">
            <a:extLst>
              <a:ext uri="{FF2B5EF4-FFF2-40B4-BE49-F238E27FC236}">
                <a16:creationId xmlns:a16="http://schemas.microsoft.com/office/drawing/2014/main" id="{1E29FF11-CBF9-4C1C-9E87-B1CD9753911A}"/>
              </a:ext>
            </a:extLst>
          </p:cNvPr>
          <p:cNvSpPr>
            <a:spLocks noGrp="1"/>
          </p:cNvSpPr>
          <p:nvPr>
            <p:ph type="body" sz="quarter" idx="81" hasCustomPrompt="1"/>
          </p:nvPr>
        </p:nvSpPr>
        <p:spPr>
          <a:xfrm>
            <a:off x="9695677" y="2306873"/>
            <a:ext cx="349660" cy="385109"/>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125" name="Espaço Reservado para Texto 46">
            <a:extLst>
              <a:ext uri="{FF2B5EF4-FFF2-40B4-BE49-F238E27FC236}">
                <a16:creationId xmlns:a16="http://schemas.microsoft.com/office/drawing/2014/main" id="{E3CC9B98-D92E-4C26-99A6-E434908832F4}"/>
              </a:ext>
            </a:extLst>
          </p:cNvPr>
          <p:cNvSpPr>
            <a:spLocks noGrp="1"/>
          </p:cNvSpPr>
          <p:nvPr>
            <p:ph type="body" sz="quarter" idx="82" hasCustomPrompt="1"/>
          </p:nvPr>
        </p:nvSpPr>
        <p:spPr>
          <a:xfrm>
            <a:off x="6847074" y="1419098"/>
            <a:ext cx="2466544" cy="2840371"/>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Descrição dos Benefícios que serão disponibilizados (benefícios core, serviços VAS, Zero Rating)</a:t>
            </a:r>
          </a:p>
        </p:txBody>
      </p:sp>
      <p:sp>
        <p:nvSpPr>
          <p:cNvPr id="109" name="Espaço Reservado para Texto 46">
            <a:extLst>
              <a:ext uri="{FF2B5EF4-FFF2-40B4-BE49-F238E27FC236}">
                <a16:creationId xmlns:a16="http://schemas.microsoft.com/office/drawing/2014/main" id="{D794AAC3-93CC-4D79-BCFC-38292E5900A6}"/>
              </a:ext>
            </a:extLst>
          </p:cNvPr>
          <p:cNvSpPr>
            <a:spLocks noGrp="1"/>
          </p:cNvSpPr>
          <p:nvPr>
            <p:ph type="body" sz="quarter" idx="83" hasCustomPrompt="1"/>
          </p:nvPr>
        </p:nvSpPr>
        <p:spPr>
          <a:xfrm>
            <a:off x="10239965" y="2302517"/>
            <a:ext cx="349660" cy="385109"/>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4" name="Triângulo Retângulo 3">
            <a:extLst>
              <a:ext uri="{FF2B5EF4-FFF2-40B4-BE49-F238E27FC236}">
                <a16:creationId xmlns:a16="http://schemas.microsoft.com/office/drawing/2014/main" id="{E2E13C26-C488-4CEF-9AC9-CEB8B975B177}"/>
              </a:ext>
            </a:extLst>
          </p:cNvPr>
          <p:cNvSpPr/>
          <p:nvPr userDrawn="1"/>
        </p:nvSpPr>
        <p:spPr>
          <a:xfrm rot="5400000">
            <a:off x="0" y="0"/>
            <a:ext cx="540000" cy="540000"/>
          </a:xfrm>
          <a:prstGeom prst="r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pt-BR"/>
          </a:p>
        </p:txBody>
      </p:sp>
      <p:sp>
        <p:nvSpPr>
          <p:cNvPr id="104" name="Retângulo: Cantos Superiores Arredondados 103">
            <a:extLst>
              <a:ext uri="{FF2B5EF4-FFF2-40B4-BE49-F238E27FC236}">
                <a16:creationId xmlns:a16="http://schemas.microsoft.com/office/drawing/2014/main" id="{41384102-0B8B-4A31-BFFE-A6E9622B8C2A}"/>
              </a:ext>
            </a:extLst>
          </p:cNvPr>
          <p:cNvSpPr/>
          <p:nvPr userDrawn="1"/>
        </p:nvSpPr>
        <p:spPr>
          <a:xfrm rot="16200000">
            <a:off x="3902596" y="789715"/>
            <a:ext cx="1853013" cy="9289242"/>
          </a:xfrm>
          <a:prstGeom prst="round2SameRect">
            <a:avLst>
              <a:gd name="adj1" fmla="val 5299"/>
              <a:gd name="adj2" fmla="val 0"/>
            </a:avLst>
          </a:prstGeom>
          <a:solidFill>
            <a:srgbClr val="133765"/>
          </a:solidFill>
          <a:ln>
            <a:solidFill>
              <a:schemeClr val="accent5">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CANAIS</a:t>
            </a:r>
          </a:p>
        </p:txBody>
      </p:sp>
      <p:sp>
        <p:nvSpPr>
          <p:cNvPr id="112" name="Retângulo 111">
            <a:extLst>
              <a:ext uri="{FF2B5EF4-FFF2-40B4-BE49-F238E27FC236}">
                <a16:creationId xmlns:a16="http://schemas.microsoft.com/office/drawing/2014/main" id="{B6687145-D3A3-4D8E-9915-2D6969F6F4B6}"/>
              </a:ext>
            </a:extLst>
          </p:cNvPr>
          <p:cNvSpPr/>
          <p:nvPr userDrawn="1"/>
        </p:nvSpPr>
        <p:spPr>
          <a:xfrm>
            <a:off x="703819" y="4612732"/>
            <a:ext cx="8609799" cy="164320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1">
                <a:solidFill>
                  <a:srgbClr val="C00000"/>
                </a:solidFill>
                <a:latin typeface="Arial Narrow" panose="020B0606020202030204" pitchFamily="34" charset="0"/>
              </a:rPr>
              <a:t>C</a:t>
            </a:r>
            <a:r>
              <a:rPr lang="pt-BR" sz="1100" b="1">
                <a:solidFill>
                  <a:schemeClr val="tx1"/>
                </a:solidFill>
                <a:latin typeface="Arial Narrow" panose="020B0606020202030204" pitchFamily="34" charset="0"/>
              </a:rPr>
              <a:t>ONTRATAÇÃO/</a:t>
            </a:r>
            <a:r>
              <a:rPr lang="pt-BR" sz="1400" b="1">
                <a:solidFill>
                  <a:srgbClr val="C00000"/>
                </a:solidFill>
                <a:latin typeface="Arial Narrow" panose="020B0606020202030204" pitchFamily="34" charset="0"/>
              </a:rPr>
              <a:t>A</a:t>
            </a:r>
            <a:r>
              <a:rPr lang="pt-BR" sz="1100" b="1">
                <a:solidFill>
                  <a:schemeClr val="tx1"/>
                </a:solidFill>
                <a:latin typeface="Arial Narrow" panose="020B0606020202030204" pitchFamily="34" charset="0"/>
              </a:rPr>
              <a:t>TIVAÇÃO/CON</a:t>
            </a:r>
            <a:r>
              <a:rPr lang="pt-BR" sz="1400" b="1">
                <a:solidFill>
                  <a:srgbClr val="C00000"/>
                </a:solidFill>
                <a:latin typeface="Arial Narrow" panose="020B0606020202030204" pitchFamily="34" charset="0"/>
              </a:rPr>
              <a:t>S</a:t>
            </a:r>
            <a:r>
              <a:rPr lang="pt-BR" sz="1100" b="1">
                <a:solidFill>
                  <a:schemeClr val="tx1"/>
                </a:solidFill>
                <a:latin typeface="Arial Narrow" panose="020B0606020202030204" pitchFamily="34" charset="0"/>
              </a:rPr>
              <a:t>ULTA/CANC</a:t>
            </a:r>
            <a:r>
              <a:rPr lang="pt-BR" sz="1400" b="1">
                <a:solidFill>
                  <a:srgbClr val="C00000"/>
                </a:solidFill>
                <a:latin typeface="Arial Narrow" panose="020B0606020202030204" pitchFamily="34" charset="0"/>
              </a:rPr>
              <a:t>E</a:t>
            </a:r>
            <a:r>
              <a:rPr lang="pt-BR" sz="1100" b="1">
                <a:solidFill>
                  <a:schemeClr val="tx1"/>
                </a:solidFill>
                <a:latin typeface="Arial Narrow" panose="020B0606020202030204" pitchFamily="34" charset="0"/>
              </a:rPr>
              <a:t>LAMENTO/</a:t>
            </a:r>
            <a:r>
              <a:rPr lang="pt-BR" sz="1400" b="1">
                <a:solidFill>
                  <a:srgbClr val="C00000"/>
                </a:solidFill>
                <a:latin typeface="Arial Narrow" panose="020B0606020202030204" pitchFamily="34" charset="0"/>
              </a:rPr>
              <a:t>D</a:t>
            </a:r>
            <a:r>
              <a:rPr lang="pt-BR" sz="1100" b="1">
                <a:solidFill>
                  <a:schemeClr val="tx1"/>
                </a:solidFill>
                <a:latin typeface="Arial Narrow" panose="020B0606020202030204" pitchFamily="34" charset="0"/>
              </a:rPr>
              <a:t>ESATIVAÇÃO</a:t>
            </a:r>
          </a:p>
          <a:p>
            <a:endParaRPr lang="pt-BR" sz="1100" b="1">
              <a:solidFill>
                <a:schemeClr val="tx1"/>
              </a:solidFill>
              <a:latin typeface="Arial Narrow" panose="020B0606020202030204" pitchFamily="34" charset="0"/>
            </a:endParaRPr>
          </a:p>
        </p:txBody>
      </p:sp>
      <p:sp>
        <p:nvSpPr>
          <p:cNvPr id="148" name="Retângulo 147">
            <a:extLst>
              <a:ext uri="{FF2B5EF4-FFF2-40B4-BE49-F238E27FC236}">
                <a16:creationId xmlns:a16="http://schemas.microsoft.com/office/drawing/2014/main" id="{EA5BBC83-C407-423D-B265-F8590CBF2FA8}"/>
              </a:ext>
            </a:extLst>
          </p:cNvPr>
          <p:cNvSpPr/>
          <p:nvPr userDrawn="1"/>
        </p:nvSpPr>
        <p:spPr>
          <a:xfrm>
            <a:off x="2481461" y="4885428"/>
            <a:ext cx="1245600" cy="13325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050" b="1">
                <a:solidFill>
                  <a:schemeClr val="bg2">
                    <a:lumMod val="25000"/>
                  </a:schemeClr>
                </a:solidFill>
                <a:latin typeface="Arial Narrow" panose="020B0606020202030204" pitchFamily="34" charset="0"/>
              </a:rPr>
              <a:t>URA *144</a:t>
            </a:r>
          </a:p>
          <a:p>
            <a:r>
              <a:rPr lang="pt-BR" sz="1050" b="1">
                <a:solidFill>
                  <a:schemeClr val="bg2">
                    <a:lumMod val="25000"/>
                  </a:schemeClr>
                </a:solidFill>
                <a:latin typeface="Arial Narrow" panose="020B0606020202030204" pitchFamily="34" charset="0"/>
              </a:rPr>
              <a:t>URA *222</a:t>
            </a:r>
          </a:p>
          <a:p>
            <a:r>
              <a:rPr lang="pt-BR" sz="1050" b="1">
                <a:solidFill>
                  <a:schemeClr val="bg2">
                    <a:lumMod val="25000"/>
                  </a:schemeClr>
                </a:solidFill>
                <a:latin typeface="Arial Narrow" panose="020B0606020202030204" pitchFamily="34" charset="0"/>
              </a:rPr>
              <a:t>URA Cadastro</a:t>
            </a:r>
          </a:p>
          <a:p>
            <a:r>
              <a:rPr lang="pt-BR" sz="1050" b="1">
                <a:solidFill>
                  <a:schemeClr val="bg2">
                    <a:lumMod val="25000"/>
                  </a:schemeClr>
                </a:solidFill>
                <a:latin typeface="Arial Narrow" panose="020B0606020202030204" pitchFamily="34" charset="0"/>
              </a:rPr>
              <a:t>App TIM Vendas</a:t>
            </a:r>
          </a:p>
          <a:p>
            <a:r>
              <a:rPr lang="pt-BR" sz="1050" b="1">
                <a:solidFill>
                  <a:schemeClr val="bg2">
                    <a:lumMod val="25000"/>
                  </a:schemeClr>
                </a:solidFill>
                <a:latin typeface="Arial Narrow" panose="020B0606020202030204" pitchFamily="34" charset="0"/>
              </a:rPr>
              <a:t>Captive Portal</a:t>
            </a:r>
          </a:p>
          <a:p>
            <a:r>
              <a:rPr lang="pt-BR" sz="1050" b="1">
                <a:solidFill>
                  <a:schemeClr val="bg2">
                    <a:lumMod val="25000"/>
                  </a:schemeClr>
                </a:solidFill>
                <a:latin typeface="Arial Narrow" panose="020B0606020202030204" pitchFamily="34" charset="0"/>
              </a:rPr>
              <a:t>Meu TIM Site</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100" b="1">
                <a:solidFill>
                  <a:schemeClr val="bg2">
                    <a:lumMod val="25000"/>
                  </a:schemeClr>
                </a:solidFill>
                <a:latin typeface="Arial Narrow" panose="020B0606020202030204" pitchFamily="34" charset="0"/>
              </a:rPr>
              <a:t>Meu TIM App</a:t>
            </a:r>
          </a:p>
        </p:txBody>
      </p:sp>
      <p:sp>
        <p:nvSpPr>
          <p:cNvPr id="164" name="Retângulo 163">
            <a:extLst>
              <a:ext uri="{FF2B5EF4-FFF2-40B4-BE49-F238E27FC236}">
                <a16:creationId xmlns:a16="http://schemas.microsoft.com/office/drawing/2014/main" id="{C7AB280A-4270-4385-B0BD-238B5329970E}"/>
              </a:ext>
            </a:extLst>
          </p:cNvPr>
          <p:cNvSpPr/>
          <p:nvPr userDrawn="1"/>
        </p:nvSpPr>
        <p:spPr>
          <a:xfrm>
            <a:off x="5316995" y="4885428"/>
            <a:ext cx="1245600" cy="13083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050" b="1" dirty="0">
                <a:solidFill>
                  <a:schemeClr val="bg2">
                    <a:lumMod val="25000"/>
                  </a:schemeClr>
                </a:solidFill>
                <a:latin typeface="Arial Narrow" panose="020B0606020202030204" pitchFamily="34" charset="0"/>
              </a:rPr>
              <a:t>Portal Express</a:t>
            </a:r>
          </a:p>
          <a:p>
            <a:r>
              <a:rPr lang="pt-BR" sz="1050" b="1" dirty="0">
                <a:solidFill>
                  <a:schemeClr val="bg2">
                    <a:lumMod val="25000"/>
                  </a:schemeClr>
                </a:solidFill>
                <a:latin typeface="Arial Narrow" panose="020B0606020202030204" pitchFamily="34" charset="0"/>
              </a:rPr>
              <a:t>Siebel</a:t>
            </a:r>
          </a:p>
          <a:p>
            <a:r>
              <a:rPr lang="pt-BR" sz="1050" b="1" dirty="0">
                <a:solidFill>
                  <a:schemeClr val="bg2">
                    <a:lumMod val="25000"/>
                  </a:schemeClr>
                </a:solidFill>
                <a:latin typeface="Arial Narrow" panose="020B0606020202030204" pitchFamily="34" charset="0"/>
              </a:rPr>
              <a:t>Siebel Móvel</a:t>
            </a:r>
          </a:p>
          <a:p>
            <a:r>
              <a:rPr lang="pt-BR" sz="1050" b="1" dirty="0">
                <a:solidFill>
                  <a:schemeClr val="bg2">
                    <a:lumMod val="25000"/>
                  </a:schemeClr>
                </a:solidFill>
                <a:latin typeface="Arial Narrow" panose="020B0606020202030204" pitchFamily="34" charset="0"/>
              </a:rPr>
              <a:t>RTD</a:t>
            </a:r>
          </a:p>
          <a:p>
            <a:r>
              <a:rPr lang="pt-BR" sz="1050" b="1" dirty="0">
                <a:solidFill>
                  <a:schemeClr val="bg2">
                    <a:lumMod val="25000"/>
                  </a:schemeClr>
                </a:solidFill>
                <a:latin typeface="Arial Narrow" panose="020B0606020202030204" pitchFamily="34" charset="0"/>
              </a:rPr>
              <a:t>SMS</a:t>
            </a:r>
          </a:p>
          <a:p>
            <a:pPr marL="0" algn="l" defTabSz="914400" rtl="0" eaLnBrk="1" latinLnBrk="0" hangingPunct="1"/>
            <a:r>
              <a:rPr lang="pt-BR" sz="1050" b="1" kern="1200" dirty="0">
                <a:solidFill>
                  <a:schemeClr val="bg2">
                    <a:lumMod val="25000"/>
                  </a:schemeClr>
                </a:solidFill>
                <a:latin typeface="Arial Narrow" panose="020B0606020202030204" pitchFamily="34" charset="0"/>
                <a:ea typeface="+mn-ea"/>
                <a:cs typeface="+mn-cs"/>
              </a:rPr>
              <a:t>USSD</a:t>
            </a:r>
          </a:p>
          <a:p>
            <a:pPr marL="0" algn="l" defTabSz="914400" rtl="0" eaLnBrk="1" latinLnBrk="0" hangingPunct="1"/>
            <a:r>
              <a:rPr lang="pt-BR" sz="1050" b="1" kern="1200" dirty="0">
                <a:solidFill>
                  <a:schemeClr val="bg2">
                    <a:lumMod val="25000"/>
                  </a:schemeClr>
                </a:solidFill>
                <a:latin typeface="Arial Narrow" panose="020B0606020202030204" pitchFamily="34" charset="0"/>
                <a:ea typeface="+mn-ea"/>
                <a:cs typeface="+mn-cs"/>
              </a:rPr>
              <a:t>RTD NBA</a:t>
            </a:r>
          </a:p>
        </p:txBody>
      </p:sp>
      <p:sp>
        <p:nvSpPr>
          <p:cNvPr id="172" name="Retângulo 171">
            <a:extLst>
              <a:ext uri="{FF2B5EF4-FFF2-40B4-BE49-F238E27FC236}">
                <a16:creationId xmlns:a16="http://schemas.microsoft.com/office/drawing/2014/main" id="{40C24CC0-2832-47CA-8716-C6108F7BCFC8}"/>
              </a:ext>
            </a:extLst>
          </p:cNvPr>
          <p:cNvSpPr/>
          <p:nvPr userDrawn="1"/>
        </p:nvSpPr>
        <p:spPr>
          <a:xfrm>
            <a:off x="8021615" y="4885428"/>
            <a:ext cx="1245600" cy="3723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050" b="1">
                <a:solidFill>
                  <a:schemeClr val="bg2">
                    <a:lumMod val="25000"/>
                  </a:schemeClr>
                </a:solidFill>
                <a:latin typeface="Arial Narrow" panose="020B0606020202030204" pitchFamily="34" charset="0"/>
              </a:rPr>
              <a:t>USSD</a:t>
            </a:r>
          </a:p>
          <a:p>
            <a:r>
              <a:rPr lang="pt-BR" sz="1050" b="1">
                <a:solidFill>
                  <a:schemeClr val="bg2">
                    <a:lumMod val="25000"/>
                  </a:schemeClr>
                </a:solidFill>
                <a:latin typeface="Arial Narrow" panose="020B0606020202030204" pitchFamily="34" charset="0"/>
              </a:rPr>
              <a:t>Outros</a:t>
            </a:r>
          </a:p>
          <a:p>
            <a:endParaRPr lang="pt-BR" sz="1100" b="1">
              <a:solidFill>
                <a:schemeClr val="tx1"/>
              </a:solidFill>
              <a:latin typeface="Arial Narrow" panose="020B0606020202030204" pitchFamily="34" charset="0"/>
            </a:endParaRPr>
          </a:p>
        </p:txBody>
      </p:sp>
      <p:sp>
        <p:nvSpPr>
          <p:cNvPr id="176" name="Espaço Reservado para Texto 46">
            <a:extLst>
              <a:ext uri="{FF2B5EF4-FFF2-40B4-BE49-F238E27FC236}">
                <a16:creationId xmlns:a16="http://schemas.microsoft.com/office/drawing/2014/main" id="{91B72EFD-5327-4ECA-83C4-985F66581231}"/>
              </a:ext>
            </a:extLst>
          </p:cNvPr>
          <p:cNvSpPr>
            <a:spLocks noGrp="1"/>
          </p:cNvSpPr>
          <p:nvPr>
            <p:ph type="body" sz="quarter" idx="193" hasCustomPrompt="1"/>
          </p:nvPr>
        </p:nvSpPr>
        <p:spPr>
          <a:xfrm>
            <a:off x="8043321" y="5250681"/>
            <a:ext cx="1369287" cy="1016414"/>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Indique quais</a:t>
            </a:r>
          </a:p>
        </p:txBody>
      </p:sp>
      <p:sp>
        <p:nvSpPr>
          <p:cNvPr id="177" name="Retângulo 176">
            <a:extLst>
              <a:ext uri="{FF2B5EF4-FFF2-40B4-BE49-F238E27FC236}">
                <a16:creationId xmlns:a16="http://schemas.microsoft.com/office/drawing/2014/main" id="{9179A763-5869-461E-BC0D-276B173808C5}"/>
              </a:ext>
            </a:extLst>
          </p:cNvPr>
          <p:cNvSpPr/>
          <p:nvPr userDrawn="1"/>
        </p:nvSpPr>
        <p:spPr>
          <a:xfrm>
            <a:off x="7676508" y="4627884"/>
            <a:ext cx="1637110" cy="2091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600" b="0">
                <a:solidFill>
                  <a:schemeClr val="accent2">
                    <a:lumMod val="50000"/>
                  </a:schemeClr>
                </a:solidFill>
                <a:latin typeface="Arial Narrow" panose="020B0606020202030204" pitchFamily="34" charset="0"/>
              </a:rPr>
              <a:t>ASSINALE OS CAMPOS COM UM </a:t>
            </a:r>
            <a:r>
              <a:rPr lang="pt-BR" sz="600" b="0">
                <a:solidFill>
                  <a:srgbClr val="133765"/>
                </a:solidFill>
                <a:latin typeface="Arial Narrow" panose="020B0606020202030204" pitchFamily="34" charset="0"/>
              </a:rPr>
              <a:t>X</a:t>
            </a:r>
            <a:endParaRPr lang="pt-BR" sz="600" b="0">
              <a:solidFill>
                <a:schemeClr val="accent2">
                  <a:lumMod val="50000"/>
                </a:schemeClr>
              </a:solidFill>
              <a:latin typeface="Arial Narrow" panose="020B0606020202030204" pitchFamily="34" charset="0"/>
            </a:endParaRPr>
          </a:p>
        </p:txBody>
      </p:sp>
      <p:sp>
        <p:nvSpPr>
          <p:cNvPr id="2" name="object 30">
            <a:extLst>
              <a:ext uri="{FF2B5EF4-FFF2-40B4-BE49-F238E27FC236}">
                <a16:creationId xmlns:a16="http://schemas.microsoft.com/office/drawing/2014/main" id="{478E84AE-44D8-4246-A362-83CBD72CAFAD}"/>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9" name="Segnaposto numero diapositiva 1">
            <a:extLst>
              <a:ext uri="{FF2B5EF4-FFF2-40B4-BE49-F238E27FC236}">
                <a16:creationId xmlns:a16="http://schemas.microsoft.com/office/drawing/2014/main" id="{AC600A95-3377-457A-9CF6-D4C50A861893}"/>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pic>
        <p:nvPicPr>
          <p:cNvPr id="10" name="Imagem 9">
            <a:extLst>
              <a:ext uri="{FF2B5EF4-FFF2-40B4-BE49-F238E27FC236}">
                <a16:creationId xmlns:a16="http://schemas.microsoft.com/office/drawing/2014/main" id="{8EB4D4FC-69A3-47BD-8803-DA3706F3AC57}"/>
              </a:ext>
            </a:extLst>
          </p:cNvPr>
          <p:cNvPicPr>
            <a:picLocks noChangeAspect="1"/>
          </p:cNvPicPr>
          <p:nvPr userDrawn="1"/>
        </p:nvPicPr>
        <p:blipFill>
          <a:blip r:embed="rId3"/>
          <a:srcRect/>
          <a:stretch/>
        </p:blipFill>
        <p:spPr>
          <a:xfrm>
            <a:off x="255313" y="6480194"/>
            <a:ext cx="256801" cy="208487"/>
          </a:xfrm>
          <a:prstGeom prst="rect">
            <a:avLst/>
          </a:prstGeom>
        </p:spPr>
      </p:pic>
      <p:sp>
        <p:nvSpPr>
          <p:cNvPr id="11" name="Retângulo 10">
            <a:extLst>
              <a:ext uri="{FF2B5EF4-FFF2-40B4-BE49-F238E27FC236}">
                <a16:creationId xmlns:a16="http://schemas.microsoft.com/office/drawing/2014/main" id="{2E026C5D-E3F7-4304-B42D-B5EAEBE8B1DD}"/>
              </a:ext>
            </a:extLst>
          </p:cNvPr>
          <p:cNvSpPr/>
          <p:nvPr userDrawn="1"/>
        </p:nvSpPr>
        <p:spPr>
          <a:xfrm>
            <a:off x="805681" y="4885428"/>
            <a:ext cx="1672824" cy="13325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050" b="1">
                <a:solidFill>
                  <a:schemeClr val="bg2">
                    <a:lumMod val="25000"/>
                  </a:schemeClr>
                </a:solidFill>
                <a:latin typeface="Arial Narrow" panose="020B0606020202030204" pitchFamily="34" charset="0"/>
              </a:rPr>
              <a:t>[  ] C [  ] A [  ] S [  ] E [  ] D</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b="1">
                <a:solidFill>
                  <a:schemeClr val="bg2">
                    <a:lumMod val="25000"/>
                  </a:schemeClr>
                </a:solidFill>
                <a:latin typeface="Arial Narrow" panose="020B0606020202030204" pitchFamily="34" charset="0"/>
              </a:rPr>
              <a:t>[  ] C [  ] A [  ] S [  ] E [  ] D</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b="1">
                <a:solidFill>
                  <a:schemeClr val="bg2">
                    <a:lumMod val="25000"/>
                  </a:schemeClr>
                </a:solidFill>
                <a:latin typeface="Arial Narrow" panose="020B0606020202030204" pitchFamily="34" charset="0"/>
              </a:rPr>
              <a:t>[  ] C [  ] A [  ] S [  ] E [  ] D     [  ] C [  ] A [  ] S [  ] E [  ] D</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b="1">
                <a:solidFill>
                  <a:schemeClr val="bg2">
                    <a:lumMod val="25000"/>
                  </a:schemeClr>
                </a:solidFill>
                <a:latin typeface="Arial Narrow" panose="020B0606020202030204" pitchFamily="34" charset="0"/>
              </a:rPr>
              <a:t>[  ] C [  ] A [  ] S [  ] E [  ] D</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b="1">
                <a:solidFill>
                  <a:schemeClr val="bg2">
                    <a:lumMod val="25000"/>
                  </a:schemeClr>
                </a:solidFill>
                <a:latin typeface="Arial Narrow" panose="020B0606020202030204" pitchFamily="34" charset="0"/>
              </a:rPr>
              <a:t>[  ] C [  ] A [  ] S [  ] E [  ] D</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b="1">
                <a:solidFill>
                  <a:schemeClr val="bg2">
                    <a:lumMod val="25000"/>
                  </a:schemeClr>
                </a:solidFill>
                <a:latin typeface="Arial Narrow" panose="020B0606020202030204" pitchFamily="34" charset="0"/>
              </a:rPr>
              <a:t>[  ] C [  ] A [  ] S [  ] E [  ] D</a:t>
            </a:r>
          </a:p>
          <a:p>
            <a:endParaRPr lang="pt-BR" sz="1050" b="1">
              <a:solidFill>
                <a:schemeClr val="bg2">
                  <a:lumMod val="25000"/>
                </a:schemeClr>
              </a:solidFill>
              <a:latin typeface="Arial Narrow" panose="020B0606020202030204" pitchFamily="34" charset="0"/>
            </a:endParaRPr>
          </a:p>
        </p:txBody>
      </p:sp>
      <p:sp>
        <p:nvSpPr>
          <p:cNvPr id="14" name="Retângulo 13">
            <a:extLst>
              <a:ext uri="{FF2B5EF4-FFF2-40B4-BE49-F238E27FC236}">
                <a16:creationId xmlns:a16="http://schemas.microsoft.com/office/drawing/2014/main" id="{13975741-A80D-470A-AE55-BA3D6A4E78EC}"/>
              </a:ext>
            </a:extLst>
          </p:cNvPr>
          <p:cNvSpPr/>
          <p:nvPr userDrawn="1"/>
        </p:nvSpPr>
        <p:spPr>
          <a:xfrm>
            <a:off x="3604497" y="4885428"/>
            <a:ext cx="1672824" cy="13325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050" b="1">
                <a:solidFill>
                  <a:schemeClr val="bg2">
                    <a:lumMod val="25000"/>
                  </a:schemeClr>
                </a:solidFill>
                <a:latin typeface="Arial Narrow" panose="020B0606020202030204" pitchFamily="34" charset="0"/>
              </a:rPr>
              <a:t>[  ] C [  ] A [  ] S [  ] E [  ] D</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b="1">
                <a:solidFill>
                  <a:schemeClr val="bg2">
                    <a:lumMod val="25000"/>
                  </a:schemeClr>
                </a:solidFill>
                <a:latin typeface="Arial Narrow" panose="020B0606020202030204" pitchFamily="34" charset="0"/>
              </a:rPr>
              <a:t>[  ] C [  ] A [  ] S [  ] E [  ] D</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b="1">
                <a:solidFill>
                  <a:schemeClr val="bg2">
                    <a:lumMod val="25000"/>
                  </a:schemeClr>
                </a:solidFill>
                <a:latin typeface="Arial Narrow" panose="020B0606020202030204" pitchFamily="34" charset="0"/>
              </a:rPr>
              <a:t>[  ] C [  ] A [  ] S [  ] E [  ] D     [  ] C [  ] A [  ] S [  ] E [  ] D</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b="1">
                <a:solidFill>
                  <a:schemeClr val="bg2">
                    <a:lumMod val="25000"/>
                  </a:schemeClr>
                </a:solidFill>
                <a:latin typeface="Arial Narrow" panose="020B0606020202030204" pitchFamily="34" charset="0"/>
              </a:rPr>
              <a:t>[  ] C [  ] A [  ] S [  ] E [  ] D</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b="1">
                <a:solidFill>
                  <a:schemeClr val="bg2">
                    <a:lumMod val="25000"/>
                  </a:schemeClr>
                </a:solidFill>
                <a:latin typeface="Arial Narrow" panose="020B0606020202030204" pitchFamily="34" charset="0"/>
              </a:rPr>
              <a:t>[  ] C [  ] A [  ] S [  ] E [  ] D</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b="1">
                <a:solidFill>
                  <a:schemeClr val="bg2">
                    <a:lumMod val="25000"/>
                  </a:schemeClr>
                </a:solidFill>
                <a:latin typeface="Arial Narrow" panose="020B0606020202030204" pitchFamily="34" charset="0"/>
              </a:rPr>
              <a:t>[  ] C [  ] A [  ] S [  ] E [  ] D</a:t>
            </a:r>
          </a:p>
          <a:p>
            <a:endParaRPr lang="pt-BR" sz="1050" b="1">
              <a:solidFill>
                <a:schemeClr val="bg2">
                  <a:lumMod val="25000"/>
                </a:schemeClr>
              </a:solidFill>
              <a:latin typeface="Arial Narrow" panose="020B0606020202030204" pitchFamily="34" charset="0"/>
            </a:endParaRPr>
          </a:p>
        </p:txBody>
      </p:sp>
      <p:sp>
        <p:nvSpPr>
          <p:cNvPr id="15" name="Retângulo 14">
            <a:extLst>
              <a:ext uri="{FF2B5EF4-FFF2-40B4-BE49-F238E27FC236}">
                <a16:creationId xmlns:a16="http://schemas.microsoft.com/office/drawing/2014/main" id="{01052D0A-15FA-4341-AD7C-90817179FC57}"/>
              </a:ext>
            </a:extLst>
          </p:cNvPr>
          <p:cNvSpPr/>
          <p:nvPr userDrawn="1"/>
        </p:nvSpPr>
        <p:spPr>
          <a:xfrm>
            <a:off x="6414760" y="4885428"/>
            <a:ext cx="1672824" cy="13325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050" b="1">
                <a:solidFill>
                  <a:schemeClr val="bg2">
                    <a:lumMod val="25000"/>
                  </a:schemeClr>
                </a:solidFill>
                <a:latin typeface="Arial Narrow" panose="020B0606020202030204" pitchFamily="34" charset="0"/>
              </a:rPr>
              <a:t>[  ] C [  ] A [  ] S [  ] E [  ] D</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b="1">
                <a:solidFill>
                  <a:schemeClr val="bg2">
                    <a:lumMod val="25000"/>
                  </a:schemeClr>
                </a:solidFill>
                <a:latin typeface="Arial Narrow" panose="020B0606020202030204" pitchFamily="34" charset="0"/>
              </a:rPr>
              <a:t>[  ] C [  ] A [  ] S [  ] E [  ] D</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b="1">
                <a:solidFill>
                  <a:schemeClr val="bg2">
                    <a:lumMod val="25000"/>
                  </a:schemeClr>
                </a:solidFill>
                <a:latin typeface="Arial Narrow" panose="020B0606020202030204" pitchFamily="34" charset="0"/>
              </a:rPr>
              <a:t>[  ] C [  ] A [  ] S [  ] E [  ] D     [  ] C [  ] A [  ] S [  ] E [  ] D</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b="1">
                <a:solidFill>
                  <a:schemeClr val="bg2">
                    <a:lumMod val="25000"/>
                  </a:schemeClr>
                </a:solidFill>
                <a:latin typeface="Arial Narrow" panose="020B0606020202030204" pitchFamily="34" charset="0"/>
              </a:rPr>
              <a:t>[  ] C [  ] A [  ] S [  ] E [  ] D</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b="1">
                <a:solidFill>
                  <a:schemeClr val="bg2">
                    <a:lumMod val="25000"/>
                  </a:schemeClr>
                </a:solidFill>
                <a:latin typeface="Arial Narrow" panose="020B0606020202030204" pitchFamily="34" charset="0"/>
              </a:rPr>
              <a:t>[  ] C [  ] A [  ] S [  ] E [  ] D</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b="1">
                <a:solidFill>
                  <a:schemeClr val="bg2">
                    <a:lumMod val="25000"/>
                  </a:schemeClr>
                </a:solidFill>
                <a:latin typeface="Arial Narrow" panose="020B0606020202030204" pitchFamily="34" charset="0"/>
              </a:rPr>
              <a:t>[  ] C [  ] A [  ] S [  ] E [  ] D</a:t>
            </a:r>
          </a:p>
          <a:p>
            <a:endParaRPr lang="pt-BR" sz="1050" b="1">
              <a:solidFill>
                <a:schemeClr val="bg2">
                  <a:lumMod val="25000"/>
                </a:schemeClr>
              </a:solidFill>
              <a:latin typeface="Arial Narrow" panose="020B0606020202030204" pitchFamily="34" charset="0"/>
            </a:endParaRPr>
          </a:p>
        </p:txBody>
      </p:sp>
    </p:spTree>
    <p:extLst>
      <p:ext uri="{BB962C8B-B14F-4D97-AF65-F5344CB8AC3E}">
        <p14:creationId xmlns:p14="http://schemas.microsoft.com/office/powerpoint/2010/main" val="200288621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VISÃO JORNADA">
    <p:spTree>
      <p:nvGrpSpPr>
        <p:cNvPr id="1" name=""/>
        <p:cNvGrpSpPr/>
        <p:nvPr/>
      </p:nvGrpSpPr>
      <p:grpSpPr>
        <a:xfrm>
          <a:off x="0" y="0"/>
          <a:ext cx="0" cy="0"/>
          <a:chOff x="0" y="0"/>
          <a:chExt cx="0" cy="0"/>
        </a:xfrm>
      </p:grpSpPr>
      <p:sp>
        <p:nvSpPr>
          <p:cNvPr id="151" name="Retângulo 150">
            <a:extLst>
              <a:ext uri="{FF2B5EF4-FFF2-40B4-BE49-F238E27FC236}">
                <a16:creationId xmlns:a16="http://schemas.microsoft.com/office/drawing/2014/main" id="{94539554-914F-4EF9-A710-8F87D8165A97}"/>
              </a:ext>
            </a:extLst>
          </p:cNvPr>
          <p:cNvSpPr/>
          <p:nvPr userDrawn="1"/>
        </p:nvSpPr>
        <p:spPr>
          <a:xfrm>
            <a:off x="4684" y="-5246"/>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6" name="Retângulo: Cantos Superiores Arredondados 5">
            <a:extLst>
              <a:ext uri="{FF2B5EF4-FFF2-40B4-BE49-F238E27FC236}">
                <a16:creationId xmlns:a16="http://schemas.microsoft.com/office/drawing/2014/main" id="{58280137-A574-49A2-B09A-F3051C4607DC}"/>
              </a:ext>
            </a:extLst>
          </p:cNvPr>
          <p:cNvSpPr/>
          <p:nvPr userDrawn="1"/>
        </p:nvSpPr>
        <p:spPr>
          <a:xfrm rot="16200000">
            <a:off x="4053937" y="-3073666"/>
            <a:ext cx="4079967" cy="11811697"/>
          </a:xfrm>
          <a:prstGeom prst="round2SameRect">
            <a:avLst>
              <a:gd name="adj1" fmla="val 5299"/>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VISÃO DA JORNADA</a:t>
            </a: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669390" y="960063"/>
            <a:ext cx="11226701" cy="38143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 name="Retângulo: Cantos Superiores Arredondados 8">
            <a:extLst>
              <a:ext uri="{FF2B5EF4-FFF2-40B4-BE49-F238E27FC236}">
                <a16:creationId xmlns:a16="http://schemas.microsoft.com/office/drawing/2014/main" id="{4749333B-E6F0-4FDE-BB4F-308BE95F7B22}"/>
              </a:ext>
            </a:extLst>
          </p:cNvPr>
          <p:cNvSpPr/>
          <p:nvPr userDrawn="1"/>
        </p:nvSpPr>
        <p:spPr>
          <a:xfrm rot="16200000">
            <a:off x="5388566" y="-250252"/>
            <a:ext cx="1410712" cy="11811696"/>
          </a:xfrm>
          <a:prstGeom prst="round2SameRect">
            <a:avLst>
              <a:gd name="adj1" fmla="val 5299"/>
              <a:gd name="adj2" fmla="val 0"/>
            </a:avLst>
          </a:prstGeom>
          <a:solidFill>
            <a:schemeClr val="accent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COMENTÁRIOS</a:t>
            </a:r>
          </a:p>
        </p:txBody>
      </p:sp>
      <p:sp>
        <p:nvSpPr>
          <p:cNvPr id="10" name="Retângulo 9">
            <a:extLst>
              <a:ext uri="{FF2B5EF4-FFF2-40B4-BE49-F238E27FC236}">
                <a16:creationId xmlns:a16="http://schemas.microsoft.com/office/drawing/2014/main" id="{6CB08043-A7E9-4C72-AEAE-6B31C0E6D307}"/>
              </a:ext>
            </a:extLst>
          </p:cNvPr>
          <p:cNvSpPr/>
          <p:nvPr userDrawn="1"/>
        </p:nvSpPr>
        <p:spPr>
          <a:xfrm>
            <a:off x="635443" y="5057895"/>
            <a:ext cx="11260647" cy="1207937"/>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47" name="Espaço Reservado para Texto 46">
            <a:extLst>
              <a:ext uri="{FF2B5EF4-FFF2-40B4-BE49-F238E27FC236}">
                <a16:creationId xmlns:a16="http://schemas.microsoft.com/office/drawing/2014/main" id="{FD3EC130-71A3-4631-982F-82143E912156}"/>
              </a:ext>
            </a:extLst>
          </p:cNvPr>
          <p:cNvSpPr>
            <a:spLocks noGrp="1"/>
          </p:cNvSpPr>
          <p:nvPr>
            <p:ph type="body" sz="quarter" idx="21" hasCustomPrompt="1"/>
          </p:nvPr>
        </p:nvSpPr>
        <p:spPr>
          <a:xfrm>
            <a:off x="669390" y="5057895"/>
            <a:ext cx="11226700" cy="1207937"/>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comentários relevantes para o entendimento da visão da jornada e interface da solução na jornada do consumidor</a:t>
            </a: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1" name="Seta: Para a Direita 10">
            <a:extLst>
              <a:ext uri="{FF2B5EF4-FFF2-40B4-BE49-F238E27FC236}">
                <a16:creationId xmlns:a16="http://schemas.microsoft.com/office/drawing/2014/main" id="{A7A4B8A0-E9B0-4D8A-B2C7-B0011FF85B5B}"/>
              </a:ext>
            </a:extLst>
          </p:cNvPr>
          <p:cNvSpPr/>
          <p:nvPr userDrawn="1"/>
        </p:nvSpPr>
        <p:spPr>
          <a:xfrm>
            <a:off x="845917" y="1124899"/>
            <a:ext cx="1374769" cy="468770"/>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00" b="1">
                <a:latin typeface="Arial Narrow" panose="020B0606020202030204" pitchFamily="34" charset="0"/>
              </a:rPr>
              <a:t>CONSCIENTIZAÇÃO</a:t>
            </a:r>
          </a:p>
        </p:txBody>
      </p:sp>
      <p:sp>
        <p:nvSpPr>
          <p:cNvPr id="12" name="Seta: Para a Direita 11">
            <a:extLst>
              <a:ext uri="{FF2B5EF4-FFF2-40B4-BE49-F238E27FC236}">
                <a16:creationId xmlns:a16="http://schemas.microsoft.com/office/drawing/2014/main" id="{5D07F215-AF2D-4FB2-B7AE-867F61E30A64}"/>
              </a:ext>
            </a:extLst>
          </p:cNvPr>
          <p:cNvSpPr/>
          <p:nvPr userDrawn="1"/>
        </p:nvSpPr>
        <p:spPr>
          <a:xfrm>
            <a:off x="2298237" y="1124899"/>
            <a:ext cx="1842689" cy="468770"/>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00" b="1">
                <a:latin typeface="Arial Narrow" panose="020B0606020202030204" pitchFamily="34" charset="0"/>
              </a:rPr>
              <a:t>PESQUISA OU DESCOLBERTA</a:t>
            </a:r>
          </a:p>
        </p:txBody>
      </p:sp>
      <p:sp>
        <p:nvSpPr>
          <p:cNvPr id="19" name="Seta: Para a Direita 18">
            <a:extLst>
              <a:ext uri="{FF2B5EF4-FFF2-40B4-BE49-F238E27FC236}">
                <a16:creationId xmlns:a16="http://schemas.microsoft.com/office/drawing/2014/main" id="{9F0A46DD-04E5-4746-A0DB-C0BC345EE9DC}"/>
              </a:ext>
            </a:extLst>
          </p:cNvPr>
          <p:cNvSpPr/>
          <p:nvPr userDrawn="1"/>
        </p:nvSpPr>
        <p:spPr>
          <a:xfrm>
            <a:off x="4218477" y="1124899"/>
            <a:ext cx="1673525" cy="468770"/>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00" b="1">
                <a:latin typeface="Arial Narrow" panose="020B0606020202030204" pitchFamily="34" charset="0"/>
              </a:rPr>
              <a:t>PRIMEIRA COMUNICAÇÃO</a:t>
            </a:r>
          </a:p>
        </p:txBody>
      </p:sp>
      <p:sp>
        <p:nvSpPr>
          <p:cNvPr id="21" name="Seta: Para a Direita 20">
            <a:extLst>
              <a:ext uri="{FF2B5EF4-FFF2-40B4-BE49-F238E27FC236}">
                <a16:creationId xmlns:a16="http://schemas.microsoft.com/office/drawing/2014/main" id="{4A58DB9B-DE4A-4E5C-BB14-0BE076DCDF81}"/>
              </a:ext>
            </a:extLst>
          </p:cNvPr>
          <p:cNvSpPr/>
          <p:nvPr userDrawn="1"/>
        </p:nvSpPr>
        <p:spPr>
          <a:xfrm>
            <a:off x="5969553" y="1124899"/>
            <a:ext cx="1673525" cy="468770"/>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00" b="1">
                <a:latin typeface="Arial Narrow" panose="020B0606020202030204" pitchFamily="34" charset="0"/>
              </a:rPr>
              <a:t>ESCOLHA</a:t>
            </a:r>
          </a:p>
        </p:txBody>
      </p:sp>
      <p:sp>
        <p:nvSpPr>
          <p:cNvPr id="23" name="Retângulo 22">
            <a:extLst>
              <a:ext uri="{FF2B5EF4-FFF2-40B4-BE49-F238E27FC236}">
                <a16:creationId xmlns:a16="http://schemas.microsoft.com/office/drawing/2014/main" id="{015871EC-E6F2-4F10-9125-CB6DDC6B336D}"/>
              </a:ext>
            </a:extLst>
          </p:cNvPr>
          <p:cNvSpPr/>
          <p:nvPr userDrawn="1"/>
        </p:nvSpPr>
        <p:spPr>
          <a:xfrm>
            <a:off x="845916" y="1674940"/>
            <a:ext cx="943695"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50" b="1">
                <a:solidFill>
                  <a:schemeClr val="tx1"/>
                </a:solidFill>
                <a:latin typeface="Arial Narrow" panose="020B0606020202030204" pitchFamily="34" charset="0"/>
              </a:rPr>
              <a:t>Desejo ou necessidade</a:t>
            </a:r>
          </a:p>
        </p:txBody>
      </p:sp>
      <p:sp>
        <p:nvSpPr>
          <p:cNvPr id="25" name="Retângulo 24">
            <a:extLst>
              <a:ext uri="{FF2B5EF4-FFF2-40B4-BE49-F238E27FC236}">
                <a16:creationId xmlns:a16="http://schemas.microsoft.com/office/drawing/2014/main" id="{29D7FD11-550C-421F-8CD3-0C44417A6B39}"/>
              </a:ext>
            </a:extLst>
          </p:cNvPr>
          <p:cNvSpPr/>
          <p:nvPr userDrawn="1"/>
        </p:nvSpPr>
        <p:spPr>
          <a:xfrm>
            <a:off x="845916" y="2086239"/>
            <a:ext cx="943695"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50" b="1">
                <a:solidFill>
                  <a:schemeClr val="tx1"/>
                </a:solidFill>
                <a:latin typeface="Arial Narrow" panose="020B0606020202030204" pitchFamily="34" charset="0"/>
              </a:rPr>
              <a:t>Interesse</a:t>
            </a:r>
            <a:endParaRPr lang="pt-BR" sz="1100" b="1">
              <a:solidFill>
                <a:schemeClr val="tx1"/>
              </a:solidFill>
              <a:latin typeface="Arial Narrow" panose="020B0606020202030204" pitchFamily="34" charset="0"/>
            </a:endParaRPr>
          </a:p>
        </p:txBody>
      </p:sp>
      <p:sp>
        <p:nvSpPr>
          <p:cNvPr id="27" name="Retângulo 26">
            <a:extLst>
              <a:ext uri="{FF2B5EF4-FFF2-40B4-BE49-F238E27FC236}">
                <a16:creationId xmlns:a16="http://schemas.microsoft.com/office/drawing/2014/main" id="{E432A32B-891D-4F7E-AFC5-50E3E7C635CA}"/>
              </a:ext>
            </a:extLst>
          </p:cNvPr>
          <p:cNvSpPr/>
          <p:nvPr userDrawn="1"/>
        </p:nvSpPr>
        <p:spPr>
          <a:xfrm>
            <a:off x="2299065" y="1674940"/>
            <a:ext cx="1440000"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50" b="1">
                <a:solidFill>
                  <a:schemeClr val="tx1"/>
                </a:solidFill>
                <a:latin typeface="Arial Narrow" panose="020B0606020202030204" pitchFamily="34" charset="0"/>
              </a:rPr>
              <a:t>Pesquisa</a:t>
            </a:r>
          </a:p>
        </p:txBody>
      </p:sp>
      <p:sp>
        <p:nvSpPr>
          <p:cNvPr id="29" name="Retângulo 28">
            <a:extLst>
              <a:ext uri="{FF2B5EF4-FFF2-40B4-BE49-F238E27FC236}">
                <a16:creationId xmlns:a16="http://schemas.microsoft.com/office/drawing/2014/main" id="{D52EBA70-3DD1-485D-BFC3-EA245DC451A3}"/>
              </a:ext>
            </a:extLst>
          </p:cNvPr>
          <p:cNvSpPr/>
          <p:nvPr userDrawn="1"/>
        </p:nvSpPr>
        <p:spPr>
          <a:xfrm>
            <a:off x="2299061" y="2086239"/>
            <a:ext cx="1440000"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50" b="1">
                <a:solidFill>
                  <a:schemeClr val="tx1"/>
                </a:solidFill>
                <a:latin typeface="Arial Narrow" panose="020B0606020202030204" pitchFamily="34" charset="0"/>
              </a:rPr>
              <a:t>Consideração ou comparação externa</a:t>
            </a:r>
          </a:p>
        </p:txBody>
      </p:sp>
      <p:sp>
        <p:nvSpPr>
          <p:cNvPr id="31" name="Retângulo 30">
            <a:extLst>
              <a:ext uri="{FF2B5EF4-FFF2-40B4-BE49-F238E27FC236}">
                <a16:creationId xmlns:a16="http://schemas.microsoft.com/office/drawing/2014/main" id="{C092BDC8-4959-47DE-BBF1-C5BD5F3ECFAF}"/>
              </a:ext>
            </a:extLst>
          </p:cNvPr>
          <p:cNvSpPr/>
          <p:nvPr userDrawn="1"/>
        </p:nvSpPr>
        <p:spPr>
          <a:xfrm>
            <a:off x="4233190" y="1674940"/>
            <a:ext cx="1227082"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50" b="1">
                <a:solidFill>
                  <a:schemeClr val="tx1"/>
                </a:solidFill>
                <a:latin typeface="Arial Narrow" panose="020B0606020202030204" pitchFamily="34" charset="0"/>
              </a:rPr>
              <a:t>Direta</a:t>
            </a:r>
          </a:p>
        </p:txBody>
      </p:sp>
      <p:sp>
        <p:nvSpPr>
          <p:cNvPr id="35" name="Retângulo 34">
            <a:extLst>
              <a:ext uri="{FF2B5EF4-FFF2-40B4-BE49-F238E27FC236}">
                <a16:creationId xmlns:a16="http://schemas.microsoft.com/office/drawing/2014/main" id="{F5E06D50-DDE7-44D6-B243-B9549D5A10C3}"/>
              </a:ext>
            </a:extLst>
          </p:cNvPr>
          <p:cNvSpPr/>
          <p:nvPr userDrawn="1"/>
        </p:nvSpPr>
        <p:spPr>
          <a:xfrm>
            <a:off x="4233190" y="2086239"/>
            <a:ext cx="1227083"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50" b="1">
                <a:solidFill>
                  <a:schemeClr val="tx1"/>
                </a:solidFill>
                <a:latin typeface="Arial Narrow" panose="020B0606020202030204" pitchFamily="34" charset="0"/>
              </a:rPr>
              <a:t>Indireta</a:t>
            </a:r>
          </a:p>
        </p:txBody>
      </p:sp>
      <p:sp>
        <p:nvSpPr>
          <p:cNvPr id="37" name="Retângulo 36">
            <a:extLst>
              <a:ext uri="{FF2B5EF4-FFF2-40B4-BE49-F238E27FC236}">
                <a16:creationId xmlns:a16="http://schemas.microsoft.com/office/drawing/2014/main" id="{5EC37691-E4CD-4659-9BD1-3CABFABD9D66}"/>
              </a:ext>
            </a:extLst>
          </p:cNvPr>
          <p:cNvSpPr/>
          <p:nvPr userDrawn="1"/>
        </p:nvSpPr>
        <p:spPr>
          <a:xfrm>
            <a:off x="5965786" y="1674940"/>
            <a:ext cx="1227082"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50" b="1">
                <a:solidFill>
                  <a:schemeClr val="tx1"/>
                </a:solidFill>
                <a:latin typeface="Arial Narrow" panose="020B0606020202030204" pitchFamily="34" charset="0"/>
              </a:rPr>
              <a:t>Comparação interna</a:t>
            </a:r>
          </a:p>
        </p:txBody>
      </p:sp>
      <p:sp>
        <p:nvSpPr>
          <p:cNvPr id="41" name="Retângulo 40">
            <a:extLst>
              <a:ext uri="{FF2B5EF4-FFF2-40B4-BE49-F238E27FC236}">
                <a16:creationId xmlns:a16="http://schemas.microsoft.com/office/drawing/2014/main" id="{9D2E5CBC-D466-4BEF-8523-87DF4DF293E4}"/>
              </a:ext>
            </a:extLst>
          </p:cNvPr>
          <p:cNvSpPr/>
          <p:nvPr userDrawn="1"/>
        </p:nvSpPr>
        <p:spPr>
          <a:xfrm>
            <a:off x="5965791" y="2086239"/>
            <a:ext cx="1227082"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50" b="1">
                <a:solidFill>
                  <a:schemeClr val="tx1"/>
                </a:solidFill>
                <a:latin typeface="Arial Narrow" panose="020B0606020202030204" pitchFamily="34" charset="0"/>
              </a:rPr>
              <a:t>Conversão ou tomada de decisão</a:t>
            </a:r>
          </a:p>
        </p:txBody>
      </p:sp>
      <p:sp>
        <p:nvSpPr>
          <p:cNvPr id="43" name="Seta: Para a Direita 42">
            <a:extLst>
              <a:ext uri="{FF2B5EF4-FFF2-40B4-BE49-F238E27FC236}">
                <a16:creationId xmlns:a16="http://schemas.microsoft.com/office/drawing/2014/main" id="{4D03B26D-8620-401A-8B32-1DB3D6F698D4}"/>
              </a:ext>
            </a:extLst>
          </p:cNvPr>
          <p:cNvSpPr/>
          <p:nvPr userDrawn="1"/>
        </p:nvSpPr>
        <p:spPr>
          <a:xfrm>
            <a:off x="7716928" y="1124899"/>
            <a:ext cx="2027963" cy="468770"/>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00" b="1">
                <a:latin typeface="Arial Narrow" panose="020B0606020202030204" pitchFamily="34" charset="0"/>
              </a:rPr>
              <a:t>AQUISIÇÃO</a:t>
            </a:r>
          </a:p>
        </p:txBody>
      </p:sp>
      <p:sp>
        <p:nvSpPr>
          <p:cNvPr id="45" name="Retângulo 44">
            <a:extLst>
              <a:ext uri="{FF2B5EF4-FFF2-40B4-BE49-F238E27FC236}">
                <a16:creationId xmlns:a16="http://schemas.microsoft.com/office/drawing/2014/main" id="{EB54DD41-025E-492F-BEC6-CCD781CCE99C}"/>
              </a:ext>
            </a:extLst>
          </p:cNvPr>
          <p:cNvSpPr/>
          <p:nvPr userDrawn="1"/>
        </p:nvSpPr>
        <p:spPr>
          <a:xfrm>
            <a:off x="7715383" y="1674940"/>
            <a:ext cx="1556547"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50" b="1">
                <a:solidFill>
                  <a:schemeClr val="tx1"/>
                </a:solidFill>
                <a:latin typeface="Arial Narrow" panose="020B0606020202030204" pitchFamily="34" charset="0"/>
              </a:rPr>
              <a:t>Compra ou pedido</a:t>
            </a:r>
          </a:p>
        </p:txBody>
      </p:sp>
      <p:sp>
        <p:nvSpPr>
          <p:cNvPr id="49" name="Retângulo 48">
            <a:extLst>
              <a:ext uri="{FF2B5EF4-FFF2-40B4-BE49-F238E27FC236}">
                <a16:creationId xmlns:a16="http://schemas.microsoft.com/office/drawing/2014/main" id="{416CEB94-D7AC-4A3B-BAFA-5AB71B8CDEE9}"/>
              </a:ext>
            </a:extLst>
          </p:cNvPr>
          <p:cNvSpPr/>
          <p:nvPr userDrawn="1"/>
        </p:nvSpPr>
        <p:spPr>
          <a:xfrm>
            <a:off x="7719117" y="2086239"/>
            <a:ext cx="1556547"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50" b="1">
                <a:solidFill>
                  <a:schemeClr val="tx1"/>
                </a:solidFill>
                <a:latin typeface="Arial Narrow" panose="020B0606020202030204" pitchFamily="34" charset="0"/>
              </a:rPr>
              <a:t>Espera</a:t>
            </a:r>
          </a:p>
        </p:txBody>
      </p:sp>
      <p:sp>
        <p:nvSpPr>
          <p:cNvPr id="51" name="Retângulo 50">
            <a:extLst>
              <a:ext uri="{FF2B5EF4-FFF2-40B4-BE49-F238E27FC236}">
                <a16:creationId xmlns:a16="http://schemas.microsoft.com/office/drawing/2014/main" id="{5D0D6C44-52FD-4ED9-B018-66C57496CC00}"/>
              </a:ext>
            </a:extLst>
          </p:cNvPr>
          <p:cNvSpPr/>
          <p:nvPr userDrawn="1"/>
        </p:nvSpPr>
        <p:spPr>
          <a:xfrm>
            <a:off x="7719116" y="2502284"/>
            <a:ext cx="1556548"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50" b="1">
                <a:solidFill>
                  <a:schemeClr val="tx1"/>
                </a:solidFill>
                <a:latin typeface="Arial Narrow" panose="020B0606020202030204" pitchFamily="34" charset="0"/>
              </a:rPr>
              <a:t>Entrega ou  aquisição ativação ou instalação</a:t>
            </a:r>
          </a:p>
        </p:txBody>
      </p:sp>
      <p:sp>
        <p:nvSpPr>
          <p:cNvPr id="53" name="Seta: Para a Direita 52">
            <a:extLst>
              <a:ext uri="{FF2B5EF4-FFF2-40B4-BE49-F238E27FC236}">
                <a16:creationId xmlns:a16="http://schemas.microsoft.com/office/drawing/2014/main" id="{B881C013-69A4-4A60-A7BC-62A17E8D367E}"/>
              </a:ext>
            </a:extLst>
          </p:cNvPr>
          <p:cNvSpPr/>
          <p:nvPr userDrawn="1"/>
        </p:nvSpPr>
        <p:spPr>
          <a:xfrm>
            <a:off x="9813476" y="1122767"/>
            <a:ext cx="2027963" cy="468770"/>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00" b="1">
                <a:latin typeface="Arial Narrow" panose="020B0606020202030204" pitchFamily="34" charset="0"/>
              </a:rPr>
              <a:t>USO</a:t>
            </a:r>
          </a:p>
        </p:txBody>
      </p:sp>
      <p:sp>
        <p:nvSpPr>
          <p:cNvPr id="55" name="Retângulo 54">
            <a:extLst>
              <a:ext uri="{FF2B5EF4-FFF2-40B4-BE49-F238E27FC236}">
                <a16:creationId xmlns:a16="http://schemas.microsoft.com/office/drawing/2014/main" id="{7B018542-0DDC-429A-9710-1E524A805B6E}"/>
              </a:ext>
            </a:extLst>
          </p:cNvPr>
          <p:cNvSpPr/>
          <p:nvPr userDrawn="1"/>
        </p:nvSpPr>
        <p:spPr>
          <a:xfrm>
            <a:off x="9807508" y="1674940"/>
            <a:ext cx="1556548"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50" b="1">
                <a:solidFill>
                  <a:schemeClr val="tx1"/>
                </a:solidFill>
                <a:latin typeface="Arial Narrow" panose="020B0606020202030204" pitchFamily="34" charset="0"/>
              </a:rPr>
              <a:t>Onbording, exploração ou adoção</a:t>
            </a:r>
          </a:p>
        </p:txBody>
      </p:sp>
      <p:sp>
        <p:nvSpPr>
          <p:cNvPr id="57" name="Retângulo 56">
            <a:extLst>
              <a:ext uri="{FF2B5EF4-FFF2-40B4-BE49-F238E27FC236}">
                <a16:creationId xmlns:a16="http://schemas.microsoft.com/office/drawing/2014/main" id="{498ACB92-729C-49D1-A25E-3357ED7F6F24}"/>
              </a:ext>
            </a:extLst>
          </p:cNvPr>
          <p:cNvSpPr/>
          <p:nvPr userDrawn="1"/>
        </p:nvSpPr>
        <p:spPr>
          <a:xfrm>
            <a:off x="9806488" y="2086239"/>
            <a:ext cx="1556548"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50" b="1">
                <a:solidFill>
                  <a:schemeClr val="tx1"/>
                </a:solidFill>
                <a:latin typeface="Arial Narrow" panose="020B0606020202030204" pitchFamily="34" charset="0"/>
              </a:rPr>
              <a:t>Uso, desenvolvimento ou engajamento</a:t>
            </a:r>
          </a:p>
        </p:txBody>
      </p:sp>
      <p:sp>
        <p:nvSpPr>
          <p:cNvPr id="59" name="Retângulo 58">
            <a:extLst>
              <a:ext uri="{FF2B5EF4-FFF2-40B4-BE49-F238E27FC236}">
                <a16:creationId xmlns:a16="http://schemas.microsoft.com/office/drawing/2014/main" id="{76770C7B-4B51-4292-8A02-26154D5C2254}"/>
              </a:ext>
            </a:extLst>
          </p:cNvPr>
          <p:cNvSpPr/>
          <p:nvPr userDrawn="1"/>
        </p:nvSpPr>
        <p:spPr>
          <a:xfrm>
            <a:off x="9806491" y="2502284"/>
            <a:ext cx="1556548"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50" b="1">
                <a:solidFill>
                  <a:schemeClr val="tx1"/>
                </a:solidFill>
                <a:latin typeface="Arial Narrow" panose="020B0606020202030204" pitchFamily="34" charset="0"/>
              </a:rPr>
              <a:t>Pagamento</a:t>
            </a:r>
          </a:p>
        </p:txBody>
      </p:sp>
      <p:sp>
        <p:nvSpPr>
          <p:cNvPr id="61" name="Retângulo 60">
            <a:extLst>
              <a:ext uri="{FF2B5EF4-FFF2-40B4-BE49-F238E27FC236}">
                <a16:creationId xmlns:a16="http://schemas.microsoft.com/office/drawing/2014/main" id="{64FD3970-3DB3-4C3B-AACB-54F1953C0EBF}"/>
              </a:ext>
            </a:extLst>
          </p:cNvPr>
          <p:cNvSpPr/>
          <p:nvPr userDrawn="1"/>
        </p:nvSpPr>
        <p:spPr>
          <a:xfrm>
            <a:off x="8197067" y="3084145"/>
            <a:ext cx="1811083" cy="274294"/>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00" b="1">
                <a:latin typeface="Arial Narrow" panose="020B0606020202030204" pitchFamily="34" charset="0"/>
              </a:rPr>
              <a:t>FEEDBACK</a:t>
            </a:r>
          </a:p>
        </p:txBody>
      </p:sp>
      <p:sp>
        <p:nvSpPr>
          <p:cNvPr id="63" name="Seta: Para a Direita 62">
            <a:extLst>
              <a:ext uri="{FF2B5EF4-FFF2-40B4-BE49-F238E27FC236}">
                <a16:creationId xmlns:a16="http://schemas.microsoft.com/office/drawing/2014/main" id="{62C61D75-AD87-40C1-8575-69DDC1A6A70B}"/>
              </a:ext>
            </a:extLst>
          </p:cNvPr>
          <p:cNvSpPr/>
          <p:nvPr userDrawn="1"/>
        </p:nvSpPr>
        <p:spPr>
          <a:xfrm>
            <a:off x="873086" y="2970540"/>
            <a:ext cx="1374769" cy="468770"/>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00" b="1">
                <a:latin typeface="Arial Narrow" panose="020B0606020202030204" pitchFamily="34" charset="0"/>
              </a:rPr>
              <a:t>OPÇÕES ADICIONAIS</a:t>
            </a:r>
          </a:p>
        </p:txBody>
      </p:sp>
      <p:sp>
        <p:nvSpPr>
          <p:cNvPr id="65" name="Seta: Para a Direita 64">
            <a:extLst>
              <a:ext uri="{FF2B5EF4-FFF2-40B4-BE49-F238E27FC236}">
                <a16:creationId xmlns:a16="http://schemas.microsoft.com/office/drawing/2014/main" id="{27AA814E-8567-4414-8604-97743BB3ECF7}"/>
              </a:ext>
            </a:extLst>
          </p:cNvPr>
          <p:cNvSpPr/>
          <p:nvPr userDrawn="1"/>
        </p:nvSpPr>
        <p:spPr>
          <a:xfrm>
            <a:off x="2298237" y="2970540"/>
            <a:ext cx="1842689" cy="468770"/>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00" b="1">
                <a:latin typeface="Arial Narrow" panose="020B0606020202030204" pitchFamily="34" charset="0"/>
              </a:rPr>
              <a:t>SUPORTE OU MANUTENÇÃO</a:t>
            </a:r>
          </a:p>
        </p:txBody>
      </p:sp>
      <p:sp>
        <p:nvSpPr>
          <p:cNvPr id="67" name="Seta: Para a Direita 66">
            <a:extLst>
              <a:ext uri="{FF2B5EF4-FFF2-40B4-BE49-F238E27FC236}">
                <a16:creationId xmlns:a16="http://schemas.microsoft.com/office/drawing/2014/main" id="{7928DA3F-5714-4A63-8EE0-A41FF82CF273}"/>
              </a:ext>
            </a:extLst>
          </p:cNvPr>
          <p:cNvSpPr/>
          <p:nvPr userDrawn="1"/>
        </p:nvSpPr>
        <p:spPr>
          <a:xfrm>
            <a:off x="4218478" y="2970540"/>
            <a:ext cx="3906620" cy="468770"/>
          </a:xfrm>
          <a:prstGeom prst="rightArrow">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00" b="1">
                <a:latin typeface="Arial Narrow" panose="020B0606020202030204" pitchFamily="34" charset="0"/>
              </a:rPr>
              <a:t>RELACIONAMENTO (RETENÇÃO)</a:t>
            </a:r>
          </a:p>
        </p:txBody>
      </p:sp>
      <p:sp>
        <p:nvSpPr>
          <p:cNvPr id="69" name="Retângulo 68">
            <a:extLst>
              <a:ext uri="{FF2B5EF4-FFF2-40B4-BE49-F238E27FC236}">
                <a16:creationId xmlns:a16="http://schemas.microsoft.com/office/drawing/2014/main" id="{445F9E07-11E3-467E-B089-6C8DCF2822BE}"/>
              </a:ext>
            </a:extLst>
          </p:cNvPr>
          <p:cNvSpPr/>
          <p:nvPr userDrawn="1"/>
        </p:nvSpPr>
        <p:spPr>
          <a:xfrm>
            <a:off x="4233190" y="3513956"/>
            <a:ext cx="1512000"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00" b="1">
                <a:solidFill>
                  <a:schemeClr val="tx1"/>
                </a:solidFill>
                <a:latin typeface="Arial Narrow" panose="020B0606020202030204" pitchFamily="34" charset="0"/>
              </a:rPr>
              <a:t>Novo desejo ou necessidade</a:t>
            </a:r>
          </a:p>
        </p:txBody>
      </p:sp>
      <p:sp>
        <p:nvSpPr>
          <p:cNvPr id="71" name="Retângulo 70">
            <a:extLst>
              <a:ext uri="{FF2B5EF4-FFF2-40B4-BE49-F238E27FC236}">
                <a16:creationId xmlns:a16="http://schemas.microsoft.com/office/drawing/2014/main" id="{8FA33F45-C7CC-499B-B971-10BAC900C90C}"/>
              </a:ext>
            </a:extLst>
          </p:cNvPr>
          <p:cNvSpPr/>
          <p:nvPr userDrawn="1"/>
        </p:nvSpPr>
        <p:spPr>
          <a:xfrm>
            <a:off x="4233190" y="3939671"/>
            <a:ext cx="1512000"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00" b="1">
                <a:solidFill>
                  <a:schemeClr val="tx1"/>
                </a:solidFill>
                <a:latin typeface="Arial Narrow" panose="020B0606020202030204" pitchFamily="34" charset="0"/>
              </a:rPr>
              <a:t>Blindagem / retenção</a:t>
            </a:r>
          </a:p>
        </p:txBody>
      </p:sp>
      <p:sp>
        <p:nvSpPr>
          <p:cNvPr id="73" name="Retângulo 72">
            <a:extLst>
              <a:ext uri="{FF2B5EF4-FFF2-40B4-BE49-F238E27FC236}">
                <a16:creationId xmlns:a16="http://schemas.microsoft.com/office/drawing/2014/main" id="{527F2C87-F26F-41B2-9921-80966D7E1E83}"/>
              </a:ext>
            </a:extLst>
          </p:cNvPr>
          <p:cNvSpPr/>
          <p:nvPr userDrawn="1"/>
        </p:nvSpPr>
        <p:spPr>
          <a:xfrm>
            <a:off x="4233190" y="4344805"/>
            <a:ext cx="1512000"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00" b="1">
                <a:solidFill>
                  <a:schemeClr val="tx1"/>
                </a:solidFill>
                <a:latin typeface="Arial Narrow" panose="020B0606020202030204" pitchFamily="34" charset="0"/>
              </a:rPr>
              <a:t>Prolongação</a:t>
            </a:r>
          </a:p>
        </p:txBody>
      </p:sp>
      <p:sp>
        <p:nvSpPr>
          <p:cNvPr id="75" name="Retângulo 74">
            <a:extLst>
              <a:ext uri="{FF2B5EF4-FFF2-40B4-BE49-F238E27FC236}">
                <a16:creationId xmlns:a16="http://schemas.microsoft.com/office/drawing/2014/main" id="{FABADE28-9100-43DC-9F03-1334A9037767}"/>
              </a:ext>
            </a:extLst>
          </p:cNvPr>
          <p:cNvSpPr/>
          <p:nvPr userDrawn="1"/>
        </p:nvSpPr>
        <p:spPr>
          <a:xfrm>
            <a:off x="6200503" y="3513956"/>
            <a:ext cx="1429618"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00" b="1">
                <a:solidFill>
                  <a:schemeClr val="tx1"/>
                </a:solidFill>
                <a:latin typeface="Arial Narrow" panose="020B0606020202030204" pitchFamily="34" charset="0"/>
              </a:rPr>
              <a:t>Migração</a:t>
            </a:r>
          </a:p>
        </p:txBody>
      </p:sp>
      <p:sp>
        <p:nvSpPr>
          <p:cNvPr id="77" name="Retângulo 76">
            <a:extLst>
              <a:ext uri="{FF2B5EF4-FFF2-40B4-BE49-F238E27FC236}">
                <a16:creationId xmlns:a16="http://schemas.microsoft.com/office/drawing/2014/main" id="{E45128B5-CDAF-46AA-A06D-ADABE4FAF274}"/>
              </a:ext>
            </a:extLst>
          </p:cNvPr>
          <p:cNvSpPr/>
          <p:nvPr userDrawn="1"/>
        </p:nvSpPr>
        <p:spPr>
          <a:xfrm>
            <a:off x="6200503" y="3939671"/>
            <a:ext cx="1436037"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00" b="1">
                <a:solidFill>
                  <a:schemeClr val="tx1"/>
                </a:solidFill>
                <a:latin typeface="Arial Narrow" panose="020B0606020202030204" pitchFamily="34" charset="0"/>
              </a:rPr>
              <a:t>Chrun ou descontratação</a:t>
            </a:r>
          </a:p>
        </p:txBody>
      </p:sp>
      <p:sp>
        <p:nvSpPr>
          <p:cNvPr id="79" name="Retângulo 78">
            <a:extLst>
              <a:ext uri="{FF2B5EF4-FFF2-40B4-BE49-F238E27FC236}">
                <a16:creationId xmlns:a16="http://schemas.microsoft.com/office/drawing/2014/main" id="{6BB1F788-7779-468E-B67D-953F0B76D05D}"/>
              </a:ext>
            </a:extLst>
          </p:cNvPr>
          <p:cNvSpPr/>
          <p:nvPr userDrawn="1"/>
        </p:nvSpPr>
        <p:spPr>
          <a:xfrm>
            <a:off x="8190577" y="3513956"/>
            <a:ext cx="1429618"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00" b="1">
                <a:solidFill>
                  <a:schemeClr val="tx1"/>
                </a:solidFill>
                <a:latin typeface="Arial Narrow" panose="020B0606020202030204" pitchFamily="34" charset="0"/>
              </a:rPr>
              <a:t>Avaliação</a:t>
            </a:r>
          </a:p>
        </p:txBody>
      </p:sp>
      <p:sp>
        <p:nvSpPr>
          <p:cNvPr id="81" name="Retângulo 80">
            <a:extLst>
              <a:ext uri="{FF2B5EF4-FFF2-40B4-BE49-F238E27FC236}">
                <a16:creationId xmlns:a16="http://schemas.microsoft.com/office/drawing/2014/main" id="{23D19E42-4DEC-4A43-ABF3-52D8C84C4F32}"/>
              </a:ext>
            </a:extLst>
          </p:cNvPr>
          <p:cNvSpPr/>
          <p:nvPr userDrawn="1"/>
        </p:nvSpPr>
        <p:spPr>
          <a:xfrm>
            <a:off x="8191065" y="3939671"/>
            <a:ext cx="1429618"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pt-BR" sz="1000" b="1">
                <a:solidFill>
                  <a:schemeClr val="tx1"/>
                </a:solidFill>
                <a:latin typeface="Arial Narrow" panose="020B0606020202030204" pitchFamily="34" charset="0"/>
              </a:rPr>
              <a:t>Reclamação</a:t>
            </a:r>
          </a:p>
        </p:txBody>
      </p:sp>
      <p:sp>
        <p:nvSpPr>
          <p:cNvPr id="83" name="Retângulo 82">
            <a:extLst>
              <a:ext uri="{FF2B5EF4-FFF2-40B4-BE49-F238E27FC236}">
                <a16:creationId xmlns:a16="http://schemas.microsoft.com/office/drawing/2014/main" id="{B28BFA6A-6D3B-4091-A2E7-4C2F2EEB6A12}"/>
              </a:ext>
            </a:extLst>
          </p:cNvPr>
          <p:cNvSpPr/>
          <p:nvPr userDrawn="1"/>
        </p:nvSpPr>
        <p:spPr>
          <a:xfrm>
            <a:off x="1804058" y="1674940"/>
            <a:ext cx="376370" cy="360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50" b="1">
              <a:latin typeface="Arial Narrow" panose="020B0606020202030204" pitchFamily="34" charset="0"/>
            </a:endParaRPr>
          </a:p>
        </p:txBody>
      </p:sp>
      <p:sp>
        <p:nvSpPr>
          <p:cNvPr id="85" name="Retângulo 84">
            <a:extLst>
              <a:ext uri="{FF2B5EF4-FFF2-40B4-BE49-F238E27FC236}">
                <a16:creationId xmlns:a16="http://schemas.microsoft.com/office/drawing/2014/main" id="{448F70CA-F3AA-49C4-8FD2-E4690B566191}"/>
              </a:ext>
            </a:extLst>
          </p:cNvPr>
          <p:cNvSpPr/>
          <p:nvPr userDrawn="1"/>
        </p:nvSpPr>
        <p:spPr>
          <a:xfrm>
            <a:off x="1804058" y="2086239"/>
            <a:ext cx="376370" cy="360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50" b="1">
              <a:latin typeface="Arial Narrow" panose="020B0606020202030204" pitchFamily="34" charset="0"/>
            </a:endParaRPr>
          </a:p>
        </p:txBody>
      </p:sp>
      <p:sp>
        <p:nvSpPr>
          <p:cNvPr id="89" name="Retângulo 88">
            <a:extLst>
              <a:ext uri="{FF2B5EF4-FFF2-40B4-BE49-F238E27FC236}">
                <a16:creationId xmlns:a16="http://schemas.microsoft.com/office/drawing/2014/main" id="{A5DB81CB-AFE6-4632-9E66-83673C90FA6C}"/>
              </a:ext>
            </a:extLst>
          </p:cNvPr>
          <p:cNvSpPr/>
          <p:nvPr userDrawn="1"/>
        </p:nvSpPr>
        <p:spPr>
          <a:xfrm>
            <a:off x="3738838" y="1674940"/>
            <a:ext cx="376370" cy="360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50" b="1">
              <a:latin typeface="Arial Narrow" panose="020B0606020202030204" pitchFamily="34" charset="0"/>
            </a:endParaRPr>
          </a:p>
        </p:txBody>
      </p:sp>
      <p:sp>
        <p:nvSpPr>
          <p:cNvPr id="91" name="Retângulo 90">
            <a:extLst>
              <a:ext uri="{FF2B5EF4-FFF2-40B4-BE49-F238E27FC236}">
                <a16:creationId xmlns:a16="http://schemas.microsoft.com/office/drawing/2014/main" id="{FBA37DC6-8EB5-4BA6-A608-F4E8320391D3}"/>
              </a:ext>
            </a:extLst>
          </p:cNvPr>
          <p:cNvSpPr/>
          <p:nvPr userDrawn="1"/>
        </p:nvSpPr>
        <p:spPr>
          <a:xfrm>
            <a:off x="3738838" y="2086239"/>
            <a:ext cx="376370" cy="360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50" b="1">
              <a:latin typeface="Arial Narrow" panose="020B0606020202030204" pitchFamily="34" charset="0"/>
            </a:endParaRPr>
          </a:p>
        </p:txBody>
      </p:sp>
      <p:sp>
        <p:nvSpPr>
          <p:cNvPr id="93" name="Retângulo 92">
            <a:extLst>
              <a:ext uri="{FF2B5EF4-FFF2-40B4-BE49-F238E27FC236}">
                <a16:creationId xmlns:a16="http://schemas.microsoft.com/office/drawing/2014/main" id="{098FC842-4EDC-42FA-869C-B3B7AAC83CF8}"/>
              </a:ext>
            </a:extLst>
          </p:cNvPr>
          <p:cNvSpPr/>
          <p:nvPr userDrawn="1"/>
        </p:nvSpPr>
        <p:spPr>
          <a:xfrm>
            <a:off x="5456389" y="1674940"/>
            <a:ext cx="376370" cy="360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50" b="1">
              <a:latin typeface="Arial Narrow" panose="020B0606020202030204" pitchFamily="34" charset="0"/>
            </a:endParaRPr>
          </a:p>
        </p:txBody>
      </p:sp>
      <p:sp>
        <p:nvSpPr>
          <p:cNvPr id="95" name="Retângulo 94">
            <a:extLst>
              <a:ext uri="{FF2B5EF4-FFF2-40B4-BE49-F238E27FC236}">
                <a16:creationId xmlns:a16="http://schemas.microsoft.com/office/drawing/2014/main" id="{BCE62BEA-6680-45D2-AF23-770E66182B5E}"/>
              </a:ext>
            </a:extLst>
          </p:cNvPr>
          <p:cNvSpPr/>
          <p:nvPr userDrawn="1"/>
        </p:nvSpPr>
        <p:spPr>
          <a:xfrm>
            <a:off x="5456388" y="2086239"/>
            <a:ext cx="376370" cy="360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50" b="1">
              <a:latin typeface="Arial Narrow" panose="020B0606020202030204" pitchFamily="34" charset="0"/>
            </a:endParaRPr>
          </a:p>
        </p:txBody>
      </p:sp>
      <p:sp>
        <p:nvSpPr>
          <p:cNvPr id="97" name="Retângulo 96">
            <a:extLst>
              <a:ext uri="{FF2B5EF4-FFF2-40B4-BE49-F238E27FC236}">
                <a16:creationId xmlns:a16="http://schemas.microsoft.com/office/drawing/2014/main" id="{9A93C5A3-EC0C-4D39-A683-27C7EAEA6BDF}"/>
              </a:ext>
            </a:extLst>
          </p:cNvPr>
          <p:cNvSpPr/>
          <p:nvPr userDrawn="1"/>
        </p:nvSpPr>
        <p:spPr>
          <a:xfrm>
            <a:off x="7192868" y="1674940"/>
            <a:ext cx="376370" cy="360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50" b="1">
              <a:latin typeface="Arial Narrow" panose="020B0606020202030204" pitchFamily="34" charset="0"/>
            </a:endParaRPr>
          </a:p>
        </p:txBody>
      </p:sp>
      <p:sp>
        <p:nvSpPr>
          <p:cNvPr id="99" name="Retângulo 98">
            <a:extLst>
              <a:ext uri="{FF2B5EF4-FFF2-40B4-BE49-F238E27FC236}">
                <a16:creationId xmlns:a16="http://schemas.microsoft.com/office/drawing/2014/main" id="{A79229D6-9070-41DB-9B30-7E76C599709B}"/>
              </a:ext>
            </a:extLst>
          </p:cNvPr>
          <p:cNvSpPr/>
          <p:nvPr userDrawn="1"/>
        </p:nvSpPr>
        <p:spPr>
          <a:xfrm>
            <a:off x="7188988" y="2078540"/>
            <a:ext cx="376370" cy="360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50" b="1">
              <a:latin typeface="Arial Narrow" panose="020B0606020202030204" pitchFamily="34" charset="0"/>
            </a:endParaRPr>
          </a:p>
        </p:txBody>
      </p:sp>
      <p:sp>
        <p:nvSpPr>
          <p:cNvPr id="101" name="Retângulo 100">
            <a:extLst>
              <a:ext uri="{FF2B5EF4-FFF2-40B4-BE49-F238E27FC236}">
                <a16:creationId xmlns:a16="http://schemas.microsoft.com/office/drawing/2014/main" id="{01A36DC7-1986-40F8-A887-FDB9E53D3094}"/>
              </a:ext>
            </a:extLst>
          </p:cNvPr>
          <p:cNvSpPr/>
          <p:nvPr userDrawn="1"/>
        </p:nvSpPr>
        <p:spPr>
          <a:xfrm>
            <a:off x="9270508" y="1674940"/>
            <a:ext cx="376370" cy="360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50" b="1">
              <a:latin typeface="Arial Narrow" panose="020B0606020202030204" pitchFamily="34" charset="0"/>
            </a:endParaRPr>
          </a:p>
        </p:txBody>
      </p:sp>
      <p:sp>
        <p:nvSpPr>
          <p:cNvPr id="103" name="Retângulo 102">
            <a:extLst>
              <a:ext uri="{FF2B5EF4-FFF2-40B4-BE49-F238E27FC236}">
                <a16:creationId xmlns:a16="http://schemas.microsoft.com/office/drawing/2014/main" id="{922B9291-B7B9-42CE-A3E2-0A6C8F0D4C6C}"/>
              </a:ext>
            </a:extLst>
          </p:cNvPr>
          <p:cNvSpPr/>
          <p:nvPr userDrawn="1"/>
        </p:nvSpPr>
        <p:spPr>
          <a:xfrm>
            <a:off x="9270508" y="2086239"/>
            <a:ext cx="376370" cy="360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50" b="1">
              <a:latin typeface="Arial Narrow" panose="020B0606020202030204" pitchFamily="34" charset="0"/>
            </a:endParaRPr>
          </a:p>
        </p:txBody>
      </p:sp>
      <p:sp>
        <p:nvSpPr>
          <p:cNvPr id="105" name="Retângulo 104">
            <a:extLst>
              <a:ext uri="{FF2B5EF4-FFF2-40B4-BE49-F238E27FC236}">
                <a16:creationId xmlns:a16="http://schemas.microsoft.com/office/drawing/2014/main" id="{C8FC3921-862F-42EC-BCEC-D536161E7BA0}"/>
              </a:ext>
            </a:extLst>
          </p:cNvPr>
          <p:cNvSpPr/>
          <p:nvPr userDrawn="1"/>
        </p:nvSpPr>
        <p:spPr>
          <a:xfrm>
            <a:off x="9278540" y="2502284"/>
            <a:ext cx="376370" cy="360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50" b="1">
              <a:latin typeface="Arial Narrow" panose="020B0606020202030204" pitchFamily="34" charset="0"/>
            </a:endParaRPr>
          </a:p>
        </p:txBody>
      </p:sp>
      <p:sp>
        <p:nvSpPr>
          <p:cNvPr id="107" name="Retângulo 106">
            <a:extLst>
              <a:ext uri="{FF2B5EF4-FFF2-40B4-BE49-F238E27FC236}">
                <a16:creationId xmlns:a16="http://schemas.microsoft.com/office/drawing/2014/main" id="{8C536D50-4365-44D9-9B6E-BEDB1D565B8C}"/>
              </a:ext>
            </a:extLst>
          </p:cNvPr>
          <p:cNvSpPr/>
          <p:nvPr userDrawn="1"/>
        </p:nvSpPr>
        <p:spPr>
          <a:xfrm>
            <a:off x="11360171" y="1674940"/>
            <a:ext cx="376370" cy="360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50" b="1">
              <a:latin typeface="Arial Narrow" panose="020B0606020202030204" pitchFamily="34" charset="0"/>
            </a:endParaRPr>
          </a:p>
        </p:txBody>
      </p:sp>
      <p:sp>
        <p:nvSpPr>
          <p:cNvPr id="109" name="Retângulo 108">
            <a:extLst>
              <a:ext uri="{FF2B5EF4-FFF2-40B4-BE49-F238E27FC236}">
                <a16:creationId xmlns:a16="http://schemas.microsoft.com/office/drawing/2014/main" id="{CD064829-EFD0-4874-9435-1E634E48DAF8}"/>
              </a:ext>
            </a:extLst>
          </p:cNvPr>
          <p:cNvSpPr/>
          <p:nvPr userDrawn="1"/>
        </p:nvSpPr>
        <p:spPr>
          <a:xfrm>
            <a:off x="11366187" y="2086239"/>
            <a:ext cx="376370" cy="360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50" b="1">
              <a:latin typeface="Arial Narrow" panose="020B0606020202030204" pitchFamily="34" charset="0"/>
            </a:endParaRPr>
          </a:p>
        </p:txBody>
      </p:sp>
      <p:sp>
        <p:nvSpPr>
          <p:cNvPr id="111" name="Retângulo 110">
            <a:extLst>
              <a:ext uri="{FF2B5EF4-FFF2-40B4-BE49-F238E27FC236}">
                <a16:creationId xmlns:a16="http://schemas.microsoft.com/office/drawing/2014/main" id="{149127F5-328C-4090-8706-35F2A3E421A9}"/>
              </a:ext>
            </a:extLst>
          </p:cNvPr>
          <p:cNvSpPr/>
          <p:nvPr userDrawn="1"/>
        </p:nvSpPr>
        <p:spPr>
          <a:xfrm>
            <a:off x="11360171" y="2502284"/>
            <a:ext cx="376370" cy="360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50" b="1">
              <a:latin typeface="Arial Narrow" panose="020B0606020202030204" pitchFamily="34" charset="0"/>
            </a:endParaRPr>
          </a:p>
        </p:txBody>
      </p:sp>
      <p:sp>
        <p:nvSpPr>
          <p:cNvPr id="113" name="Retângulo 112">
            <a:extLst>
              <a:ext uri="{FF2B5EF4-FFF2-40B4-BE49-F238E27FC236}">
                <a16:creationId xmlns:a16="http://schemas.microsoft.com/office/drawing/2014/main" id="{2331078C-C8BE-481B-9F1E-CC75C04484CC}"/>
              </a:ext>
            </a:extLst>
          </p:cNvPr>
          <p:cNvSpPr/>
          <p:nvPr userDrawn="1"/>
        </p:nvSpPr>
        <p:spPr>
          <a:xfrm>
            <a:off x="9625291" y="3513956"/>
            <a:ext cx="376370" cy="360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b="1">
              <a:latin typeface="Arial Narrow" panose="020B0606020202030204" pitchFamily="34" charset="0"/>
            </a:endParaRPr>
          </a:p>
        </p:txBody>
      </p:sp>
      <p:sp>
        <p:nvSpPr>
          <p:cNvPr id="115" name="Retângulo 114">
            <a:extLst>
              <a:ext uri="{FF2B5EF4-FFF2-40B4-BE49-F238E27FC236}">
                <a16:creationId xmlns:a16="http://schemas.microsoft.com/office/drawing/2014/main" id="{09716CC1-368C-4D6D-A208-0AE882F8BEB4}"/>
              </a:ext>
            </a:extLst>
          </p:cNvPr>
          <p:cNvSpPr/>
          <p:nvPr userDrawn="1"/>
        </p:nvSpPr>
        <p:spPr>
          <a:xfrm>
            <a:off x="9625291" y="3939671"/>
            <a:ext cx="376370" cy="360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b="1">
              <a:latin typeface="Arial Narrow" panose="020B0606020202030204" pitchFamily="34" charset="0"/>
            </a:endParaRPr>
          </a:p>
        </p:txBody>
      </p:sp>
      <p:sp>
        <p:nvSpPr>
          <p:cNvPr id="117" name="Retângulo 116">
            <a:extLst>
              <a:ext uri="{FF2B5EF4-FFF2-40B4-BE49-F238E27FC236}">
                <a16:creationId xmlns:a16="http://schemas.microsoft.com/office/drawing/2014/main" id="{E8F5E489-8F9E-4ADF-AAD0-4FF97C40EE16}"/>
              </a:ext>
            </a:extLst>
          </p:cNvPr>
          <p:cNvSpPr/>
          <p:nvPr userDrawn="1"/>
        </p:nvSpPr>
        <p:spPr>
          <a:xfrm>
            <a:off x="7636540" y="3513956"/>
            <a:ext cx="376370" cy="360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b="1">
              <a:latin typeface="Arial Narrow" panose="020B0606020202030204" pitchFamily="34" charset="0"/>
            </a:endParaRPr>
          </a:p>
        </p:txBody>
      </p:sp>
      <p:sp>
        <p:nvSpPr>
          <p:cNvPr id="119" name="Retângulo 118">
            <a:extLst>
              <a:ext uri="{FF2B5EF4-FFF2-40B4-BE49-F238E27FC236}">
                <a16:creationId xmlns:a16="http://schemas.microsoft.com/office/drawing/2014/main" id="{534D6842-FB68-416F-8EA1-D98DC9439DC0}"/>
              </a:ext>
            </a:extLst>
          </p:cNvPr>
          <p:cNvSpPr/>
          <p:nvPr userDrawn="1"/>
        </p:nvSpPr>
        <p:spPr>
          <a:xfrm>
            <a:off x="7636540" y="3939671"/>
            <a:ext cx="376370" cy="360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b="1">
              <a:latin typeface="Arial Narrow" panose="020B0606020202030204" pitchFamily="34" charset="0"/>
            </a:endParaRPr>
          </a:p>
        </p:txBody>
      </p:sp>
      <p:sp>
        <p:nvSpPr>
          <p:cNvPr id="121" name="Retângulo 120">
            <a:extLst>
              <a:ext uri="{FF2B5EF4-FFF2-40B4-BE49-F238E27FC236}">
                <a16:creationId xmlns:a16="http://schemas.microsoft.com/office/drawing/2014/main" id="{715DF6E2-69A0-458F-92B2-005BFDA60E62}"/>
              </a:ext>
            </a:extLst>
          </p:cNvPr>
          <p:cNvSpPr/>
          <p:nvPr userDrawn="1"/>
        </p:nvSpPr>
        <p:spPr>
          <a:xfrm>
            <a:off x="5730455" y="3513956"/>
            <a:ext cx="376370" cy="360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b="1">
              <a:latin typeface="Arial Narrow" panose="020B0606020202030204" pitchFamily="34" charset="0"/>
            </a:endParaRPr>
          </a:p>
        </p:txBody>
      </p:sp>
      <p:sp>
        <p:nvSpPr>
          <p:cNvPr id="123" name="Retângulo 122">
            <a:extLst>
              <a:ext uri="{FF2B5EF4-FFF2-40B4-BE49-F238E27FC236}">
                <a16:creationId xmlns:a16="http://schemas.microsoft.com/office/drawing/2014/main" id="{F5B212CA-F229-4069-A4B0-9B9962DDF248}"/>
              </a:ext>
            </a:extLst>
          </p:cNvPr>
          <p:cNvSpPr/>
          <p:nvPr userDrawn="1"/>
        </p:nvSpPr>
        <p:spPr>
          <a:xfrm>
            <a:off x="5730455" y="3939671"/>
            <a:ext cx="376370" cy="360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b="1">
              <a:latin typeface="Arial Narrow" panose="020B0606020202030204" pitchFamily="34" charset="0"/>
            </a:endParaRPr>
          </a:p>
        </p:txBody>
      </p:sp>
      <p:sp>
        <p:nvSpPr>
          <p:cNvPr id="125" name="Retângulo 124">
            <a:extLst>
              <a:ext uri="{FF2B5EF4-FFF2-40B4-BE49-F238E27FC236}">
                <a16:creationId xmlns:a16="http://schemas.microsoft.com/office/drawing/2014/main" id="{AE44A6AE-C20C-4157-885D-9BF7CCA67BB3}"/>
              </a:ext>
            </a:extLst>
          </p:cNvPr>
          <p:cNvSpPr/>
          <p:nvPr userDrawn="1"/>
        </p:nvSpPr>
        <p:spPr>
          <a:xfrm>
            <a:off x="5730455" y="4344805"/>
            <a:ext cx="376370" cy="360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b="1">
              <a:latin typeface="Arial Narrow" panose="020B0606020202030204" pitchFamily="34" charset="0"/>
            </a:endParaRPr>
          </a:p>
        </p:txBody>
      </p:sp>
      <p:sp>
        <p:nvSpPr>
          <p:cNvPr id="127" name="Retângulo 126">
            <a:extLst>
              <a:ext uri="{FF2B5EF4-FFF2-40B4-BE49-F238E27FC236}">
                <a16:creationId xmlns:a16="http://schemas.microsoft.com/office/drawing/2014/main" id="{4204D7A8-B576-4ACC-B6CA-ED1B06E85FAC}"/>
              </a:ext>
            </a:extLst>
          </p:cNvPr>
          <p:cNvSpPr/>
          <p:nvPr userDrawn="1"/>
        </p:nvSpPr>
        <p:spPr>
          <a:xfrm>
            <a:off x="2299065" y="3513956"/>
            <a:ext cx="1440000"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b="1">
              <a:solidFill>
                <a:schemeClr val="tx1"/>
              </a:solidFill>
              <a:latin typeface="Arial Narrow" panose="020B0606020202030204" pitchFamily="34" charset="0"/>
            </a:endParaRPr>
          </a:p>
        </p:txBody>
      </p:sp>
      <p:sp>
        <p:nvSpPr>
          <p:cNvPr id="129" name="Retângulo 128">
            <a:extLst>
              <a:ext uri="{FF2B5EF4-FFF2-40B4-BE49-F238E27FC236}">
                <a16:creationId xmlns:a16="http://schemas.microsoft.com/office/drawing/2014/main" id="{BE582000-383A-4287-825C-D1C50E15A91A}"/>
              </a:ext>
            </a:extLst>
          </p:cNvPr>
          <p:cNvSpPr/>
          <p:nvPr userDrawn="1"/>
        </p:nvSpPr>
        <p:spPr>
          <a:xfrm>
            <a:off x="3738838" y="3513956"/>
            <a:ext cx="376370" cy="360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b="1">
              <a:latin typeface="Arial Narrow" panose="020B0606020202030204" pitchFamily="34" charset="0"/>
            </a:endParaRPr>
          </a:p>
        </p:txBody>
      </p:sp>
      <p:sp>
        <p:nvSpPr>
          <p:cNvPr id="131" name="Retângulo 130">
            <a:extLst>
              <a:ext uri="{FF2B5EF4-FFF2-40B4-BE49-F238E27FC236}">
                <a16:creationId xmlns:a16="http://schemas.microsoft.com/office/drawing/2014/main" id="{C3E0564E-2AE6-4031-9E2E-DA82709C04A1}"/>
              </a:ext>
            </a:extLst>
          </p:cNvPr>
          <p:cNvSpPr/>
          <p:nvPr userDrawn="1"/>
        </p:nvSpPr>
        <p:spPr>
          <a:xfrm>
            <a:off x="2299065" y="3939671"/>
            <a:ext cx="1440000"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b="1">
              <a:solidFill>
                <a:schemeClr val="tx1"/>
              </a:solidFill>
              <a:latin typeface="Arial Narrow" panose="020B0606020202030204" pitchFamily="34" charset="0"/>
            </a:endParaRPr>
          </a:p>
        </p:txBody>
      </p:sp>
      <p:sp>
        <p:nvSpPr>
          <p:cNvPr id="133" name="Retângulo 132">
            <a:extLst>
              <a:ext uri="{FF2B5EF4-FFF2-40B4-BE49-F238E27FC236}">
                <a16:creationId xmlns:a16="http://schemas.microsoft.com/office/drawing/2014/main" id="{8EECE927-E183-4ACE-B5A2-B3A93089F9A5}"/>
              </a:ext>
            </a:extLst>
          </p:cNvPr>
          <p:cNvSpPr/>
          <p:nvPr userDrawn="1"/>
        </p:nvSpPr>
        <p:spPr>
          <a:xfrm>
            <a:off x="3738838" y="3939671"/>
            <a:ext cx="376370" cy="360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b="1">
              <a:latin typeface="Arial Narrow" panose="020B0606020202030204" pitchFamily="34" charset="0"/>
            </a:endParaRPr>
          </a:p>
        </p:txBody>
      </p:sp>
      <p:sp>
        <p:nvSpPr>
          <p:cNvPr id="135" name="Retângulo 134">
            <a:extLst>
              <a:ext uri="{FF2B5EF4-FFF2-40B4-BE49-F238E27FC236}">
                <a16:creationId xmlns:a16="http://schemas.microsoft.com/office/drawing/2014/main" id="{619247DE-0FAB-46CB-85FC-7E01451E6CD1}"/>
              </a:ext>
            </a:extLst>
          </p:cNvPr>
          <p:cNvSpPr/>
          <p:nvPr userDrawn="1"/>
        </p:nvSpPr>
        <p:spPr>
          <a:xfrm>
            <a:off x="867286" y="3513956"/>
            <a:ext cx="943695"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b="1">
              <a:solidFill>
                <a:schemeClr val="tx1"/>
              </a:solidFill>
              <a:latin typeface="Arial Narrow" panose="020B0606020202030204" pitchFamily="34" charset="0"/>
            </a:endParaRPr>
          </a:p>
        </p:txBody>
      </p:sp>
      <p:sp>
        <p:nvSpPr>
          <p:cNvPr id="137" name="Retângulo 136">
            <a:extLst>
              <a:ext uri="{FF2B5EF4-FFF2-40B4-BE49-F238E27FC236}">
                <a16:creationId xmlns:a16="http://schemas.microsoft.com/office/drawing/2014/main" id="{ABBA3690-8AFF-4F87-B2AF-CC0AEB802503}"/>
              </a:ext>
            </a:extLst>
          </p:cNvPr>
          <p:cNvSpPr/>
          <p:nvPr userDrawn="1"/>
        </p:nvSpPr>
        <p:spPr>
          <a:xfrm>
            <a:off x="1804058" y="3513956"/>
            <a:ext cx="376370" cy="360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b="1">
              <a:latin typeface="Arial Narrow" panose="020B0606020202030204" pitchFamily="34" charset="0"/>
            </a:endParaRPr>
          </a:p>
        </p:txBody>
      </p:sp>
      <p:sp>
        <p:nvSpPr>
          <p:cNvPr id="139" name="Retângulo 138">
            <a:extLst>
              <a:ext uri="{FF2B5EF4-FFF2-40B4-BE49-F238E27FC236}">
                <a16:creationId xmlns:a16="http://schemas.microsoft.com/office/drawing/2014/main" id="{1FD64288-01AB-480E-91D5-7940AB13BD46}"/>
              </a:ext>
            </a:extLst>
          </p:cNvPr>
          <p:cNvSpPr/>
          <p:nvPr userDrawn="1"/>
        </p:nvSpPr>
        <p:spPr>
          <a:xfrm>
            <a:off x="867286" y="3939671"/>
            <a:ext cx="943695" cy="3600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b="1">
              <a:solidFill>
                <a:schemeClr val="tx1"/>
              </a:solidFill>
              <a:latin typeface="Arial Narrow" panose="020B0606020202030204" pitchFamily="34" charset="0"/>
            </a:endParaRPr>
          </a:p>
        </p:txBody>
      </p:sp>
      <p:sp>
        <p:nvSpPr>
          <p:cNvPr id="141" name="Retângulo 140">
            <a:extLst>
              <a:ext uri="{FF2B5EF4-FFF2-40B4-BE49-F238E27FC236}">
                <a16:creationId xmlns:a16="http://schemas.microsoft.com/office/drawing/2014/main" id="{2219F762-59AF-4514-A038-1461607717CF}"/>
              </a:ext>
            </a:extLst>
          </p:cNvPr>
          <p:cNvSpPr/>
          <p:nvPr userDrawn="1"/>
        </p:nvSpPr>
        <p:spPr>
          <a:xfrm>
            <a:off x="1804058" y="3939671"/>
            <a:ext cx="376370" cy="360000"/>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00" b="1">
              <a:latin typeface="Arial Narrow" panose="020B0606020202030204" pitchFamily="34" charset="0"/>
            </a:endParaRPr>
          </a:p>
        </p:txBody>
      </p:sp>
      <p:sp>
        <p:nvSpPr>
          <p:cNvPr id="142" name="Espaço Reservado para Texto 46">
            <a:extLst>
              <a:ext uri="{FF2B5EF4-FFF2-40B4-BE49-F238E27FC236}">
                <a16:creationId xmlns:a16="http://schemas.microsoft.com/office/drawing/2014/main" id="{3DC92821-1E78-4DDC-8B27-AA5AAE1B6CAD}"/>
              </a:ext>
            </a:extLst>
          </p:cNvPr>
          <p:cNvSpPr>
            <a:spLocks noGrp="1"/>
          </p:cNvSpPr>
          <p:nvPr>
            <p:ph type="body" sz="quarter" idx="36" hasCustomPrompt="1"/>
          </p:nvPr>
        </p:nvSpPr>
        <p:spPr>
          <a:xfrm>
            <a:off x="880175" y="3501329"/>
            <a:ext cx="1002991" cy="337127"/>
          </a:xfrm>
        </p:spPr>
        <p:txBody>
          <a:bodyPr>
            <a:normAutofit/>
          </a:bodyPr>
          <a:lstStyle>
            <a:lvl1pPr marL="0" indent="0">
              <a:lnSpc>
                <a:spcPct val="100000"/>
              </a:lnSpc>
              <a:spcBef>
                <a:spcPts val="100"/>
              </a:spcBef>
              <a:buNone/>
              <a:defRPr sz="1100">
                <a:solidFill>
                  <a:schemeClr val="accent5">
                    <a:lumMod val="50000"/>
                  </a:schemeClr>
                </a:solidFill>
                <a:latin typeface="Arial Narrow" panose="020B0606020202030204" pitchFamily="34" charset="0"/>
              </a:defRPr>
            </a:lvl1pPr>
          </a:lstStyle>
          <a:p>
            <a:pPr lvl="0"/>
            <a:r>
              <a:rPr lang="pt-BR"/>
              <a:t>Insira um bônus, fidelização. etc.</a:t>
            </a:r>
          </a:p>
        </p:txBody>
      </p:sp>
      <p:sp>
        <p:nvSpPr>
          <p:cNvPr id="143" name="Espaço Reservado para Texto 46">
            <a:extLst>
              <a:ext uri="{FF2B5EF4-FFF2-40B4-BE49-F238E27FC236}">
                <a16:creationId xmlns:a16="http://schemas.microsoft.com/office/drawing/2014/main" id="{98C0F642-E5E0-4647-9F18-214C62307507}"/>
              </a:ext>
            </a:extLst>
          </p:cNvPr>
          <p:cNvSpPr>
            <a:spLocks noGrp="1"/>
          </p:cNvSpPr>
          <p:nvPr>
            <p:ph type="body" sz="quarter" idx="37" hasCustomPrompt="1"/>
          </p:nvPr>
        </p:nvSpPr>
        <p:spPr>
          <a:xfrm>
            <a:off x="863634" y="3951108"/>
            <a:ext cx="1018817" cy="337127"/>
          </a:xfrm>
        </p:spPr>
        <p:txBody>
          <a:bodyPr>
            <a:normAutofit/>
          </a:bodyPr>
          <a:lstStyle>
            <a:lvl1pPr marL="0" indent="0">
              <a:lnSpc>
                <a:spcPct val="100000"/>
              </a:lnSpc>
              <a:spcBef>
                <a:spcPts val="100"/>
              </a:spcBef>
              <a:buNone/>
              <a:defRPr sz="1100">
                <a:solidFill>
                  <a:schemeClr val="accent5">
                    <a:lumMod val="50000"/>
                  </a:schemeClr>
                </a:solidFill>
                <a:latin typeface="Arial Narrow" panose="020B0606020202030204" pitchFamily="34" charset="0"/>
              </a:defRPr>
            </a:lvl1pPr>
          </a:lstStyle>
          <a:p>
            <a:pPr lvl="0"/>
            <a:r>
              <a:rPr lang="pt-BR"/>
              <a:t>Insira um bônus, fidelização. etc.</a:t>
            </a:r>
          </a:p>
        </p:txBody>
      </p:sp>
      <p:sp>
        <p:nvSpPr>
          <p:cNvPr id="144" name="Espaço Reservado para Texto 46">
            <a:extLst>
              <a:ext uri="{FF2B5EF4-FFF2-40B4-BE49-F238E27FC236}">
                <a16:creationId xmlns:a16="http://schemas.microsoft.com/office/drawing/2014/main" id="{CD43B45F-40E7-4D8E-AC8B-77CF054B586A}"/>
              </a:ext>
            </a:extLst>
          </p:cNvPr>
          <p:cNvSpPr>
            <a:spLocks noGrp="1"/>
          </p:cNvSpPr>
          <p:nvPr>
            <p:ph type="body" sz="quarter" idx="38" hasCustomPrompt="1"/>
          </p:nvPr>
        </p:nvSpPr>
        <p:spPr>
          <a:xfrm>
            <a:off x="2402521" y="3501329"/>
            <a:ext cx="1398965" cy="337127"/>
          </a:xfrm>
        </p:spPr>
        <p:txBody>
          <a:bodyPr>
            <a:normAutofit/>
          </a:bodyPr>
          <a:lstStyle>
            <a:lvl1pPr marL="0" indent="0">
              <a:lnSpc>
                <a:spcPct val="100000"/>
              </a:lnSpc>
              <a:spcBef>
                <a:spcPts val="100"/>
              </a:spcBef>
              <a:buNone/>
              <a:defRPr sz="1100">
                <a:solidFill>
                  <a:schemeClr val="accent5">
                    <a:lumMod val="50000"/>
                  </a:schemeClr>
                </a:solidFill>
                <a:latin typeface="Arial Narrow" panose="020B0606020202030204" pitchFamily="34" charset="0"/>
              </a:defRPr>
            </a:lvl1pPr>
          </a:lstStyle>
          <a:p>
            <a:pPr lvl="0"/>
            <a:r>
              <a:rPr lang="pt-BR"/>
              <a:t>Insira suporte ou manutenção etc.</a:t>
            </a:r>
          </a:p>
        </p:txBody>
      </p:sp>
      <p:sp>
        <p:nvSpPr>
          <p:cNvPr id="145" name="Espaço Reservado para Texto 46">
            <a:extLst>
              <a:ext uri="{FF2B5EF4-FFF2-40B4-BE49-F238E27FC236}">
                <a16:creationId xmlns:a16="http://schemas.microsoft.com/office/drawing/2014/main" id="{510E0592-F019-49C2-903A-1FA8F27D276D}"/>
              </a:ext>
            </a:extLst>
          </p:cNvPr>
          <p:cNvSpPr>
            <a:spLocks noGrp="1"/>
          </p:cNvSpPr>
          <p:nvPr>
            <p:ph type="body" sz="quarter" idx="39" hasCustomPrompt="1"/>
          </p:nvPr>
        </p:nvSpPr>
        <p:spPr>
          <a:xfrm>
            <a:off x="2401303" y="3951108"/>
            <a:ext cx="1398965" cy="337127"/>
          </a:xfrm>
        </p:spPr>
        <p:txBody>
          <a:bodyPr>
            <a:normAutofit/>
          </a:bodyPr>
          <a:lstStyle>
            <a:lvl1pPr marL="0" indent="0">
              <a:lnSpc>
                <a:spcPct val="100000"/>
              </a:lnSpc>
              <a:spcBef>
                <a:spcPts val="100"/>
              </a:spcBef>
              <a:buNone/>
              <a:defRPr sz="1100">
                <a:solidFill>
                  <a:schemeClr val="accent5">
                    <a:lumMod val="50000"/>
                  </a:schemeClr>
                </a:solidFill>
                <a:latin typeface="Arial Narrow" panose="020B0606020202030204" pitchFamily="34" charset="0"/>
              </a:defRPr>
            </a:lvl1pPr>
          </a:lstStyle>
          <a:p>
            <a:pPr lvl="0"/>
            <a:r>
              <a:rPr lang="pt-BR"/>
              <a:t>Insira suporte ou manutenção etc.</a:t>
            </a:r>
          </a:p>
        </p:txBody>
      </p:sp>
      <p:sp>
        <p:nvSpPr>
          <p:cNvPr id="147" name="Retângulo: Cantos Arredondados 146">
            <a:extLst>
              <a:ext uri="{FF2B5EF4-FFF2-40B4-BE49-F238E27FC236}">
                <a16:creationId xmlns:a16="http://schemas.microsoft.com/office/drawing/2014/main" id="{9229C4AE-376F-4605-8153-F8723D076920}"/>
              </a:ext>
            </a:extLst>
          </p:cNvPr>
          <p:cNvSpPr/>
          <p:nvPr userDrawn="1"/>
        </p:nvSpPr>
        <p:spPr>
          <a:xfrm>
            <a:off x="669391" y="179801"/>
            <a:ext cx="391567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VISÃO DA JORNADA</a:t>
            </a:r>
          </a:p>
        </p:txBody>
      </p:sp>
      <p:pic>
        <p:nvPicPr>
          <p:cNvPr id="149" name="Immagine 7" descr="secondario_rgb.png">
            <a:extLst>
              <a:ext uri="{FF2B5EF4-FFF2-40B4-BE49-F238E27FC236}">
                <a16:creationId xmlns:a16="http://schemas.microsoft.com/office/drawing/2014/main" id="{E5C6C0CA-158B-4838-AA4D-78D04351509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
        <p:nvSpPr>
          <p:cNvPr id="13" name="Oval 12">
            <a:extLst>
              <a:ext uri="{FF2B5EF4-FFF2-40B4-BE49-F238E27FC236}">
                <a16:creationId xmlns:a16="http://schemas.microsoft.com/office/drawing/2014/main" id="{7B1C21E7-484A-4BB5-9528-9AF55FD9C07F}"/>
              </a:ext>
            </a:extLst>
          </p:cNvPr>
          <p:cNvSpPr/>
          <p:nvPr userDrawn="1"/>
        </p:nvSpPr>
        <p:spPr>
          <a:xfrm>
            <a:off x="1848243" y="1715316"/>
            <a:ext cx="288000" cy="28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2400"/>
          </a:p>
        </p:txBody>
      </p:sp>
      <p:sp>
        <p:nvSpPr>
          <p:cNvPr id="14" name="Oval 13">
            <a:extLst>
              <a:ext uri="{FF2B5EF4-FFF2-40B4-BE49-F238E27FC236}">
                <a16:creationId xmlns:a16="http://schemas.microsoft.com/office/drawing/2014/main" id="{F16D9358-48AE-4D79-823E-66E6821BA962}"/>
              </a:ext>
            </a:extLst>
          </p:cNvPr>
          <p:cNvSpPr/>
          <p:nvPr userDrawn="1"/>
        </p:nvSpPr>
        <p:spPr>
          <a:xfrm>
            <a:off x="1848243" y="2126615"/>
            <a:ext cx="288000" cy="28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2400"/>
          </a:p>
        </p:txBody>
      </p:sp>
      <p:sp>
        <p:nvSpPr>
          <p:cNvPr id="15" name="Oval 14">
            <a:extLst>
              <a:ext uri="{FF2B5EF4-FFF2-40B4-BE49-F238E27FC236}">
                <a16:creationId xmlns:a16="http://schemas.microsoft.com/office/drawing/2014/main" id="{E429731C-CF0D-4D89-92C8-9D3583C917EF}"/>
              </a:ext>
            </a:extLst>
          </p:cNvPr>
          <p:cNvSpPr/>
          <p:nvPr userDrawn="1"/>
        </p:nvSpPr>
        <p:spPr>
          <a:xfrm>
            <a:off x="3783023" y="1715316"/>
            <a:ext cx="288000" cy="28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2400"/>
          </a:p>
        </p:txBody>
      </p:sp>
      <p:sp>
        <p:nvSpPr>
          <p:cNvPr id="16" name="Oval 15">
            <a:extLst>
              <a:ext uri="{FF2B5EF4-FFF2-40B4-BE49-F238E27FC236}">
                <a16:creationId xmlns:a16="http://schemas.microsoft.com/office/drawing/2014/main" id="{D76D2B10-3A6C-46C3-B1AF-EFA4615D016D}"/>
              </a:ext>
            </a:extLst>
          </p:cNvPr>
          <p:cNvSpPr/>
          <p:nvPr userDrawn="1"/>
        </p:nvSpPr>
        <p:spPr>
          <a:xfrm>
            <a:off x="3783023" y="2126615"/>
            <a:ext cx="288000" cy="28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2400"/>
          </a:p>
        </p:txBody>
      </p:sp>
      <p:sp>
        <p:nvSpPr>
          <p:cNvPr id="17" name="Oval 16">
            <a:extLst>
              <a:ext uri="{FF2B5EF4-FFF2-40B4-BE49-F238E27FC236}">
                <a16:creationId xmlns:a16="http://schemas.microsoft.com/office/drawing/2014/main" id="{3FFB3B8E-E8FA-4A24-AB19-D769AD40AFFD}"/>
              </a:ext>
            </a:extLst>
          </p:cNvPr>
          <p:cNvSpPr/>
          <p:nvPr userDrawn="1"/>
        </p:nvSpPr>
        <p:spPr>
          <a:xfrm>
            <a:off x="5496574" y="1715316"/>
            <a:ext cx="288000" cy="28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2400"/>
          </a:p>
        </p:txBody>
      </p:sp>
      <p:sp>
        <p:nvSpPr>
          <p:cNvPr id="18" name="Oval 17">
            <a:extLst>
              <a:ext uri="{FF2B5EF4-FFF2-40B4-BE49-F238E27FC236}">
                <a16:creationId xmlns:a16="http://schemas.microsoft.com/office/drawing/2014/main" id="{6BB44AAD-D9C3-4AE0-AB0B-D8C4E1175CA1}"/>
              </a:ext>
            </a:extLst>
          </p:cNvPr>
          <p:cNvSpPr/>
          <p:nvPr userDrawn="1"/>
        </p:nvSpPr>
        <p:spPr>
          <a:xfrm>
            <a:off x="5496574" y="2126615"/>
            <a:ext cx="288000" cy="28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2400"/>
          </a:p>
        </p:txBody>
      </p:sp>
      <p:sp>
        <p:nvSpPr>
          <p:cNvPr id="20" name="Oval 19">
            <a:extLst>
              <a:ext uri="{FF2B5EF4-FFF2-40B4-BE49-F238E27FC236}">
                <a16:creationId xmlns:a16="http://schemas.microsoft.com/office/drawing/2014/main" id="{63371D31-B920-43B3-9C92-2D96E62042E9}"/>
              </a:ext>
            </a:extLst>
          </p:cNvPr>
          <p:cNvSpPr/>
          <p:nvPr userDrawn="1"/>
        </p:nvSpPr>
        <p:spPr>
          <a:xfrm>
            <a:off x="1848243" y="3549956"/>
            <a:ext cx="288000" cy="28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2000"/>
          </a:p>
        </p:txBody>
      </p:sp>
      <p:sp>
        <p:nvSpPr>
          <p:cNvPr id="22" name="Oval 21">
            <a:extLst>
              <a:ext uri="{FF2B5EF4-FFF2-40B4-BE49-F238E27FC236}">
                <a16:creationId xmlns:a16="http://schemas.microsoft.com/office/drawing/2014/main" id="{22F15446-3C17-45CC-8CB5-97E39B8AEA1E}"/>
              </a:ext>
            </a:extLst>
          </p:cNvPr>
          <p:cNvSpPr/>
          <p:nvPr userDrawn="1"/>
        </p:nvSpPr>
        <p:spPr>
          <a:xfrm>
            <a:off x="1848243" y="3975671"/>
            <a:ext cx="288000" cy="28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2000"/>
          </a:p>
        </p:txBody>
      </p:sp>
      <p:sp>
        <p:nvSpPr>
          <p:cNvPr id="24" name="Oval 23">
            <a:extLst>
              <a:ext uri="{FF2B5EF4-FFF2-40B4-BE49-F238E27FC236}">
                <a16:creationId xmlns:a16="http://schemas.microsoft.com/office/drawing/2014/main" id="{D0BFB8B7-CD3F-46FE-9AD7-7E1A1EF7152B}"/>
              </a:ext>
            </a:extLst>
          </p:cNvPr>
          <p:cNvSpPr/>
          <p:nvPr userDrawn="1"/>
        </p:nvSpPr>
        <p:spPr>
          <a:xfrm>
            <a:off x="3783023" y="3549956"/>
            <a:ext cx="288000" cy="28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2000"/>
          </a:p>
        </p:txBody>
      </p:sp>
      <p:sp>
        <p:nvSpPr>
          <p:cNvPr id="26" name="Oval 25">
            <a:extLst>
              <a:ext uri="{FF2B5EF4-FFF2-40B4-BE49-F238E27FC236}">
                <a16:creationId xmlns:a16="http://schemas.microsoft.com/office/drawing/2014/main" id="{815DEE52-5A0A-450A-95A9-B2CE2B57BD22}"/>
              </a:ext>
            </a:extLst>
          </p:cNvPr>
          <p:cNvSpPr/>
          <p:nvPr userDrawn="1"/>
        </p:nvSpPr>
        <p:spPr>
          <a:xfrm>
            <a:off x="3783023" y="3975671"/>
            <a:ext cx="288000" cy="28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2000"/>
          </a:p>
        </p:txBody>
      </p:sp>
      <p:sp>
        <p:nvSpPr>
          <p:cNvPr id="28" name="Oval 27">
            <a:extLst>
              <a:ext uri="{FF2B5EF4-FFF2-40B4-BE49-F238E27FC236}">
                <a16:creationId xmlns:a16="http://schemas.microsoft.com/office/drawing/2014/main" id="{1C9A2E6A-E0BC-4066-9AA5-E76EDC9F5E23}"/>
              </a:ext>
            </a:extLst>
          </p:cNvPr>
          <p:cNvSpPr/>
          <p:nvPr userDrawn="1"/>
        </p:nvSpPr>
        <p:spPr>
          <a:xfrm>
            <a:off x="5770563" y="3549956"/>
            <a:ext cx="288000" cy="28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2000"/>
          </a:p>
        </p:txBody>
      </p:sp>
      <p:sp>
        <p:nvSpPr>
          <p:cNvPr id="30" name="Oval 29">
            <a:extLst>
              <a:ext uri="{FF2B5EF4-FFF2-40B4-BE49-F238E27FC236}">
                <a16:creationId xmlns:a16="http://schemas.microsoft.com/office/drawing/2014/main" id="{3237DCF4-A016-4BB3-9C28-87D697878A88}"/>
              </a:ext>
            </a:extLst>
          </p:cNvPr>
          <p:cNvSpPr/>
          <p:nvPr userDrawn="1"/>
        </p:nvSpPr>
        <p:spPr>
          <a:xfrm>
            <a:off x="5770563" y="3975671"/>
            <a:ext cx="288000" cy="28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2000"/>
          </a:p>
        </p:txBody>
      </p:sp>
      <p:sp>
        <p:nvSpPr>
          <p:cNvPr id="33" name="Oval 32">
            <a:extLst>
              <a:ext uri="{FF2B5EF4-FFF2-40B4-BE49-F238E27FC236}">
                <a16:creationId xmlns:a16="http://schemas.microsoft.com/office/drawing/2014/main" id="{7812E17C-A55A-4CCC-B7B0-EB6E1F617524}"/>
              </a:ext>
            </a:extLst>
          </p:cNvPr>
          <p:cNvSpPr/>
          <p:nvPr userDrawn="1"/>
        </p:nvSpPr>
        <p:spPr>
          <a:xfrm>
            <a:off x="5770563" y="4380805"/>
            <a:ext cx="288000" cy="28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2000"/>
          </a:p>
        </p:txBody>
      </p:sp>
      <p:sp>
        <p:nvSpPr>
          <p:cNvPr id="36" name="Oval 35">
            <a:extLst>
              <a:ext uri="{FF2B5EF4-FFF2-40B4-BE49-F238E27FC236}">
                <a16:creationId xmlns:a16="http://schemas.microsoft.com/office/drawing/2014/main" id="{73021EF2-F5A9-43F6-810D-BA674B703D79}"/>
              </a:ext>
            </a:extLst>
          </p:cNvPr>
          <p:cNvSpPr/>
          <p:nvPr userDrawn="1"/>
        </p:nvSpPr>
        <p:spPr>
          <a:xfrm>
            <a:off x="7678421" y="3549956"/>
            <a:ext cx="288000" cy="28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2000"/>
          </a:p>
        </p:txBody>
      </p:sp>
      <p:sp>
        <p:nvSpPr>
          <p:cNvPr id="38" name="Oval 37">
            <a:extLst>
              <a:ext uri="{FF2B5EF4-FFF2-40B4-BE49-F238E27FC236}">
                <a16:creationId xmlns:a16="http://schemas.microsoft.com/office/drawing/2014/main" id="{E957B02A-5ECD-461F-903C-A4D036080142}"/>
              </a:ext>
            </a:extLst>
          </p:cNvPr>
          <p:cNvSpPr/>
          <p:nvPr userDrawn="1"/>
        </p:nvSpPr>
        <p:spPr>
          <a:xfrm>
            <a:off x="7680035" y="3975671"/>
            <a:ext cx="288000" cy="28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2000"/>
          </a:p>
        </p:txBody>
      </p:sp>
      <p:sp>
        <p:nvSpPr>
          <p:cNvPr id="40" name="Oval 39">
            <a:extLst>
              <a:ext uri="{FF2B5EF4-FFF2-40B4-BE49-F238E27FC236}">
                <a16:creationId xmlns:a16="http://schemas.microsoft.com/office/drawing/2014/main" id="{50117495-8E42-4DFF-BD8D-65CE3E03D859}"/>
              </a:ext>
            </a:extLst>
          </p:cNvPr>
          <p:cNvSpPr/>
          <p:nvPr userDrawn="1"/>
        </p:nvSpPr>
        <p:spPr>
          <a:xfrm>
            <a:off x="7234822" y="1715316"/>
            <a:ext cx="288000" cy="28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2400"/>
          </a:p>
        </p:txBody>
      </p:sp>
      <p:sp>
        <p:nvSpPr>
          <p:cNvPr id="42" name="Oval 41">
            <a:extLst>
              <a:ext uri="{FF2B5EF4-FFF2-40B4-BE49-F238E27FC236}">
                <a16:creationId xmlns:a16="http://schemas.microsoft.com/office/drawing/2014/main" id="{8A992B66-834C-4A57-98A0-054F714CA5CB}"/>
              </a:ext>
            </a:extLst>
          </p:cNvPr>
          <p:cNvSpPr/>
          <p:nvPr userDrawn="1"/>
        </p:nvSpPr>
        <p:spPr>
          <a:xfrm>
            <a:off x="9310694" y="1715316"/>
            <a:ext cx="288000" cy="28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2400"/>
          </a:p>
        </p:txBody>
      </p:sp>
      <p:sp>
        <p:nvSpPr>
          <p:cNvPr id="44" name="Oval 43">
            <a:extLst>
              <a:ext uri="{FF2B5EF4-FFF2-40B4-BE49-F238E27FC236}">
                <a16:creationId xmlns:a16="http://schemas.microsoft.com/office/drawing/2014/main" id="{A8F5DA3E-0290-45E0-BAF7-A70E97D6CCD3}"/>
              </a:ext>
            </a:extLst>
          </p:cNvPr>
          <p:cNvSpPr/>
          <p:nvPr userDrawn="1"/>
        </p:nvSpPr>
        <p:spPr>
          <a:xfrm>
            <a:off x="9315731" y="2126615"/>
            <a:ext cx="288000" cy="28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2400"/>
          </a:p>
        </p:txBody>
      </p:sp>
      <p:sp>
        <p:nvSpPr>
          <p:cNvPr id="46" name="Oval 45">
            <a:extLst>
              <a:ext uri="{FF2B5EF4-FFF2-40B4-BE49-F238E27FC236}">
                <a16:creationId xmlns:a16="http://schemas.microsoft.com/office/drawing/2014/main" id="{3323008D-2BD3-4813-B7BE-D89E1780C29B}"/>
              </a:ext>
            </a:extLst>
          </p:cNvPr>
          <p:cNvSpPr/>
          <p:nvPr userDrawn="1"/>
        </p:nvSpPr>
        <p:spPr>
          <a:xfrm>
            <a:off x="9317847" y="2542660"/>
            <a:ext cx="288000" cy="28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2400"/>
          </a:p>
        </p:txBody>
      </p:sp>
      <p:sp>
        <p:nvSpPr>
          <p:cNvPr id="48" name="Oval 47">
            <a:extLst>
              <a:ext uri="{FF2B5EF4-FFF2-40B4-BE49-F238E27FC236}">
                <a16:creationId xmlns:a16="http://schemas.microsoft.com/office/drawing/2014/main" id="{88C9249E-188F-42F3-A7CA-56412757FFDF}"/>
              </a:ext>
            </a:extLst>
          </p:cNvPr>
          <p:cNvSpPr/>
          <p:nvPr userDrawn="1"/>
        </p:nvSpPr>
        <p:spPr>
          <a:xfrm>
            <a:off x="9665335" y="3549956"/>
            <a:ext cx="288000" cy="28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2000"/>
          </a:p>
        </p:txBody>
      </p:sp>
      <p:sp>
        <p:nvSpPr>
          <p:cNvPr id="50" name="Oval 49">
            <a:extLst>
              <a:ext uri="{FF2B5EF4-FFF2-40B4-BE49-F238E27FC236}">
                <a16:creationId xmlns:a16="http://schemas.microsoft.com/office/drawing/2014/main" id="{938DEB8C-D12B-467A-ADE0-5B08B0EB5E49}"/>
              </a:ext>
            </a:extLst>
          </p:cNvPr>
          <p:cNvSpPr/>
          <p:nvPr userDrawn="1"/>
        </p:nvSpPr>
        <p:spPr>
          <a:xfrm>
            <a:off x="9661752" y="3975671"/>
            <a:ext cx="288000" cy="28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2000"/>
          </a:p>
        </p:txBody>
      </p:sp>
      <p:sp>
        <p:nvSpPr>
          <p:cNvPr id="52" name="Oval 51">
            <a:extLst>
              <a:ext uri="{FF2B5EF4-FFF2-40B4-BE49-F238E27FC236}">
                <a16:creationId xmlns:a16="http://schemas.microsoft.com/office/drawing/2014/main" id="{EBD202BB-79F2-4F6A-A3CB-3D8BB670B2E9}"/>
              </a:ext>
            </a:extLst>
          </p:cNvPr>
          <p:cNvSpPr/>
          <p:nvPr userDrawn="1"/>
        </p:nvSpPr>
        <p:spPr>
          <a:xfrm>
            <a:off x="11400357" y="1715316"/>
            <a:ext cx="288000" cy="28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2400"/>
          </a:p>
        </p:txBody>
      </p:sp>
      <p:sp>
        <p:nvSpPr>
          <p:cNvPr id="54" name="Oval 53">
            <a:extLst>
              <a:ext uri="{FF2B5EF4-FFF2-40B4-BE49-F238E27FC236}">
                <a16:creationId xmlns:a16="http://schemas.microsoft.com/office/drawing/2014/main" id="{BCCB4EA3-24B2-4CD8-906C-5F35C2B52E85}"/>
              </a:ext>
            </a:extLst>
          </p:cNvPr>
          <p:cNvSpPr/>
          <p:nvPr userDrawn="1"/>
        </p:nvSpPr>
        <p:spPr>
          <a:xfrm>
            <a:off x="11400357" y="2126615"/>
            <a:ext cx="288000" cy="28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2400"/>
          </a:p>
        </p:txBody>
      </p:sp>
      <p:sp>
        <p:nvSpPr>
          <p:cNvPr id="56" name="Oval 55">
            <a:extLst>
              <a:ext uri="{FF2B5EF4-FFF2-40B4-BE49-F238E27FC236}">
                <a16:creationId xmlns:a16="http://schemas.microsoft.com/office/drawing/2014/main" id="{B5EFABB4-F0E5-4BD4-8227-848A18C2AB3C}"/>
              </a:ext>
            </a:extLst>
          </p:cNvPr>
          <p:cNvSpPr/>
          <p:nvPr userDrawn="1"/>
        </p:nvSpPr>
        <p:spPr>
          <a:xfrm>
            <a:off x="11396124" y="2542660"/>
            <a:ext cx="288000" cy="28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2400"/>
          </a:p>
        </p:txBody>
      </p:sp>
      <p:sp>
        <p:nvSpPr>
          <p:cNvPr id="7" name="Retângulo 6">
            <a:extLst>
              <a:ext uri="{FF2B5EF4-FFF2-40B4-BE49-F238E27FC236}">
                <a16:creationId xmlns:a16="http://schemas.microsoft.com/office/drawing/2014/main" id="{420A8DEF-0AE2-4DBB-AA67-6DEBDB8A7170}"/>
              </a:ext>
            </a:extLst>
          </p:cNvPr>
          <p:cNvSpPr/>
          <p:nvPr userDrawn="1"/>
        </p:nvSpPr>
        <p:spPr>
          <a:xfrm>
            <a:off x="10190598" y="3073244"/>
            <a:ext cx="1592997" cy="15760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900" b="0">
                <a:solidFill>
                  <a:schemeClr val="tx1"/>
                </a:solidFill>
                <a:latin typeface="Arial Narrow" panose="020B0606020202030204" pitchFamily="34" charset="0"/>
              </a:rPr>
              <a:t>Assinale com cor:</a:t>
            </a:r>
          </a:p>
          <a:p>
            <a:pPr algn="ctr"/>
            <a:endParaRPr lang="pt-BR" sz="900" b="0">
              <a:solidFill>
                <a:schemeClr val="tx1"/>
              </a:solidFill>
              <a:latin typeface="Arial Narrow" panose="020B0606020202030204" pitchFamily="34" charset="0"/>
            </a:endParaRPr>
          </a:p>
          <a:p>
            <a:pPr marL="171450" indent="-171450" algn="l">
              <a:buFont typeface="Wingdings" panose="05000000000000000000" pitchFamily="2" charset="2"/>
              <a:buChar char="§"/>
            </a:pPr>
            <a:r>
              <a:rPr lang="pt-BR" sz="900" b="0">
                <a:solidFill>
                  <a:schemeClr val="tx1"/>
                </a:solidFill>
                <a:latin typeface="Arial Narrow" panose="020B0606020202030204" pitchFamily="34" charset="0"/>
              </a:rPr>
              <a:t>Verde: pontos que a PRODUTO afeta diretamente</a:t>
            </a:r>
          </a:p>
          <a:p>
            <a:pPr marL="171450" indent="-171450" algn="l">
              <a:buFont typeface="Wingdings" panose="05000000000000000000" pitchFamily="2" charset="2"/>
              <a:buChar char="§"/>
            </a:pPr>
            <a:r>
              <a:rPr lang="pt-BR" sz="900" b="0">
                <a:solidFill>
                  <a:schemeClr val="tx1"/>
                </a:solidFill>
                <a:latin typeface="Arial Narrow" panose="020B0606020202030204" pitchFamily="34" charset="0"/>
              </a:rPr>
              <a:t>Vermelho: pontos de maior criticidade</a:t>
            </a:r>
          </a:p>
          <a:p>
            <a:pPr marL="171450" indent="-171450" algn="l">
              <a:buFont typeface="Wingdings" panose="05000000000000000000" pitchFamily="2" charset="2"/>
              <a:buChar char="§"/>
            </a:pPr>
            <a:r>
              <a:rPr lang="pt-BR" sz="900" b="0">
                <a:solidFill>
                  <a:schemeClr val="tx1"/>
                </a:solidFill>
                <a:latin typeface="Arial Narrow" panose="020B0606020202030204" pitchFamily="34" charset="0"/>
              </a:rPr>
              <a:t>Branco: não se aplica ao escopo proposto</a:t>
            </a:r>
            <a:endParaRPr lang="pt-BR" sz="1000" b="0">
              <a:solidFill>
                <a:schemeClr val="tx1"/>
              </a:solidFill>
              <a:latin typeface="Arial Narrow" panose="020B0606020202030204" pitchFamily="34" charset="0"/>
            </a:endParaRPr>
          </a:p>
        </p:txBody>
      </p:sp>
      <p:sp>
        <p:nvSpPr>
          <p:cNvPr id="106" name="Oval 17">
            <a:extLst>
              <a:ext uri="{FF2B5EF4-FFF2-40B4-BE49-F238E27FC236}">
                <a16:creationId xmlns:a16="http://schemas.microsoft.com/office/drawing/2014/main" id="{D893B672-484D-499C-ADE3-B06DC96D8AAB}"/>
              </a:ext>
            </a:extLst>
          </p:cNvPr>
          <p:cNvSpPr/>
          <p:nvPr userDrawn="1"/>
        </p:nvSpPr>
        <p:spPr>
          <a:xfrm>
            <a:off x="7229174" y="2126615"/>
            <a:ext cx="288000" cy="288000"/>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sz="2400"/>
          </a:p>
        </p:txBody>
      </p:sp>
    </p:spTree>
    <p:extLst>
      <p:ext uri="{BB962C8B-B14F-4D97-AF65-F5344CB8AC3E}">
        <p14:creationId xmlns:p14="http://schemas.microsoft.com/office/powerpoint/2010/main" val="285458460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ACRO JORNADA - EXEMPLO">
    <p:spTree>
      <p:nvGrpSpPr>
        <p:cNvPr id="1" name=""/>
        <p:cNvGrpSpPr/>
        <p:nvPr/>
      </p:nvGrpSpPr>
      <p:grpSpPr>
        <a:xfrm>
          <a:off x="0" y="0"/>
          <a:ext cx="0" cy="0"/>
          <a:chOff x="0" y="0"/>
          <a:chExt cx="0" cy="0"/>
        </a:xfrm>
      </p:grpSpPr>
      <p:sp>
        <p:nvSpPr>
          <p:cNvPr id="151" name="Retângulo 150">
            <a:extLst>
              <a:ext uri="{FF2B5EF4-FFF2-40B4-BE49-F238E27FC236}">
                <a16:creationId xmlns:a16="http://schemas.microsoft.com/office/drawing/2014/main" id="{94539554-914F-4EF9-A710-8F87D8165A97}"/>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6" name="Retângulo: Cantos Superiores Arredondados 5">
            <a:extLst>
              <a:ext uri="{FF2B5EF4-FFF2-40B4-BE49-F238E27FC236}">
                <a16:creationId xmlns:a16="http://schemas.microsoft.com/office/drawing/2014/main" id="{58280137-A574-49A2-B09A-F3051C4607DC}"/>
              </a:ext>
            </a:extLst>
          </p:cNvPr>
          <p:cNvSpPr/>
          <p:nvPr userDrawn="1"/>
        </p:nvSpPr>
        <p:spPr>
          <a:xfrm rot="16200000">
            <a:off x="4053937" y="-3073666"/>
            <a:ext cx="4079967" cy="11811697"/>
          </a:xfrm>
          <a:prstGeom prst="round2SameRect">
            <a:avLst>
              <a:gd name="adj1" fmla="val 5299"/>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JORNADA</a:t>
            </a: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669390" y="960063"/>
            <a:ext cx="11226701" cy="38143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 name="Retângulo: Cantos Superiores Arredondados 8">
            <a:extLst>
              <a:ext uri="{FF2B5EF4-FFF2-40B4-BE49-F238E27FC236}">
                <a16:creationId xmlns:a16="http://schemas.microsoft.com/office/drawing/2014/main" id="{4749333B-E6F0-4FDE-BB4F-308BE95F7B22}"/>
              </a:ext>
            </a:extLst>
          </p:cNvPr>
          <p:cNvSpPr/>
          <p:nvPr userDrawn="1"/>
        </p:nvSpPr>
        <p:spPr>
          <a:xfrm rot="16200000">
            <a:off x="5388566" y="-250252"/>
            <a:ext cx="1410712" cy="11811696"/>
          </a:xfrm>
          <a:prstGeom prst="round2SameRect">
            <a:avLst>
              <a:gd name="adj1" fmla="val 5299"/>
              <a:gd name="adj2" fmla="val 0"/>
            </a:avLst>
          </a:prstGeom>
          <a:solidFill>
            <a:schemeClr val="accent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NOTAS</a:t>
            </a:r>
          </a:p>
        </p:txBody>
      </p:sp>
      <p:sp>
        <p:nvSpPr>
          <p:cNvPr id="10" name="Retângulo 9">
            <a:extLst>
              <a:ext uri="{FF2B5EF4-FFF2-40B4-BE49-F238E27FC236}">
                <a16:creationId xmlns:a16="http://schemas.microsoft.com/office/drawing/2014/main" id="{6CB08043-A7E9-4C72-AEAE-6B31C0E6D307}"/>
              </a:ext>
            </a:extLst>
          </p:cNvPr>
          <p:cNvSpPr/>
          <p:nvPr userDrawn="1"/>
        </p:nvSpPr>
        <p:spPr>
          <a:xfrm>
            <a:off x="635443" y="5057895"/>
            <a:ext cx="11260647" cy="1207937"/>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47" name="Espaço Reservado para Texto 46">
            <a:extLst>
              <a:ext uri="{FF2B5EF4-FFF2-40B4-BE49-F238E27FC236}">
                <a16:creationId xmlns:a16="http://schemas.microsoft.com/office/drawing/2014/main" id="{FD3EC130-71A3-4631-982F-82143E912156}"/>
              </a:ext>
            </a:extLst>
          </p:cNvPr>
          <p:cNvSpPr>
            <a:spLocks noGrp="1"/>
          </p:cNvSpPr>
          <p:nvPr>
            <p:ph type="body" sz="quarter" idx="21" hasCustomPrompt="1"/>
          </p:nvPr>
        </p:nvSpPr>
        <p:spPr>
          <a:xfrm>
            <a:off x="669390" y="5057895"/>
            <a:ext cx="11226700" cy="1207937"/>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todas as observações que considerar importantes para o melhor entendimento da jornada desenhada acima.</a:t>
            </a: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47" name="Retângulo: Cantos Arredondados 146">
            <a:extLst>
              <a:ext uri="{FF2B5EF4-FFF2-40B4-BE49-F238E27FC236}">
                <a16:creationId xmlns:a16="http://schemas.microsoft.com/office/drawing/2014/main" id="{9229C4AE-376F-4605-8153-F8723D076920}"/>
              </a:ext>
            </a:extLst>
          </p:cNvPr>
          <p:cNvSpPr/>
          <p:nvPr userDrawn="1"/>
        </p:nvSpPr>
        <p:spPr>
          <a:xfrm>
            <a:off x="669391" y="179801"/>
            <a:ext cx="391567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MACRO JORNADA - EXEMPLO</a:t>
            </a:r>
          </a:p>
        </p:txBody>
      </p:sp>
      <p:pic>
        <p:nvPicPr>
          <p:cNvPr id="149" name="Immagine 7" descr="secondario_rgb.png">
            <a:extLst>
              <a:ext uri="{FF2B5EF4-FFF2-40B4-BE49-F238E27FC236}">
                <a16:creationId xmlns:a16="http://schemas.microsoft.com/office/drawing/2014/main" id="{E5C6C0CA-158B-4838-AA4D-78D04351509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pic>
        <p:nvPicPr>
          <p:cNvPr id="7" name="Picture 2">
            <a:extLst>
              <a:ext uri="{FF2B5EF4-FFF2-40B4-BE49-F238E27FC236}">
                <a16:creationId xmlns:a16="http://schemas.microsoft.com/office/drawing/2014/main" id="{CD23010E-9594-44E4-AAE0-4BB02C7D0CD6}"/>
              </a:ext>
            </a:extLst>
          </p:cNvPr>
          <p:cNvPicPr>
            <a:picLocks noChangeAspect="1"/>
          </p:cNvPicPr>
          <p:nvPr userDrawn="1"/>
        </p:nvPicPr>
        <p:blipFill>
          <a:blip r:embed="rId4"/>
          <a:stretch>
            <a:fillRect/>
          </a:stretch>
        </p:blipFill>
        <p:spPr>
          <a:xfrm>
            <a:off x="2023201" y="1040327"/>
            <a:ext cx="8089792" cy="3675767"/>
          </a:xfrm>
          <a:prstGeom prst="rect">
            <a:avLst/>
          </a:prstGeom>
        </p:spPr>
      </p:pic>
      <p:sp>
        <p:nvSpPr>
          <p:cNvPr id="11" name="Triângulo Retângulo 10">
            <a:extLst>
              <a:ext uri="{FF2B5EF4-FFF2-40B4-BE49-F238E27FC236}">
                <a16:creationId xmlns:a16="http://schemas.microsoft.com/office/drawing/2014/main" id="{3B3CB002-6A14-45ED-B9C4-F86F4B496EC5}"/>
              </a:ext>
            </a:extLst>
          </p:cNvPr>
          <p:cNvSpPr/>
          <p:nvPr userDrawn="1"/>
        </p:nvSpPr>
        <p:spPr>
          <a:xfrm rot="5400000">
            <a:off x="0" y="0"/>
            <a:ext cx="540000" cy="540000"/>
          </a:xfrm>
          <a:prstGeom prst="r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pt-BR"/>
          </a:p>
        </p:txBody>
      </p:sp>
    </p:spTree>
    <p:extLst>
      <p:ext uri="{BB962C8B-B14F-4D97-AF65-F5344CB8AC3E}">
        <p14:creationId xmlns:p14="http://schemas.microsoft.com/office/powerpoint/2010/main" val="5900823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MACRO JORNADA">
    <p:spTree>
      <p:nvGrpSpPr>
        <p:cNvPr id="1" name=""/>
        <p:cNvGrpSpPr/>
        <p:nvPr/>
      </p:nvGrpSpPr>
      <p:grpSpPr>
        <a:xfrm>
          <a:off x="0" y="0"/>
          <a:ext cx="0" cy="0"/>
          <a:chOff x="0" y="0"/>
          <a:chExt cx="0" cy="0"/>
        </a:xfrm>
      </p:grpSpPr>
      <p:sp>
        <p:nvSpPr>
          <p:cNvPr id="151" name="Retângulo 150">
            <a:extLst>
              <a:ext uri="{FF2B5EF4-FFF2-40B4-BE49-F238E27FC236}">
                <a16:creationId xmlns:a16="http://schemas.microsoft.com/office/drawing/2014/main" id="{94539554-914F-4EF9-A710-8F87D8165A97}"/>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6" name="Retângulo: Cantos Superiores Arredondados 5">
            <a:extLst>
              <a:ext uri="{FF2B5EF4-FFF2-40B4-BE49-F238E27FC236}">
                <a16:creationId xmlns:a16="http://schemas.microsoft.com/office/drawing/2014/main" id="{58280137-A574-49A2-B09A-F3051C4607DC}"/>
              </a:ext>
            </a:extLst>
          </p:cNvPr>
          <p:cNvSpPr/>
          <p:nvPr userDrawn="1"/>
        </p:nvSpPr>
        <p:spPr>
          <a:xfrm rot="16200000">
            <a:off x="4053937" y="-3073666"/>
            <a:ext cx="4079967" cy="11811697"/>
          </a:xfrm>
          <a:prstGeom prst="round2SameRect">
            <a:avLst>
              <a:gd name="adj1" fmla="val 5299"/>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JORNADA</a:t>
            </a: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669390" y="960063"/>
            <a:ext cx="11226701" cy="38143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 name="Retângulo: Cantos Superiores Arredondados 8">
            <a:extLst>
              <a:ext uri="{FF2B5EF4-FFF2-40B4-BE49-F238E27FC236}">
                <a16:creationId xmlns:a16="http://schemas.microsoft.com/office/drawing/2014/main" id="{4749333B-E6F0-4FDE-BB4F-308BE95F7B22}"/>
              </a:ext>
            </a:extLst>
          </p:cNvPr>
          <p:cNvSpPr/>
          <p:nvPr userDrawn="1"/>
        </p:nvSpPr>
        <p:spPr>
          <a:xfrm rot="16200000">
            <a:off x="5388566" y="-250252"/>
            <a:ext cx="1410712" cy="11811696"/>
          </a:xfrm>
          <a:prstGeom prst="round2SameRect">
            <a:avLst>
              <a:gd name="adj1" fmla="val 5299"/>
              <a:gd name="adj2" fmla="val 0"/>
            </a:avLst>
          </a:prstGeom>
          <a:solidFill>
            <a:schemeClr val="accent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NOTAS</a:t>
            </a:r>
          </a:p>
        </p:txBody>
      </p:sp>
      <p:sp>
        <p:nvSpPr>
          <p:cNvPr id="10" name="Retângulo 9">
            <a:extLst>
              <a:ext uri="{FF2B5EF4-FFF2-40B4-BE49-F238E27FC236}">
                <a16:creationId xmlns:a16="http://schemas.microsoft.com/office/drawing/2014/main" id="{6CB08043-A7E9-4C72-AEAE-6B31C0E6D307}"/>
              </a:ext>
            </a:extLst>
          </p:cNvPr>
          <p:cNvSpPr/>
          <p:nvPr userDrawn="1"/>
        </p:nvSpPr>
        <p:spPr>
          <a:xfrm>
            <a:off x="635443" y="5057895"/>
            <a:ext cx="11260647" cy="1207937"/>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47" name="Espaço Reservado para Texto 46">
            <a:extLst>
              <a:ext uri="{FF2B5EF4-FFF2-40B4-BE49-F238E27FC236}">
                <a16:creationId xmlns:a16="http://schemas.microsoft.com/office/drawing/2014/main" id="{FD3EC130-71A3-4631-982F-82143E912156}"/>
              </a:ext>
            </a:extLst>
          </p:cNvPr>
          <p:cNvSpPr>
            <a:spLocks noGrp="1"/>
          </p:cNvSpPr>
          <p:nvPr>
            <p:ph type="body" sz="quarter" idx="21" hasCustomPrompt="1"/>
          </p:nvPr>
        </p:nvSpPr>
        <p:spPr>
          <a:xfrm>
            <a:off x="669390" y="5057895"/>
            <a:ext cx="11226700" cy="1207937"/>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todas as observações que considerar importantes para o melhor entendimento da jornada desenhada acima.</a:t>
            </a: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47" name="Retângulo: Cantos Arredondados 146">
            <a:extLst>
              <a:ext uri="{FF2B5EF4-FFF2-40B4-BE49-F238E27FC236}">
                <a16:creationId xmlns:a16="http://schemas.microsoft.com/office/drawing/2014/main" id="{9229C4AE-376F-4605-8153-F8723D076920}"/>
              </a:ext>
            </a:extLst>
          </p:cNvPr>
          <p:cNvSpPr/>
          <p:nvPr userDrawn="1"/>
        </p:nvSpPr>
        <p:spPr>
          <a:xfrm>
            <a:off x="669391" y="179801"/>
            <a:ext cx="391567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MACRO JORNADA</a:t>
            </a:r>
          </a:p>
        </p:txBody>
      </p:sp>
      <p:pic>
        <p:nvPicPr>
          <p:cNvPr id="149" name="Immagine 7" descr="secondario_rgb.png">
            <a:extLst>
              <a:ext uri="{FF2B5EF4-FFF2-40B4-BE49-F238E27FC236}">
                <a16:creationId xmlns:a16="http://schemas.microsoft.com/office/drawing/2014/main" id="{E5C6C0CA-158B-4838-AA4D-78D04351509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
        <p:nvSpPr>
          <p:cNvPr id="7" name="Triângulo Retângulo 6">
            <a:extLst>
              <a:ext uri="{FF2B5EF4-FFF2-40B4-BE49-F238E27FC236}">
                <a16:creationId xmlns:a16="http://schemas.microsoft.com/office/drawing/2014/main" id="{CE017379-6BAF-4BDF-8533-A4B6E9860733}"/>
              </a:ext>
            </a:extLst>
          </p:cNvPr>
          <p:cNvSpPr/>
          <p:nvPr userDrawn="1"/>
        </p:nvSpPr>
        <p:spPr>
          <a:xfrm rot="5400000">
            <a:off x="0" y="0"/>
            <a:ext cx="540000" cy="540000"/>
          </a:xfrm>
          <a:prstGeom prst="r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pt-BR"/>
          </a:p>
        </p:txBody>
      </p:sp>
    </p:spTree>
    <p:extLst>
      <p:ext uri="{BB962C8B-B14F-4D97-AF65-F5344CB8AC3E}">
        <p14:creationId xmlns:p14="http://schemas.microsoft.com/office/powerpoint/2010/main" val="127398443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 - MECÂNICA">
    <p:spTree>
      <p:nvGrpSpPr>
        <p:cNvPr id="1" name=""/>
        <p:cNvGrpSpPr/>
        <p:nvPr/>
      </p:nvGrpSpPr>
      <p:grpSpPr>
        <a:xfrm>
          <a:off x="0" y="0"/>
          <a:ext cx="0" cy="0"/>
          <a:chOff x="0" y="0"/>
          <a:chExt cx="0" cy="0"/>
        </a:xfrm>
      </p:grpSpPr>
      <p:sp>
        <p:nvSpPr>
          <p:cNvPr id="18" name="Retângulo 17">
            <a:extLst>
              <a:ext uri="{FF2B5EF4-FFF2-40B4-BE49-F238E27FC236}">
                <a16:creationId xmlns:a16="http://schemas.microsoft.com/office/drawing/2014/main" id="{DEB39DEF-8787-4D58-A392-6442B9BC087F}"/>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9" name="Retângulo: Cantos Superiores Arredondados 8">
            <a:extLst>
              <a:ext uri="{FF2B5EF4-FFF2-40B4-BE49-F238E27FC236}">
                <a16:creationId xmlns:a16="http://schemas.microsoft.com/office/drawing/2014/main" id="{4749333B-E6F0-4FDE-BB4F-308BE95F7B22}"/>
              </a:ext>
            </a:extLst>
          </p:cNvPr>
          <p:cNvSpPr/>
          <p:nvPr userDrawn="1"/>
        </p:nvSpPr>
        <p:spPr>
          <a:xfrm rot="16200000">
            <a:off x="3306353" y="-2326750"/>
            <a:ext cx="5571685" cy="11803720"/>
          </a:xfrm>
          <a:prstGeom prst="round2SameRect">
            <a:avLst>
              <a:gd name="adj1" fmla="val 5299"/>
              <a:gd name="adj2" fmla="val 0"/>
            </a:avLst>
          </a:prstGeom>
          <a:solidFill>
            <a:schemeClr val="accent5">
              <a:lumMod val="1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MECÂNICA</a:t>
            </a:r>
          </a:p>
        </p:txBody>
      </p:sp>
      <p:sp>
        <p:nvSpPr>
          <p:cNvPr id="10" name="Retângulo 9">
            <a:extLst>
              <a:ext uri="{FF2B5EF4-FFF2-40B4-BE49-F238E27FC236}">
                <a16:creationId xmlns:a16="http://schemas.microsoft.com/office/drawing/2014/main" id="{6CB08043-A7E9-4C72-AEAE-6B31C0E6D307}"/>
              </a:ext>
            </a:extLst>
          </p:cNvPr>
          <p:cNvSpPr/>
          <p:nvPr userDrawn="1"/>
        </p:nvSpPr>
        <p:spPr>
          <a:xfrm>
            <a:off x="678244" y="1166892"/>
            <a:ext cx="3558775" cy="4944601"/>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REGRAS DE ATIVAÇÃO</a:t>
            </a: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1" name="Retângulo 10">
            <a:extLst>
              <a:ext uri="{FF2B5EF4-FFF2-40B4-BE49-F238E27FC236}">
                <a16:creationId xmlns:a16="http://schemas.microsoft.com/office/drawing/2014/main" id="{81E022AC-3894-42D8-A0B8-DACF7CE69CCA}"/>
              </a:ext>
            </a:extLst>
          </p:cNvPr>
          <p:cNvSpPr/>
          <p:nvPr userDrawn="1"/>
        </p:nvSpPr>
        <p:spPr>
          <a:xfrm>
            <a:off x="4288811" y="4488872"/>
            <a:ext cx="4994743" cy="1623591"/>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CANCELAMENTO</a:t>
            </a:r>
          </a:p>
        </p:txBody>
      </p:sp>
      <p:sp>
        <p:nvSpPr>
          <p:cNvPr id="12" name="Retângulo 11">
            <a:extLst>
              <a:ext uri="{FF2B5EF4-FFF2-40B4-BE49-F238E27FC236}">
                <a16:creationId xmlns:a16="http://schemas.microsoft.com/office/drawing/2014/main" id="{9CE6DB51-AD0F-42FF-AE36-6D2AE09B884B}"/>
              </a:ext>
            </a:extLst>
          </p:cNvPr>
          <p:cNvSpPr/>
          <p:nvPr userDrawn="1"/>
        </p:nvSpPr>
        <p:spPr>
          <a:xfrm>
            <a:off x="4288811" y="1166892"/>
            <a:ext cx="4989125" cy="325352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MANUTENÇÃO</a:t>
            </a:r>
          </a:p>
        </p:txBody>
      </p:sp>
      <p:sp>
        <p:nvSpPr>
          <p:cNvPr id="35" name="Retângulo 34">
            <a:extLst>
              <a:ext uri="{FF2B5EF4-FFF2-40B4-BE49-F238E27FC236}">
                <a16:creationId xmlns:a16="http://schemas.microsoft.com/office/drawing/2014/main" id="{9C83FDCC-A046-4B83-BC95-72EF7415B618}"/>
              </a:ext>
            </a:extLst>
          </p:cNvPr>
          <p:cNvSpPr/>
          <p:nvPr userDrawn="1"/>
        </p:nvSpPr>
        <p:spPr>
          <a:xfrm>
            <a:off x="3517578" y="870157"/>
            <a:ext cx="1350331" cy="2955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bg1"/>
                </a:solidFill>
                <a:latin typeface="Arial Narrow" panose="020B0606020202030204" pitchFamily="34" charset="0"/>
              </a:rPr>
              <a:t>CONCEITOS GERAIS</a:t>
            </a:r>
          </a:p>
        </p:txBody>
      </p:sp>
      <p:pic>
        <p:nvPicPr>
          <p:cNvPr id="16" name="Immagine 7" descr="secondario_rgb.png">
            <a:extLst>
              <a:ext uri="{FF2B5EF4-FFF2-40B4-BE49-F238E27FC236}">
                <a16:creationId xmlns:a16="http://schemas.microsoft.com/office/drawing/2014/main" id="{70752A57-0946-4B7D-8581-ADD3297EDD1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
        <p:nvSpPr>
          <p:cNvPr id="6" name="Retângulo 5">
            <a:extLst>
              <a:ext uri="{FF2B5EF4-FFF2-40B4-BE49-F238E27FC236}">
                <a16:creationId xmlns:a16="http://schemas.microsoft.com/office/drawing/2014/main" id="{CC659F5E-1811-4846-A645-214C25E23E62}"/>
              </a:ext>
            </a:extLst>
          </p:cNvPr>
          <p:cNvSpPr/>
          <p:nvPr userDrawn="1"/>
        </p:nvSpPr>
        <p:spPr>
          <a:xfrm>
            <a:off x="9329727" y="1165669"/>
            <a:ext cx="2566364" cy="194938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CONVIVÊNCIA</a:t>
            </a:r>
          </a:p>
        </p:txBody>
      </p:sp>
      <p:sp>
        <p:nvSpPr>
          <p:cNvPr id="7" name="Retângulo 6">
            <a:extLst>
              <a:ext uri="{FF2B5EF4-FFF2-40B4-BE49-F238E27FC236}">
                <a16:creationId xmlns:a16="http://schemas.microsoft.com/office/drawing/2014/main" id="{D3C7068B-C84F-4758-BF2D-1942CEC7F583}"/>
              </a:ext>
            </a:extLst>
          </p:cNvPr>
          <p:cNvSpPr/>
          <p:nvPr userDrawn="1"/>
        </p:nvSpPr>
        <p:spPr>
          <a:xfrm>
            <a:off x="9329727" y="3195431"/>
            <a:ext cx="2566364" cy="292212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CONVIVÊNCIA – ORDEM DE CONSUMO*</a:t>
            </a:r>
          </a:p>
        </p:txBody>
      </p:sp>
      <p:sp>
        <p:nvSpPr>
          <p:cNvPr id="8" name="Retângulo 7">
            <a:extLst>
              <a:ext uri="{FF2B5EF4-FFF2-40B4-BE49-F238E27FC236}">
                <a16:creationId xmlns:a16="http://schemas.microsoft.com/office/drawing/2014/main" id="{869B7BAD-5CC5-46CD-8EDB-F6A0BC2F7202}"/>
              </a:ext>
            </a:extLst>
          </p:cNvPr>
          <p:cNvSpPr/>
          <p:nvPr userDrawn="1"/>
        </p:nvSpPr>
        <p:spPr>
          <a:xfrm>
            <a:off x="10108791" y="873811"/>
            <a:ext cx="1008236" cy="291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bg1"/>
                </a:solidFill>
                <a:latin typeface="Arial Narrow" panose="020B0606020202030204" pitchFamily="34" charset="0"/>
              </a:rPr>
              <a:t>CONVIVÊNCIA</a:t>
            </a:r>
          </a:p>
        </p:txBody>
      </p:sp>
      <p:sp>
        <p:nvSpPr>
          <p:cNvPr id="30" name="Espaço Reservado para Texto 46">
            <a:extLst>
              <a:ext uri="{FF2B5EF4-FFF2-40B4-BE49-F238E27FC236}">
                <a16:creationId xmlns:a16="http://schemas.microsoft.com/office/drawing/2014/main" id="{3F752F64-392B-4065-9D24-21848DD3F654}"/>
              </a:ext>
            </a:extLst>
          </p:cNvPr>
          <p:cNvSpPr>
            <a:spLocks noGrp="1"/>
          </p:cNvSpPr>
          <p:nvPr>
            <p:ph type="body" sz="quarter" idx="21" hasCustomPrompt="1"/>
          </p:nvPr>
        </p:nvSpPr>
        <p:spPr>
          <a:xfrm>
            <a:off x="678244" y="1369559"/>
            <a:ext cx="3512603" cy="4699174"/>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Descrever as regras para que o produto seja ativado.</a:t>
            </a:r>
          </a:p>
        </p:txBody>
      </p:sp>
      <p:sp>
        <p:nvSpPr>
          <p:cNvPr id="33" name="Espaço Reservado para Texto 46">
            <a:extLst>
              <a:ext uri="{FF2B5EF4-FFF2-40B4-BE49-F238E27FC236}">
                <a16:creationId xmlns:a16="http://schemas.microsoft.com/office/drawing/2014/main" id="{607CE9FF-4BC3-49DE-BC02-19A0EDD5542F}"/>
              </a:ext>
            </a:extLst>
          </p:cNvPr>
          <p:cNvSpPr>
            <a:spLocks noGrp="1"/>
          </p:cNvSpPr>
          <p:nvPr>
            <p:ph type="body" sz="quarter" idx="30" hasCustomPrompt="1"/>
          </p:nvPr>
        </p:nvSpPr>
        <p:spPr>
          <a:xfrm>
            <a:off x="4290668" y="1369558"/>
            <a:ext cx="4987268" cy="3050853"/>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Descrever as condições necessárias à manutenção do produto.</a:t>
            </a:r>
          </a:p>
        </p:txBody>
      </p:sp>
      <p:sp>
        <p:nvSpPr>
          <p:cNvPr id="34" name="Espaço Reservado para Texto 46">
            <a:extLst>
              <a:ext uri="{FF2B5EF4-FFF2-40B4-BE49-F238E27FC236}">
                <a16:creationId xmlns:a16="http://schemas.microsoft.com/office/drawing/2014/main" id="{BCC8A09D-E9D5-4523-8831-D69FD9E853DC}"/>
              </a:ext>
            </a:extLst>
          </p:cNvPr>
          <p:cNvSpPr>
            <a:spLocks noGrp="1"/>
          </p:cNvSpPr>
          <p:nvPr>
            <p:ph type="body" sz="quarter" idx="31" hasCustomPrompt="1"/>
          </p:nvPr>
        </p:nvSpPr>
        <p:spPr>
          <a:xfrm>
            <a:off x="4290668" y="4655126"/>
            <a:ext cx="4987268" cy="1456365"/>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Descrever o processo para que o produto seja cancelado.</a:t>
            </a:r>
          </a:p>
        </p:txBody>
      </p:sp>
      <p:sp>
        <p:nvSpPr>
          <p:cNvPr id="36" name="Espaço Reservado para Texto 46">
            <a:extLst>
              <a:ext uri="{FF2B5EF4-FFF2-40B4-BE49-F238E27FC236}">
                <a16:creationId xmlns:a16="http://schemas.microsoft.com/office/drawing/2014/main" id="{AC306500-8801-4D19-BBA0-0327708881DB}"/>
              </a:ext>
            </a:extLst>
          </p:cNvPr>
          <p:cNvSpPr>
            <a:spLocks noGrp="1"/>
          </p:cNvSpPr>
          <p:nvPr>
            <p:ph type="body" sz="quarter" idx="34" hasCustomPrompt="1"/>
          </p:nvPr>
        </p:nvSpPr>
        <p:spPr>
          <a:xfrm>
            <a:off x="9329728" y="1389153"/>
            <a:ext cx="2566364" cy="1725895"/>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a:t>
            </a:r>
          </a:p>
        </p:txBody>
      </p:sp>
      <p:sp>
        <p:nvSpPr>
          <p:cNvPr id="38" name="Espaço Reservado para Texto 46">
            <a:extLst>
              <a:ext uri="{FF2B5EF4-FFF2-40B4-BE49-F238E27FC236}">
                <a16:creationId xmlns:a16="http://schemas.microsoft.com/office/drawing/2014/main" id="{0C579BE2-208D-4F8A-ACBC-60A3F6B652FC}"/>
              </a:ext>
            </a:extLst>
          </p:cNvPr>
          <p:cNvSpPr>
            <a:spLocks noGrp="1"/>
          </p:cNvSpPr>
          <p:nvPr>
            <p:ph type="body" sz="quarter" idx="35" hasCustomPrompt="1"/>
          </p:nvPr>
        </p:nvSpPr>
        <p:spPr>
          <a:xfrm>
            <a:off x="9359555" y="3429000"/>
            <a:ext cx="2536535" cy="2682492"/>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Em caso de convivência, detalhar a ordem de consumo dos produtos listados.</a:t>
            </a:r>
          </a:p>
        </p:txBody>
      </p:sp>
      <p:sp>
        <p:nvSpPr>
          <p:cNvPr id="14" name="Triângulo Retângulo 13">
            <a:extLst>
              <a:ext uri="{FF2B5EF4-FFF2-40B4-BE49-F238E27FC236}">
                <a16:creationId xmlns:a16="http://schemas.microsoft.com/office/drawing/2014/main" id="{BB0C667A-14CD-44C3-BC38-74FCDA828BB3}"/>
              </a:ext>
            </a:extLst>
          </p:cNvPr>
          <p:cNvSpPr/>
          <p:nvPr userDrawn="1"/>
        </p:nvSpPr>
        <p:spPr>
          <a:xfrm rot="5400000">
            <a:off x="0" y="0"/>
            <a:ext cx="540000" cy="540000"/>
          </a:xfrm>
          <a:prstGeom prst="r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pt-BR"/>
          </a:p>
        </p:txBody>
      </p:sp>
      <p:sp>
        <p:nvSpPr>
          <p:cNvPr id="15" name="Retângulo: Cantos Arredondados 14">
            <a:extLst>
              <a:ext uri="{FF2B5EF4-FFF2-40B4-BE49-F238E27FC236}">
                <a16:creationId xmlns:a16="http://schemas.microsoft.com/office/drawing/2014/main" id="{CE5E6DFE-7F09-4C62-AA26-4ECE9A5E1C9A}"/>
              </a:ext>
            </a:extLst>
          </p:cNvPr>
          <p:cNvSpPr/>
          <p:nvPr userDrawn="1"/>
        </p:nvSpPr>
        <p:spPr>
          <a:xfrm>
            <a:off x="669391" y="179801"/>
            <a:ext cx="391567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JORNADA - Mecânica</a:t>
            </a:r>
          </a:p>
        </p:txBody>
      </p:sp>
    </p:spTree>
    <p:extLst>
      <p:ext uri="{BB962C8B-B14F-4D97-AF65-F5344CB8AC3E}">
        <p14:creationId xmlns:p14="http://schemas.microsoft.com/office/powerpoint/2010/main" val="390336537"/>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 - MECÂNICA">
    <p:spTree>
      <p:nvGrpSpPr>
        <p:cNvPr id="1" name=""/>
        <p:cNvGrpSpPr/>
        <p:nvPr/>
      </p:nvGrpSpPr>
      <p:grpSpPr>
        <a:xfrm>
          <a:off x="0" y="0"/>
          <a:ext cx="0" cy="0"/>
          <a:chOff x="0" y="0"/>
          <a:chExt cx="0" cy="0"/>
        </a:xfrm>
      </p:grpSpPr>
      <p:sp>
        <p:nvSpPr>
          <p:cNvPr id="18" name="Retângulo 17">
            <a:extLst>
              <a:ext uri="{FF2B5EF4-FFF2-40B4-BE49-F238E27FC236}">
                <a16:creationId xmlns:a16="http://schemas.microsoft.com/office/drawing/2014/main" id="{DEB39DEF-8787-4D58-A392-6442B9BC087F}"/>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9" name="Retângulo: Cantos Superiores Arredondados 8">
            <a:extLst>
              <a:ext uri="{FF2B5EF4-FFF2-40B4-BE49-F238E27FC236}">
                <a16:creationId xmlns:a16="http://schemas.microsoft.com/office/drawing/2014/main" id="{4749333B-E6F0-4FDE-BB4F-308BE95F7B22}"/>
              </a:ext>
            </a:extLst>
          </p:cNvPr>
          <p:cNvSpPr/>
          <p:nvPr userDrawn="1"/>
        </p:nvSpPr>
        <p:spPr>
          <a:xfrm rot="16200000">
            <a:off x="3306353" y="-2326750"/>
            <a:ext cx="5571685" cy="11803720"/>
          </a:xfrm>
          <a:prstGeom prst="round2SameRect">
            <a:avLst>
              <a:gd name="adj1" fmla="val 5299"/>
              <a:gd name="adj2" fmla="val 0"/>
            </a:avLst>
          </a:prstGeom>
          <a:solidFill>
            <a:schemeClr val="accent5">
              <a:lumMod val="1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MECÂNICA</a:t>
            </a: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4" name="Retângulo 13">
            <a:extLst>
              <a:ext uri="{FF2B5EF4-FFF2-40B4-BE49-F238E27FC236}">
                <a16:creationId xmlns:a16="http://schemas.microsoft.com/office/drawing/2014/main" id="{07507D49-513C-44AB-9D4A-0E2B0DA6E53F}"/>
              </a:ext>
            </a:extLst>
          </p:cNvPr>
          <p:cNvSpPr/>
          <p:nvPr userDrawn="1"/>
        </p:nvSpPr>
        <p:spPr>
          <a:xfrm>
            <a:off x="661010" y="5201969"/>
            <a:ext cx="2048546" cy="92577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TAXA DE ADESÃO</a:t>
            </a:r>
          </a:p>
        </p:txBody>
      </p:sp>
      <p:sp>
        <p:nvSpPr>
          <p:cNvPr id="17" name="Retângulo 16">
            <a:extLst>
              <a:ext uri="{FF2B5EF4-FFF2-40B4-BE49-F238E27FC236}">
                <a16:creationId xmlns:a16="http://schemas.microsoft.com/office/drawing/2014/main" id="{50F1521F-1B73-4555-AEC1-14CA38940E78}"/>
              </a:ext>
            </a:extLst>
          </p:cNvPr>
          <p:cNvSpPr/>
          <p:nvPr userDrawn="1"/>
        </p:nvSpPr>
        <p:spPr>
          <a:xfrm>
            <a:off x="671251" y="1199563"/>
            <a:ext cx="2038305" cy="393239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TARIFAS &amp; VALORES</a:t>
            </a:r>
          </a:p>
        </p:txBody>
      </p:sp>
      <p:sp>
        <p:nvSpPr>
          <p:cNvPr id="27" name="Retângulo 26">
            <a:extLst>
              <a:ext uri="{FF2B5EF4-FFF2-40B4-BE49-F238E27FC236}">
                <a16:creationId xmlns:a16="http://schemas.microsoft.com/office/drawing/2014/main" id="{C3CC7475-4911-40BB-AE01-AFD4B7DC33EE}"/>
              </a:ext>
            </a:extLst>
          </p:cNvPr>
          <p:cNvSpPr/>
          <p:nvPr userDrawn="1"/>
        </p:nvSpPr>
        <p:spPr>
          <a:xfrm>
            <a:off x="8401127" y="1203615"/>
            <a:ext cx="3484636" cy="195918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COMPORTAMENTO EM ROAMING</a:t>
            </a:r>
          </a:p>
        </p:txBody>
      </p:sp>
      <p:sp>
        <p:nvSpPr>
          <p:cNvPr id="29" name="Retângulo 28">
            <a:extLst>
              <a:ext uri="{FF2B5EF4-FFF2-40B4-BE49-F238E27FC236}">
                <a16:creationId xmlns:a16="http://schemas.microsoft.com/office/drawing/2014/main" id="{4B2984FD-09A2-4E60-A76F-1ACE11B9FD1E}"/>
              </a:ext>
            </a:extLst>
          </p:cNvPr>
          <p:cNvSpPr/>
          <p:nvPr userDrawn="1"/>
        </p:nvSpPr>
        <p:spPr>
          <a:xfrm>
            <a:off x="8404192" y="5194606"/>
            <a:ext cx="3489646" cy="932337"/>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HIERARQUIA DE PACOTES/PLANOS</a:t>
            </a:r>
          </a:p>
        </p:txBody>
      </p:sp>
      <p:sp>
        <p:nvSpPr>
          <p:cNvPr id="31" name="Retângulo 30">
            <a:extLst>
              <a:ext uri="{FF2B5EF4-FFF2-40B4-BE49-F238E27FC236}">
                <a16:creationId xmlns:a16="http://schemas.microsoft.com/office/drawing/2014/main" id="{6542E901-D7E0-4E02-90D2-BE3AE1D278FC}"/>
              </a:ext>
            </a:extLst>
          </p:cNvPr>
          <p:cNvSpPr/>
          <p:nvPr userDrawn="1"/>
        </p:nvSpPr>
        <p:spPr>
          <a:xfrm>
            <a:off x="8401127" y="3224935"/>
            <a:ext cx="3484636" cy="1907018"/>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SAFRA &amp; ENTRESSAFRA</a:t>
            </a:r>
          </a:p>
        </p:txBody>
      </p:sp>
      <p:sp>
        <p:nvSpPr>
          <p:cNvPr id="35" name="Retângulo 34">
            <a:extLst>
              <a:ext uri="{FF2B5EF4-FFF2-40B4-BE49-F238E27FC236}">
                <a16:creationId xmlns:a16="http://schemas.microsoft.com/office/drawing/2014/main" id="{9C83FDCC-A046-4B83-BC95-72EF7415B618}"/>
              </a:ext>
            </a:extLst>
          </p:cNvPr>
          <p:cNvSpPr/>
          <p:nvPr userDrawn="1"/>
        </p:nvSpPr>
        <p:spPr>
          <a:xfrm>
            <a:off x="3548391" y="879074"/>
            <a:ext cx="2385942" cy="2215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bg1"/>
                </a:solidFill>
                <a:latin typeface="Arial Narrow" panose="020B0606020202030204" pitchFamily="34" charset="0"/>
              </a:rPr>
              <a:t>CONCEITOS FINANCEIROS E DE USO</a:t>
            </a:r>
          </a:p>
        </p:txBody>
      </p:sp>
      <p:sp>
        <p:nvSpPr>
          <p:cNvPr id="37" name="Retângulo 36">
            <a:extLst>
              <a:ext uri="{FF2B5EF4-FFF2-40B4-BE49-F238E27FC236}">
                <a16:creationId xmlns:a16="http://schemas.microsoft.com/office/drawing/2014/main" id="{FE45A8AD-BC01-47CE-B423-7E52D6038CB8}"/>
              </a:ext>
            </a:extLst>
          </p:cNvPr>
          <p:cNvSpPr/>
          <p:nvPr userDrawn="1"/>
        </p:nvSpPr>
        <p:spPr>
          <a:xfrm>
            <a:off x="1012529" y="381170"/>
            <a:ext cx="1633940" cy="3277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bg1"/>
                </a:solidFill>
                <a:latin typeface="Arial Narrow" panose="020B0606020202030204" pitchFamily="34" charset="0"/>
              </a:rPr>
              <a:t>CONCEITOS FINACEIROS</a:t>
            </a:r>
          </a:p>
        </p:txBody>
      </p:sp>
      <p:sp>
        <p:nvSpPr>
          <p:cNvPr id="41" name="Retângulo 40">
            <a:extLst>
              <a:ext uri="{FF2B5EF4-FFF2-40B4-BE49-F238E27FC236}">
                <a16:creationId xmlns:a16="http://schemas.microsoft.com/office/drawing/2014/main" id="{418FAA32-D8C1-4A1F-846F-65F74E8481A0}"/>
              </a:ext>
            </a:extLst>
          </p:cNvPr>
          <p:cNvSpPr/>
          <p:nvPr userDrawn="1"/>
        </p:nvSpPr>
        <p:spPr>
          <a:xfrm>
            <a:off x="9531394" y="863585"/>
            <a:ext cx="1239749" cy="2955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bg1"/>
                </a:solidFill>
                <a:latin typeface="Arial Narrow" panose="020B0606020202030204" pitchFamily="34" charset="0"/>
              </a:rPr>
              <a:t>FUNCIONAMENTO</a:t>
            </a:r>
          </a:p>
        </p:txBody>
      </p:sp>
      <p:sp>
        <p:nvSpPr>
          <p:cNvPr id="13" name="Retângulo: Cantos Arredondados 12">
            <a:extLst>
              <a:ext uri="{FF2B5EF4-FFF2-40B4-BE49-F238E27FC236}">
                <a16:creationId xmlns:a16="http://schemas.microsoft.com/office/drawing/2014/main" id="{48580348-3410-42F0-81C8-D3F1409436EE}"/>
              </a:ext>
            </a:extLst>
          </p:cNvPr>
          <p:cNvSpPr/>
          <p:nvPr userDrawn="1"/>
        </p:nvSpPr>
        <p:spPr>
          <a:xfrm>
            <a:off x="669391" y="179801"/>
            <a:ext cx="526494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MECÂNICA (Cont.)</a:t>
            </a:r>
          </a:p>
        </p:txBody>
      </p:sp>
      <p:pic>
        <p:nvPicPr>
          <p:cNvPr id="16" name="Immagine 7" descr="secondario_rgb.png">
            <a:extLst>
              <a:ext uri="{FF2B5EF4-FFF2-40B4-BE49-F238E27FC236}">
                <a16:creationId xmlns:a16="http://schemas.microsoft.com/office/drawing/2014/main" id="{70752A57-0946-4B7D-8581-ADD3297EDD1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
        <p:nvSpPr>
          <p:cNvPr id="7" name="Retângulo 6">
            <a:extLst>
              <a:ext uri="{FF2B5EF4-FFF2-40B4-BE49-F238E27FC236}">
                <a16:creationId xmlns:a16="http://schemas.microsoft.com/office/drawing/2014/main" id="{26B4D6B0-15E0-40A8-9F27-9D275CDD8F9D}"/>
              </a:ext>
            </a:extLst>
          </p:cNvPr>
          <p:cNvSpPr/>
          <p:nvPr userDrawn="1"/>
        </p:nvSpPr>
        <p:spPr>
          <a:xfrm>
            <a:off x="2772470" y="1199563"/>
            <a:ext cx="3523370" cy="244685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REGRAS DE TARIFAÇÃO</a:t>
            </a:r>
          </a:p>
        </p:txBody>
      </p:sp>
      <p:sp>
        <p:nvSpPr>
          <p:cNvPr id="8" name="Retângulo 7">
            <a:extLst>
              <a:ext uri="{FF2B5EF4-FFF2-40B4-BE49-F238E27FC236}">
                <a16:creationId xmlns:a16="http://schemas.microsoft.com/office/drawing/2014/main" id="{846CE85F-DF49-47AA-8E8C-81341026C8BF}"/>
              </a:ext>
            </a:extLst>
          </p:cNvPr>
          <p:cNvSpPr/>
          <p:nvPr userDrawn="1"/>
        </p:nvSpPr>
        <p:spPr>
          <a:xfrm>
            <a:off x="2758821" y="5201969"/>
            <a:ext cx="5565745" cy="932293"/>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DADOS QUANTITATIVOS/VOLUMETRIA</a:t>
            </a:r>
          </a:p>
        </p:txBody>
      </p:sp>
      <p:sp>
        <p:nvSpPr>
          <p:cNvPr id="15" name="Retângulo 14">
            <a:extLst>
              <a:ext uri="{FF2B5EF4-FFF2-40B4-BE49-F238E27FC236}">
                <a16:creationId xmlns:a16="http://schemas.microsoft.com/office/drawing/2014/main" id="{2FC59CFD-9D30-4521-B00C-809BA3A5AD56}"/>
              </a:ext>
            </a:extLst>
          </p:cNvPr>
          <p:cNvSpPr/>
          <p:nvPr userDrawn="1"/>
        </p:nvSpPr>
        <p:spPr>
          <a:xfrm>
            <a:off x="2754897" y="3708359"/>
            <a:ext cx="5565745" cy="142515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REGRAS DE REDUÇÃO DE VELOCIDADE E BLOQUEIO</a:t>
            </a:r>
          </a:p>
        </p:txBody>
      </p:sp>
      <p:sp>
        <p:nvSpPr>
          <p:cNvPr id="42" name="Espaço Reservado para Texto 46">
            <a:extLst>
              <a:ext uri="{FF2B5EF4-FFF2-40B4-BE49-F238E27FC236}">
                <a16:creationId xmlns:a16="http://schemas.microsoft.com/office/drawing/2014/main" id="{D8A1C35D-58C7-456E-9978-5AA6A2AF96AF}"/>
              </a:ext>
            </a:extLst>
          </p:cNvPr>
          <p:cNvSpPr>
            <a:spLocks noGrp="1"/>
          </p:cNvSpPr>
          <p:nvPr>
            <p:ph type="body" sz="quarter" idx="33" hasCustomPrompt="1"/>
          </p:nvPr>
        </p:nvSpPr>
        <p:spPr>
          <a:xfrm>
            <a:off x="677804" y="1363381"/>
            <a:ext cx="1996701" cy="3831226"/>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Detalhar todos os valores do produto/serviço. Caso necessário use o slide de anexos.</a:t>
            </a:r>
          </a:p>
        </p:txBody>
      </p:sp>
      <p:sp>
        <p:nvSpPr>
          <p:cNvPr id="43" name="Espaço Reservado para Texto 46">
            <a:extLst>
              <a:ext uri="{FF2B5EF4-FFF2-40B4-BE49-F238E27FC236}">
                <a16:creationId xmlns:a16="http://schemas.microsoft.com/office/drawing/2014/main" id="{73FABD2E-ED26-46C5-8822-08DED30AA31D}"/>
              </a:ext>
            </a:extLst>
          </p:cNvPr>
          <p:cNvSpPr>
            <a:spLocks noGrp="1"/>
          </p:cNvSpPr>
          <p:nvPr>
            <p:ph type="body" sz="quarter" idx="32" hasCustomPrompt="1"/>
          </p:nvPr>
        </p:nvSpPr>
        <p:spPr>
          <a:xfrm>
            <a:off x="648986" y="5355438"/>
            <a:ext cx="1985491" cy="713296"/>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valor da taxa de adesão, quando aplicável.</a:t>
            </a:r>
          </a:p>
        </p:txBody>
      </p:sp>
      <p:sp>
        <p:nvSpPr>
          <p:cNvPr id="54" name="Espaço Reservado para Texto 46">
            <a:extLst>
              <a:ext uri="{FF2B5EF4-FFF2-40B4-BE49-F238E27FC236}">
                <a16:creationId xmlns:a16="http://schemas.microsoft.com/office/drawing/2014/main" id="{0586A871-851A-4B55-85FA-5CEA0BD27D02}"/>
              </a:ext>
            </a:extLst>
          </p:cNvPr>
          <p:cNvSpPr>
            <a:spLocks noGrp="1"/>
          </p:cNvSpPr>
          <p:nvPr>
            <p:ph type="body" sz="quarter" idx="21" hasCustomPrompt="1"/>
          </p:nvPr>
        </p:nvSpPr>
        <p:spPr>
          <a:xfrm>
            <a:off x="2777788" y="1369116"/>
            <a:ext cx="3518051" cy="2240332"/>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Split Call, Late Call, Utilização para clientes sem saldo/crédito. Informar se a tarifação irá ocorrer no uso ou na ativação Regras para inadimplentes (apenas produtos Controle): Indicar se será possível para clientes inadimplentes continuar utilizando o benefício e quais serão as tarifas a serem praticadas neste cenário.</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Tráfego Zero Rating: Indicar as URLs e plugins cujo tráfego não será tarifado.</a:t>
            </a:r>
          </a:p>
        </p:txBody>
      </p:sp>
      <p:sp>
        <p:nvSpPr>
          <p:cNvPr id="55" name="Espaço Reservado para Texto 46">
            <a:extLst>
              <a:ext uri="{FF2B5EF4-FFF2-40B4-BE49-F238E27FC236}">
                <a16:creationId xmlns:a16="http://schemas.microsoft.com/office/drawing/2014/main" id="{D3DDAAFB-2B36-4D01-AC97-BF40DBAE4E0C}"/>
              </a:ext>
            </a:extLst>
          </p:cNvPr>
          <p:cNvSpPr>
            <a:spLocks noGrp="1"/>
          </p:cNvSpPr>
          <p:nvPr>
            <p:ph type="body" sz="quarter" idx="31" hasCustomPrompt="1"/>
          </p:nvPr>
        </p:nvSpPr>
        <p:spPr>
          <a:xfrm>
            <a:off x="2747747" y="5385364"/>
            <a:ext cx="5535704" cy="741580"/>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Volumetria está prevista no Budget? </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Se sim, tráfego está alinhado com o Forecast? Se não, volumetria por DDD, incluindo tráfego.</a:t>
            </a:r>
          </a:p>
        </p:txBody>
      </p:sp>
      <p:sp>
        <p:nvSpPr>
          <p:cNvPr id="56" name="Espaço Reservado para Texto 46">
            <a:extLst>
              <a:ext uri="{FF2B5EF4-FFF2-40B4-BE49-F238E27FC236}">
                <a16:creationId xmlns:a16="http://schemas.microsoft.com/office/drawing/2014/main" id="{2AFB3C10-1F7A-43D8-A5EA-64615D312344}"/>
              </a:ext>
            </a:extLst>
          </p:cNvPr>
          <p:cNvSpPr>
            <a:spLocks noGrp="1"/>
          </p:cNvSpPr>
          <p:nvPr>
            <p:ph type="body" sz="quarter" idx="34" hasCustomPrompt="1"/>
          </p:nvPr>
        </p:nvSpPr>
        <p:spPr>
          <a:xfrm>
            <a:off x="2747747" y="3866616"/>
            <a:ext cx="5535704" cy="1204596"/>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comportamento após consumo total da franquia de dados. Em caso de redução, indicar velocidade a ser configurada.</a:t>
            </a:r>
          </a:p>
        </p:txBody>
      </p:sp>
      <p:sp>
        <p:nvSpPr>
          <p:cNvPr id="57" name="Espaço Reservado para Texto 46">
            <a:extLst>
              <a:ext uri="{FF2B5EF4-FFF2-40B4-BE49-F238E27FC236}">
                <a16:creationId xmlns:a16="http://schemas.microsoft.com/office/drawing/2014/main" id="{679EF277-C9AD-4226-9D1D-9A17D1CFBC92}"/>
              </a:ext>
            </a:extLst>
          </p:cNvPr>
          <p:cNvSpPr>
            <a:spLocks noGrp="1"/>
          </p:cNvSpPr>
          <p:nvPr>
            <p:ph type="body" sz="quarter" idx="36" hasCustomPrompt="1"/>
          </p:nvPr>
        </p:nvSpPr>
        <p:spPr>
          <a:xfrm>
            <a:off x="8409202" y="5385364"/>
            <a:ext cx="3484636" cy="735256"/>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a posição do produto na hierarquia do portfólio. A partir desta informação TI poderá configurar corretamente as regras de upgrade e downgrade. Informações de hirarquia use o slide de anexos.</a:t>
            </a:r>
          </a:p>
        </p:txBody>
      </p:sp>
      <p:sp>
        <p:nvSpPr>
          <p:cNvPr id="58" name="Espaço Reservado para Texto 46">
            <a:extLst>
              <a:ext uri="{FF2B5EF4-FFF2-40B4-BE49-F238E27FC236}">
                <a16:creationId xmlns:a16="http://schemas.microsoft.com/office/drawing/2014/main" id="{23CDF781-6859-4A2B-ACCD-FA2B67B88836}"/>
              </a:ext>
            </a:extLst>
          </p:cNvPr>
          <p:cNvSpPr>
            <a:spLocks noGrp="1"/>
          </p:cNvSpPr>
          <p:nvPr>
            <p:ph type="body" sz="quarter" idx="37" hasCustomPrompt="1"/>
          </p:nvPr>
        </p:nvSpPr>
        <p:spPr>
          <a:xfrm>
            <a:off x="8401127" y="1406651"/>
            <a:ext cx="3484636" cy="1686819"/>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tarifas e comportamento do produto em cenários de roaming.</a:t>
            </a:r>
          </a:p>
        </p:txBody>
      </p:sp>
      <p:sp>
        <p:nvSpPr>
          <p:cNvPr id="59" name="Espaço Reservado para Texto 46">
            <a:extLst>
              <a:ext uri="{FF2B5EF4-FFF2-40B4-BE49-F238E27FC236}">
                <a16:creationId xmlns:a16="http://schemas.microsoft.com/office/drawing/2014/main" id="{EE2B2B32-0ECC-4056-B43C-78A6C26B8946}"/>
              </a:ext>
            </a:extLst>
          </p:cNvPr>
          <p:cNvSpPr>
            <a:spLocks noGrp="1"/>
          </p:cNvSpPr>
          <p:nvPr>
            <p:ph type="body" sz="quarter" idx="38" hasCustomPrompt="1"/>
          </p:nvPr>
        </p:nvSpPr>
        <p:spPr>
          <a:xfrm>
            <a:off x="8406840" y="3386284"/>
            <a:ext cx="3478923" cy="1599819"/>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Detalhar comportamento do MSE.</a:t>
            </a:r>
          </a:p>
        </p:txBody>
      </p:sp>
      <p:sp>
        <p:nvSpPr>
          <p:cNvPr id="62" name="Retângulo 61">
            <a:extLst>
              <a:ext uri="{FF2B5EF4-FFF2-40B4-BE49-F238E27FC236}">
                <a16:creationId xmlns:a16="http://schemas.microsoft.com/office/drawing/2014/main" id="{27111F7E-BF9E-4249-9271-1A9938B41421}"/>
              </a:ext>
            </a:extLst>
          </p:cNvPr>
          <p:cNvSpPr/>
          <p:nvPr userDrawn="1"/>
        </p:nvSpPr>
        <p:spPr>
          <a:xfrm>
            <a:off x="6338421" y="1204022"/>
            <a:ext cx="1982222" cy="244239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RATEIO DA RECEITA *</a:t>
            </a:r>
          </a:p>
        </p:txBody>
      </p:sp>
      <p:sp>
        <p:nvSpPr>
          <p:cNvPr id="63" name="Espaço Reservado para Texto 46">
            <a:extLst>
              <a:ext uri="{FF2B5EF4-FFF2-40B4-BE49-F238E27FC236}">
                <a16:creationId xmlns:a16="http://schemas.microsoft.com/office/drawing/2014/main" id="{5748868E-EE1A-4998-B358-38D3E468360C}"/>
              </a:ext>
            </a:extLst>
          </p:cNvPr>
          <p:cNvSpPr>
            <a:spLocks noGrp="1"/>
          </p:cNvSpPr>
          <p:nvPr>
            <p:ph type="body" sz="quarter" idx="39" hasCustomPrompt="1"/>
          </p:nvPr>
        </p:nvSpPr>
        <p:spPr>
          <a:xfrm>
            <a:off x="6344974" y="1367840"/>
            <a:ext cx="1955946" cy="2241608"/>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Rateio de receita do projeto. Caso necessário insira a planilha rateio de receita no slide de anexos.</a:t>
            </a:r>
          </a:p>
        </p:txBody>
      </p:sp>
      <p:sp>
        <p:nvSpPr>
          <p:cNvPr id="6" name="Triângulo Retângulo 5">
            <a:extLst>
              <a:ext uri="{FF2B5EF4-FFF2-40B4-BE49-F238E27FC236}">
                <a16:creationId xmlns:a16="http://schemas.microsoft.com/office/drawing/2014/main" id="{4E9E8C32-F82E-407B-96D8-4F41FE35E469}"/>
              </a:ext>
            </a:extLst>
          </p:cNvPr>
          <p:cNvSpPr/>
          <p:nvPr userDrawn="1"/>
        </p:nvSpPr>
        <p:spPr>
          <a:xfrm rot="5400000">
            <a:off x="0" y="0"/>
            <a:ext cx="540000" cy="540000"/>
          </a:xfrm>
          <a:prstGeom prst="r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pt-BR"/>
          </a:p>
        </p:txBody>
      </p:sp>
      <p:sp>
        <p:nvSpPr>
          <p:cNvPr id="34" name="CaixaDeTexto 33">
            <a:extLst>
              <a:ext uri="{FF2B5EF4-FFF2-40B4-BE49-F238E27FC236}">
                <a16:creationId xmlns:a16="http://schemas.microsoft.com/office/drawing/2014/main" id="{0E33B7D6-ADE0-4B30-9C98-B6DEB2986165}"/>
              </a:ext>
            </a:extLst>
          </p:cNvPr>
          <p:cNvSpPr txBox="1"/>
          <p:nvPr userDrawn="1"/>
        </p:nvSpPr>
        <p:spPr>
          <a:xfrm>
            <a:off x="651864" y="6585753"/>
            <a:ext cx="6459975" cy="261610"/>
          </a:xfrm>
          <a:prstGeom prst="rect">
            <a:avLst/>
          </a:prstGeom>
          <a:noFill/>
        </p:spPr>
        <p:txBody>
          <a:bodyPr wrap="square" lIns="0" rtlCol="0">
            <a:spAutoFit/>
          </a:bodyPr>
          <a:lstStyle/>
          <a:p>
            <a:r>
              <a:rPr lang="pt-BR" sz="1100" i="1" dirty="0">
                <a:solidFill>
                  <a:srgbClr val="0C2340">
                    <a:lumMod val="75000"/>
                    <a:lumOff val="25000"/>
                  </a:srgbClr>
                </a:solidFill>
                <a:latin typeface="Arial Narrow" panose="020B0606020202030204" pitchFamily="34" charset="0"/>
                <a:ea typeface="Times New Roman" panose="02020603050405020304" pitchFamily="18" charset="0"/>
              </a:rPr>
              <a:t>*O rateio deve respeitar a premissa fiscal de até 30%, parte não-</a:t>
            </a:r>
            <a:r>
              <a:rPr lang="pt-BR" sz="1100" i="1" dirty="0" err="1">
                <a:solidFill>
                  <a:srgbClr val="0C2340">
                    <a:lumMod val="75000"/>
                    <a:lumOff val="25000"/>
                  </a:srgbClr>
                </a:solidFill>
                <a:latin typeface="Arial Narrow" panose="020B0606020202030204" pitchFamily="34" charset="0"/>
                <a:ea typeface="Times New Roman" panose="02020603050405020304" pitchFamily="18" charset="0"/>
              </a:rPr>
              <a:t>telecom</a:t>
            </a:r>
            <a:r>
              <a:rPr lang="pt-BR" sz="1100" i="1" dirty="0">
                <a:solidFill>
                  <a:srgbClr val="0C2340">
                    <a:lumMod val="75000"/>
                    <a:lumOff val="25000"/>
                  </a:srgbClr>
                </a:solidFill>
                <a:latin typeface="Arial Narrow" panose="020B0606020202030204" pitchFamily="34" charset="0"/>
                <a:ea typeface="Times New Roman" panose="02020603050405020304" pitchFamily="18" charset="0"/>
              </a:rPr>
              <a:t>, se diferir disso está fora de conformidade.</a:t>
            </a:r>
            <a:endParaRPr lang="pt-BR" sz="1100" dirty="0">
              <a:solidFill>
                <a:srgbClr val="0C2340">
                  <a:lumMod val="75000"/>
                  <a:lumOff val="25000"/>
                </a:srgbClr>
              </a:solidFill>
              <a:latin typeface="Arial Narrow" panose="020B0606020202030204" pitchFamily="34" charset="0"/>
            </a:endParaRPr>
          </a:p>
        </p:txBody>
      </p:sp>
    </p:spTree>
    <p:extLst>
      <p:ext uri="{BB962C8B-B14F-4D97-AF65-F5344CB8AC3E}">
        <p14:creationId xmlns:p14="http://schemas.microsoft.com/office/powerpoint/2010/main" val="23635448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 - MECÂNICA E RELATÓRIOS">
    <p:spTree>
      <p:nvGrpSpPr>
        <p:cNvPr id="1" name=""/>
        <p:cNvGrpSpPr/>
        <p:nvPr/>
      </p:nvGrpSpPr>
      <p:grpSpPr>
        <a:xfrm>
          <a:off x="0" y="0"/>
          <a:ext cx="0" cy="0"/>
          <a:chOff x="0" y="0"/>
          <a:chExt cx="0" cy="0"/>
        </a:xfrm>
      </p:grpSpPr>
      <p:sp>
        <p:nvSpPr>
          <p:cNvPr id="18" name="Retângulo 17">
            <a:extLst>
              <a:ext uri="{FF2B5EF4-FFF2-40B4-BE49-F238E27FC236}">
                <a16:creationId xmlns:a16="http://schemas.microsoft.com/office/drawing/2014/main" id="{DEB39DEF-8787-4D58-A392-6442B9BC087F}"/>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9" name="Retângulo: Cantos Superiores Arredondados 8">
            <a:extLst>
              <a:ext uri="{FF2B5EF4-FFF2-40B4-BE49-F238E27FC236}">
                <a16:creationId xmlns:a16="http://schemas.microsoft.com/office/drawing/2014/main" id="{4749333B-E6F0-4FDE-BB4F-308BE95F7B22}"/>
              </a:ext>
            </a:extLst>
          </p:cNvPr>
          <p:cNvSpPr/>
          <p:nvPr userDrawn="1"/>
        </p:nvSpPr>
        <p:spPr>
          <a:xfrm rot="16200000">
            <a:off x="1313295" y="-311687"/>
            <a:ext cx="5466775" cy="7712693"/>
          </a:xfrm>
          <a:prstGeom prst="round2SameRect">
            <a:avLst>
              <a:gd name="adj1" fmla="val 5299"/>
              <a:gd name="adj2" fmla="val 0"/>
            </a:avLst>
          </a:prstGeom>
          <a:solidFill>
            <a:schemeClr val="accent5">
              <a:lumMod val="1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MECÂNICA (CONT.)</a:t>
            </a: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1" name="Retângulo 10">
            <a:extLst>
              <a:ext uri="{FF2B5EF4-FFF2-40B4-BE49-F238E27FC236}">
                <a16:creationId xmlns:a16="http://schemas.microsoft.com/office/drawing/2014/main" id="{81E022AC-3894-42D8-A0B8-DACF7CE69CCA}"/>
              </a:ext>
            </a:extLst>
          </p:cNvPr>
          <p:cNvSpPr/>
          <p:nvPr userDrawn="1"/>
        </p:nvSpPr>
        <p:spPr>
          <a:xfrm>
            <a:off x="669391" y="1195240"/>
            <a:ext cx="7037695" cy="2023793"/>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REGRAS DE PÓS-VENDA</a:t>
            </a:r>
          </a:p>
        </p:txBody>
      </p:sp>
      <p:sp>
        <p:nvSpPr>
          <p:cNvPr id="21" name="Retângulo 20">
            <a:extLst>
              <a:ext uri="{FF2B5EF4-FFF2-40B4-BE49-F238E27FC236}">
                <a16:creationId xmlns:a16="http://schemas.microsoft.com/office/drawing/2014/main" id="{8C3FD7AD-FAE2-43A2-A5EF-E5F15D0AAC20}"/>
              </a:ext>
            </a:extLst>
          </p:cNvPr>
          <p:cNvSpPr/>
          <p:nvPr userDrawn="1"/>
        </p:nvSpPr>
        <p:spPr>
          <a:xfrm>
            <a:off x="669390" y="3288283"/>
            <a:ext cx="3474720" cy="2867022"/>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COMUNICAÇÃO COM O CLIENTE</a:t>
            </a:r>
          </a:p>
        </p:txBody>
      </p:sp>
      <p:sp>
        <p:nvSpPr>
          <p:cNvPr id="29" name="Retângulo 28">
            <a:extLst>
              <a:ext uri="{FF2B5EF4-FFF2-40B4-BE49-F238E27FC236}">
                <a16:creationId xmlns:a16="http://schemas.microsoft.com/office/drawing/2014/main" id="{4B2984FD-09A2-4E60-A76F-1ACE11B9FD1E}"/>
              </a:ext>
            </a:extLst>
          </p:cNvPr>
          <p:cNvSpPr/>
          <p:nvPr userDrawn="1"/>
        </p:nvSpPr>
        <p:spPr>
          <a:xfrm>
            <a:off x="4213462" y="3288283"/>
            <a:ext cx="3493623" cy="2867022"/>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MECÂNICA DE MIGRAÇÃO MASSIVA</a:t>
            </a:r>
          </a:p>
        </p:txBody>
      </p:sp>
      <p:sp>
        <p:nvSpPr>
          <p:cNvPr id="13" name="Retângulo: Cantos Arredondados 12">
            <a:extLst>
              <a:ext uri="{FF2B5EF4-FFF2-40B4-BE49-F238E27FC236}">
                <a16:creationId xmlns:a16="http://schemas.microsoft.com/office/drawing/2014/main" id="{48580348-3410-42F0-81C8-D3F1409436EE}"/>
              </a:ext>
            </a:extLst>
          </p:cNvPr>
          <p:cNvSpPr/>
          <p:nvPr userDrawn="1"/>
        </p:nvSpPr>
        <p:spPr>
          <a:xfrm>
            <a:off x="669391" y="179801"/>
            <a:ext cx="5626448"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dirty="0">
                <a:solidFill>
                  <a:schemeClr val="tx1"/>
                </a:solidFill>
                <a:latin typeface="Arial Narrow" panose="020B0606020202030204" pitchFamily="34" charset="0"/>
              </a:rPr>
              <a:t>MECÂNICA (Cont.) &amp; RELATÓRIOS</a:t>
            </a:r>
          </a:p>
        </p:txBody>
      </p:sp>
      <p:pic>
        <p:nvPicPr>
          <p:cNvPr id="16" name="Immagine 7" descr="secondario_rgb.png">
            <a:extLst>
              <a:ext uri="{FF2B5EF4-FFF2-40B4-BE49-F238E27FC236}">
                <a16:creationId xmlns:a16="http://schemas.microsoft.com/office/drawing/2014/main" id="{70752A57-0946-4B7D-8581-ADD3297EDD1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
        <p:nvSpPr>
          <p:cNvPr id="6" name="Retângulo 5">
            <a:extLst>
              <a:ext uri="{FF2B5EF4-FFF2-40B4-BE49-F238E27FC236}">
                <a16:creationId xmlns:a16="http://schemas.microsoft.com/office/drawing/2014/main" id="{F239B1C9-747D-42B7-8B58-88CFE730BA15}"/>
              </a:ext>
            </a:extLst>
          </p:cNvPr>
          <p:cNvSpPr/>
          <p:nvPr userDrawn="1"/>
        </p:nvSpPr>
        <p:spPr>
          <a:xfrm>
            <a:off x="3272463" y="876588"/>
            <a:ext cx="1847431" cy="273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bg1"/>
                </a:solidFill>
                <a:latin typeface="Arial Narrow" panose="020B0606020202030204" pitchFamily="34" charset="0"/>
              </a:rPr>
              <a:t>COMUNICAÇÃO E MIGRAÇÃO</a:t>
            </a:r>
          </a:p>
        </p:txBody>
      </p:sp>
      <p:sp>
        <p:nvSpPr>
          <p:cNvPr id="7" name="Retângulo: Cantos Superiores Arredondados 6">
            <a:extLst>
              <a:ext uri="{FF2B5EF4-FFF2-40B4-BE49-F238E27FC236}">
                <a16:creationId xmlns:a16="http://schemas.microsoft.com/office/drawing/2014/main" id="{BA9B9C37-CA52-46F7-B147-49F2BF62EC42}"/>
              </a:ext>
            </a:extLst>
          </p:cNvPr>
          <p:cNvSpPr/>
          <p:nvPr userDrawn="1"/>
        </p:nvSpPr>
        <p:spPr>
          <a:xfrm>
            <a:off x="8003728" y="811274"/>
            <a:ext cx="3931920" cy="5466776"/>
          </a:xfrm>
          <a:prstGeom prst="round2SameRect">
            <a:avLst>
              <a:gd name="adj1" fmla="val 5299"/>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RELATÓRIOS E CONTROLES</a:t>
            </a:r>
          </a:p>
        </p:txBody>
      </p:sp>
      <p:sp>
        <p:nvSpPr>
          <p:cNvPr id="8" name="Retângulo 7">
            <a:extLst>
              <a:ext uri="{FF2B5EF4-FFF2-40B4-BE49-F238E27FC236}">
                <a16:creationId xmlns:a16="http://schemas.microsoft.com/office/drawing/2014/main" id="{ACC72269-A92A-4A76-BD5F-C3B11A45580B}"/>
              </a:ext>
            </a:extLst>
          </p:cNvPr>
          <p:cNvSpPr/>
          <p:nvPr userDrawn="1"/>
        </p:nvSpPr>
        <p:spPr>
          <a:xfrm>
            <a:off x="8108611" y="1195240"/>
            <a:ext cx="3737400" cy="4960065"/>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30" name="Espaço Reservado para Texto 46">
            <a:extLst>
              <a:ext uri="{FF2B5EF4-FFF2-40B4-BE49-F238E27FC236}">
                <a16:creationId xmlns:a16="http://schemas.microsoft.com/office/drawing/2014/main" id="{39AA5266-C5EE-4E7E-8C78-71A02EB362A3}"/>
              </a:ext>
            </a:extLst>
          </p:cNvPr>
          <p:cNvSpPr>
            <a:spLocks noGrp="1"/>
          </p:cNvSpPr>
          <p:nvPr>
            <p:ph type="body" sz="quarter" idx="37" hasCustomPrompt="1"/>
          </p:nvPr>
        </p:nvSpPr>
        <p:spPr>
          <a:xfrm>
            <a:off x="8156188" y="1247492"/>
            <a:ext cx="3689823" cy="4799234"/>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Detalhamento sobre relatórios e controles a serem criados ou impactados para essa demanda.</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Layout de Relatório, Periodicidade do Relatório</a:t>
            </a:r>
          </a:p>
        </p:txBody>
      </p:sp>
      <p:sp>
        <p:nvSpPr>
          <p:cNvPr id="31" name="Espaço Reservado para Texto 46">
            <a:extLst>
              <a:ext uri="{FF2B5EF4-FFF2-40B4-BE49-F238E27FC236}">
                <a16:creationId xmlns:a16="http://schemas.microsoft.com/office/drawing/2014/main" id="{2AD60AB8-F46A-400D-A697-3E966F1E4FC8}"/>
              </a:ext>
            </a:extLst>
          </p:cNvPr>
          <p:cNvSpPr>
            <a:spLocks noGrp="1"/>
          </p:cNvSpPr>
          <p:nvPr>
            <p:ph type="body" sz="quarter" idx="30" hasCustomPrompt="1"/>
          </p:nvPr>
        </p:nvSpPr>
        <p:spPr>
          <a:xfrm>
            <a:off x="669391" y="1419004"/>
            <a:ext cx="7037694" cy="1773902"/>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Mantém ou perde benefícios. Quebra fidelização.</a:t>
            </a:r>
          </a:p>
        </p:txBody>
      </p:sp>
      <p:sp>
        <p:nvSpPr>
          <p:cNvPr id="33" name="Espaço Reservado para Texto 46">
            <a:extLst>
              <a:ext uri="{FF2B5EF4-FFF2-40B4-BE49-F238E27FC236}">
                <a16:creationId xmlns:a16="http://schemas.microsoft.com/office/drawing/2014/main" id="{0E0F8D81-6BD4-4639-A0E7-EAAF582488BB}"/>
              </a:ext>
            </a:extLst>
          </p:cNvPr>
          <p:cNvSpPr>
            <a:spLocks noGrp="1"/>
          </p:cNvSpPr>
          <p:nvPr>
            <p:ph type="body" sz="quarter" idx="35" hasCustomPrompt="1"/>
          </p:nvPr>
        </p:nvSpPr>
        <p:spPr>
          <a:xfrm>
            <a:off x="669389" y="3499297"/>
            <a:ext cx="3454435" cy="2656008"/>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Fraseologias de régua de relacionamento, notificação de consumo, notificação de ativação de serviço.</a:t>
            </a:r>
          </a:p>
        </p:txBody>
      </p:sp>
      <p:sp>
        <p:nvSpPr>
          <p:cNvPr id="34" name="Espaço Reservado para Texto 46">
            <a:extLst>
              <a:ext uri="{FF2B5EF4-FFF2-40B4-BE49-F238E27FC236}">
                <a16:creationId xmlns:a16="http://schemas.microsoft.com/office/drawing/2014/main" id="{9DAAEC93-48CB-479F-A2A5-82D1982A0D37}"/>
              </a:ext>
            </a:extLst>
          </p:cNvPr>
          <p:cNvSpPr>
            <a:spLocks noGrp="1"/>
          </p:cNvSpPr>
          <p:nvPr>
            <p:ph type="body" sz="quarter" idx="36" hasCustomPrompt="1"/>
          </p:nvPr>
        </p:nvSpPr>
        <p:spPr>
          <a:xfrm>
            <a:off x="4213462" y="3499293"/>
            <a:ext cx="3474720" cy="2656011"/>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Detalhamento de DE &gt; PARA de planos, migração por ciclo de faturamento ou aniversario do plano, comportamento quando há ou não quebra de fidelização, isenção ou não da multa de fidelização, definição de SMS de comunicação.</a:t>
            </a:r>
          </a:p>
        </p:txBody>
      </p:sp>
      <p:sp>
        <p:nvSpPr>
          <p:cNvPr id="10" name="Triângulo Retângulo 9">
            <a:extLst>
              <a:ext uri="{FF2B5EF4-FFF2-40B4-BE49-F238E27FC236}">
                <a16:creationId xmlns:a16="http://schemas.microsoft.com/office/drawing/2014/main" id="{DF9231DD-6E20-4CF8-91FD-8930203A494C}"/>
              </a:ext>
            </a:extLst>
          </p:cNvPr>
          <p:cNvSpPr/>
          <p:nvPr userDrawn="1"/>
        </p:nvSpPr>
        <p:spPr>
          <a:xfrm rot="5400000">
            <a:off x="0" y="0"/>
            <a:ext cx="540000" cy="540000"/>
          </a:xfrm>
          <a:prstGeom prst="r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pt-BR"/>
          </a:p>
        </p:txBody>
      </p:sp>
    </p:spTree>
    <p:extLst>
      <p:ext uri="{BB962C8B-B14F-4D97-AF65-F5344CB8AC3E}">
        <p14:creationId xmlns:p14="http://schemas.microsoft.com/office/powerpoint/2010/main" val="428120519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 - MECÂNICA DE CAMPANHA">
    <p:spTree>
      <p:nvGrpSpPr>
        <p:cNvPr id="1" name=""/>
        <p:cNvGrpSpPr/>
        <p:nvPr/>
      </p:nvGrpSpPr>
      <p:grpSpPr>
        <a:xfrm>
          <a:off x="0" y="0"/>
          <a:ext cx="0" cy="0"/>
          <a:chOff x="0" y="0"/>
          <a:chExt cx="0" cy="0"/>
        </a:xfrm>
      </p:grpSpPr>
      <p:sp>
        <p:nvSpPr>
          <p:cNvPr id="18" name="Retângulo 17">
            <a:extLst>
              <a:ext uri="{FF2B5EF4-FFF2-40B4-BE49-F238E27FC236}">
                <a16:creationId xmlns:a16="http://schemas.microsoft.com/office/drawing/2014/main" id="{DEB39DEF-8787-4D58-A392-6442B9BC087F}"/>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3" name="Retângulo: Cantos Arredondados 12">
            <a:extLst>
              <a:ext uri="{FF2B5EF4-FFF2-40B4-BE49-F238E27FC236}">
                <a16:creationId xmlns:a16="http://schemas.microsoft.com/office/drawing/2014/main" id="{48580348-3410-42F0-81C8-D3F1409436EE}"/>
              </a:ext>
            </a:extLst>
          </p:cNvPr>
          <p:cNvSpPr/>
          <p:nvPr userDrawn="1"/>
        </p:nvSpPr>
        <p:spPr>
          <a:xfrm>
            <a:off x="669391" y="179801"/>
            <a:ext cx="5626448"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MECÂNICA DE CAMPANHA</a:t>
            </a:r>
          </a:p>
        </p:txBody>
      </p:sp>
      <p:pic>
        <p:nvPicPr>
          <p:cNvPr id="16" name="Immagine 7" descr="secondario_rgb.png">
            <a:extLst>
              <a:ext uri="{FF2B5EF4-FFF2-40B4-BE49-F238E27FC236}">
                <a16:creationId xmlns:a16="http://schemas.microsoft.com/office/drawing/2014/main" id="{70752A57-0946-4B7D-8581-ADD3297EDD1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
        <p:nvSpPr>
          <p:cNvPr id="6" name="Retângulo 5">
            <a:extLst>
              <a:ext uri="{FF2B5EF4-FFF2-40B4-BE49-F238E27FC236}">
                <a16:creationId xmlns:a16="http://schemas.microsoft.com/office/drawing/2014/main" id="{F239B1C9-747D-42B7-8B58-88CFE730BA15}"/>
              </a:ext>
            </a:extLst>
          </p:cNvPr>
          <p:cNvSpPr/>
          <p:nvPr userDrawn="1"/>
        </p:nvSpPr>
        <p:spPr>
          <a:xfrm>
            <a:off x="3272463" y="876588"/>
            <a:ext cx="1847431" cy="273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bg1"/>
                </a:solidFill>
                <a:latin typeface="Arial Narrow" panose="020B0606020202030204" pitchFamily="34" charset="0"/>
              </a:rPr>
              <a:t>COMUNICAÇÃO E MIGRAÇÃO</a:t>
            </a:r>
          </a:p>
        </p:txBody>
      </p:sp>
      <p:sp>
        <p:nvSpPr>
          <p:cNvPr id="22" name="Retângulo: Cantos Superiores Arredondados 21">
            <a:extLst>
              <a:ext uri="{FF2B5EF4-FFF2-40B4-BE49-F238E27FC236}">
                <a16:creationId xmlns:a16="http://schemas.microsoft.com/office/drawing/2014/main" id="{D3080C2E-D21B-4EAF-BE0D-BF173517D9EE}"/>
              </a:ext>
            </a:extLst>
          </p:cNvPr>
          <p:cNvSpPr/>
          <p:nvPr userDrawn="1"/>
        </p:nvSpPr>
        <p:spPr>
          <a:xfrm>
            <a:off x="669391" y="811272"/>
            <a:ext cx="11343339" cy="5372836"/>
          </a:xfrm>
          <a:prstGeom prst="round2SameRect">
            <a:avLst>
              <a:gd name="adj1" fmla="val 5299"/>
              <a:gd name="adj2" fmla="val 0"/>
            </a:avLst>
          </a:prstGeom>
          <a:solidFill>
            <a:schemeClr val="accent1">
              <a:lumMod val="5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MECÂNICA DA CAMPANHA</a:t>
            </a:r>
          </a:p>
        </p:txBody>
      </p:sp>
      <p:sp>
        <p:nvSpPr>
          <p:cNvPr id="23" name="Retângulo 22">
            <a:extLst>
              <a:ext uri="{FF2B5EF4-FFF2-40B4-BE49-F238E27FC236}">
                <a16:creationId xmlns:a16="http://schemas.microsoft.com/office/drawing/2014/main" id="{72AD6730-EE96-4783-9535-1A33A3F57FAF}"/>
              </a:ext>
            </a:extLst>
          </p:cNvPr>
          <p:cNvSpPr/>
          <p:nvPr userDrawn="1"/>
        </p:nvSpPr>
        <p:spPr>
          <a:xfrm>
            <a:off x="805218" y="1301934"/>
            <a:ext cx="11090874" cy="1029923"/>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TIPO DA CAMPANHA</a:t>
            </a:r>
          </a:p>
        </p:txBody>
      </p:sp>
      <p:sp>
        <p:nvSpPr>
          <p:cNvPr id="24" name="Espaço Reservado para Texto 46">
            <a:extLst>
              <a:ext uri="{FF2B5EF4-FFF2-40B4-BE49-F238E27FC236}">
                <a16:creationId xmlns:a16="http://schemas.microsoft.com/office/drawing/2014/main" id="{F05DA7B1-670D-4F7A-B7C7-AA7C9EAE1E09}"/>
              </a:ext>
            </a:extLst>
          </p:cNvPr>
          <p:cNvSpPr>
            <a:spLocks noGrp="1"/>
          </p:cNvSpPr>
          <p:nvPr>
            <p:ph type="body" sz="quarter" idx="37" hasCustomPrompt="1"/>
          </p:nvPr>
        </p:nvSpPr>
        <p:spPr>
          <a:xfrm>
            <a:off x="1066426" y="1504897"/>
            <a:ext cx="10588761" cy="826960"/>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o tipo de campanha.</a:t>
            </a:r>
          </a:p>
        </p:txBody>
      </p:sp>
      <p:sp>
        <p:nvSpPr>
          <p:cNvPr id="25" name="Retângulo 24">
            <a:extLst>
              <a:ext uri="{FF2B5EF4-FFF2-40B4-BE49-F238E27FC236}">
                <a16:creationId xmlns:a16="http://schemas.microsoft.com/office/drawing/2014/main" id="{20C48DA7-0286-4AB4-AF81-4ECDBC9C97C2}"/>
              </a:ext>
            </a:extLst>
          </p:cNvPr>
          <p:cNvSpPr/>
          <p:nvPr userDrawn="1"/>
        </p:nvSpPr>
        <p:spPr>
          <a:xfrm>
            <a:off x="805218" y="2434081"/>
            <a:ext cx="11090876" cy="95798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CANAIS ENVOLVIDOS NA CAMPANHA</a:t>
            </a:r>
          </a:p>
        </p:txBody>
      </p:sp>
      <p:sp>
        <p:nvSpPr>
          <p:cNvPr id="26" name="Espaço Reservado para Texto 46">
            <a:extLst>
              <a:ext uri="{FF2B5EF4-FFF2-40B4-BE49-F238E27FC236}">
                <a16:creationId xmlns:a16="http://schemas.microsoft.com/office/drawing/2014/main" id="{BCDE6A98-606C-42B8-BDA2-4E412795F668}"/>
              </a:ext>
            </a:extLst>
          </p:cNvPr>
          <p:cNvSpPr>
            <a:spLocks noGrp="1"/>
          </p:cNvSpPr>
          <p:nvPr>
            <p:ph type="body" sz="quarter" idx="38" hasCustomPrompt="1"/>
          </p:nvPr>
        </p:nvSpPr>
        <p:spPr>
          <a:xfrm>
            <a:off x="805218" y="2637043"/>
            <a:ext cx="11090876" cy="738161"/>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Indicar os canais envolvidos na campanha.</a:t>
            </a:r>
          </a:p>
        </p:txBody>
      </p:sp>
      <p:sp>
        <p:nvSpPr>
          <p:cNvPr id="27" name="Retângulo 26">
            <a:extLst>
              <a:ext uri="{FF2B5EF4-FFF2-40B4-BE49-F238E27FC236}">
                <a16:creationId xmlns:a16="http://schemas.microsoft.com/office/drawing/2014/main" id="{ECBF8D30-1B01-4C3A-9E2E-B7AB01D6FF94}"/>
              </a:ext>
            </a:extLst>
          </p:cNvPr>
          <p:cNvSpPr/>
          <p:nvPr userDrawn="1"/>
        </p:nvSpPr>
        <p:spPr>
          <a:xfrm>
            <a:off x="805218" y="3512981"/>
            <a:ext cx="5490621" cy="249578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CRITÉRIO DE ELEGIBILIDADE DA CAMPANHA</a:t>
            </a:r>
          </a:p>
        </p:txBody>
      </p:sp>
      <p:sp>
        <p:nvSpPr>
          <p:cNvPr id="28" name="Espaço Reservado para Texto 46">
            <a:extLst>
              <a:ext uri="{FF2B5EF4-FFF2-40B4-BE49-F238E27FC236}">
                <a16:creationId xmlns:a16="http://schemas.microsoft.com/office/drawing/2014/main" id="{2309F56E-E4F2-4E5B-9127-54274F02EA31}"/>
              </a:ext>
            </a:extLst>
          </p:cNvPr>
          <p:cNvSpPr>
            <a:spLocks noGrp="1"/>
          </p:cNvSpPr>
          <p:nvPr>
            <p:ph type="body" sz="quarter" idx="39" hasCustomPrompt="1"/>
          </p:nvPr>
        </p:nvSpPr>
        <p:spPr>
          <a:xfrm>
            <a:off x="1015099" y="3792392"/>
            <a:ext cx="5288946" cy="2216373"/>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os critérios de elegibilidade da campanha.</a:t>
            </a:r>
          </a:p>
        </p:txBody>
      </p:sp>
      <p:sp>
        <p:nvSpPr>
          <p:cNvPr id="35" name="Retângulo 34">
            <a:extLst>
              <a:ext uri="{FF2B5EF4-FFF2-40B4-BE49-F238E27FC236}">
                <a16:creationId xmlns:a16="http://schemas.microsoft.com/office/drawing/2014/main" id="{06AA9FE0-BA8B-400F-85D3-7AFF4DDF8BA4}"/>
              </a:ext>
            </a:extLst>
          </p:cNvPr>
          <p:cNvSpPr/>
          <p:nvPr userDrawn="1"/>
        </p:nvSpPr>
        <p:spPr>
          <a:xfrm>
            <a:off x="6405471" y="3512981"/>
            <a:ext cx="5490621" cy="2495783"/>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BLACKLIST/WITHLIST DA CAMPANHA</a:t>
            </a:r>
          </a:p>
        </p:txBody>
      </p:sp>
      <p:sp>
        <p:nvSpPr>
          <p:cNvPr id="36" name="Espaço Reservado para Texto 46">
            <a:extLst>
              <a:ext uri="{FF2B5EF4-FFF2-40B4-BE49-F238E27FC236}">
                <a16:creationId xmlns:a16="http://schemas.microsoft.com/office/drawing/2014/main" id="{4126A150-ED72-489C-9A9A-DD87A8272BDE}"/>
              </a:ext>
            </a:extLst>
          </p:cNvPr>
          <p:cNvSpPr>
            <a:spLocks noGrp="1"/>
          </p:cNvSpPr>
          <p:nvPr>
            <p:ph type="body" sz="quarter" idx="40" hasCustomPrompt="1"/>
          </p:nvPr>
        </p:nvSpPr>
        <p:spPr>
          <a:xfrm>
            <a:off x="6403841" y="3775534"/>
            <a:ext cx="5517753" cy="2154464"/>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Indicar o Blacklist e whitelist da campanha.</a:t>
            </a:r>
          </a:p>
        </p:txBody>
      </p:sp>
      <p:sp>
        <p:nvSpPr>
          <p:cNvPr id="7" name="Triângulo Retângulo 6">
            <a:extLst>
              <a:ext uri="{FF2B5EF4-FFF2-40B4-BE49-F238E27FC236}">
                <a16:creationId xmlns:a16="http://schemas.microsoft.com/office/drawing/2014/main" id="{4DC4A7A9-1A59-479B-AE31-5B3E6351386C}"/>
              </a:ext>
            </a:extLst>
          </p:cNvPr>
          <p:cNvSpPr/>
          <p:nvPr userDrawn="1"/>
        </p:nvSpPr>
        <p:spPr>
          <a:xfrm rot="5400000">
            <a:off x="0" y="0"/>
            <a:ext cx="540000" cy="540000"/>
          </a:xfrm>
          <a:prstGeom prst="r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pt-BR"/>
          </a:p>
        </p:txBody>
      </p:sp>
    </p:spTree>
    <p:extLst>
      <p:ext uri="{BB962C8B-B14F-4D97-AF65-F5344CB8AC3E}">
        <p14:creationId xmlns:p14="http://schemas.microsoft.com/office/powerpoint/2010/main" val="358137449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 - MECÂNICA DE CAMPANHA">
    <p:spTree>
      <p:nvGrpSpPr>
        <p:cNvPr id="1" name=""/>
        <p:cNvGrpSpPr/>
        <p:nvPr/>
      </p:nvGrpSpPr>
      <p:grpSpPr>
        <a:xfrm>
          <a:off x="0" y="0"/>
          <a:ext cx="0" cy="0"/>
          <a:chOff x="0" y="0"/>
          <a:chExt cx="0" cy="0"/>
        </a:xfrm>
      </p:grpSpPr>
      <p:sp>
        <p:nvSpPr>
          <p:cNvPr id="18" name="Retângulo 17">
            <a:extLst>
              <a:ext uri="{FF2B5EF4-FFF2-40B4-BE49-F238E27FC236}">
                <a16:creationId xmlns:a16="http://schemas.microsoft.com/office/drawing/2014/main" id="{DEB39DEF-8787-4D58-A392-6442B9BC087F}"/>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9" name="Retângulo: Cantos Superiores Arredondados 8">
            <a:extLst>
              <a:ext uri="{FF2B5EF4-FFF2-40B4-BE49-F238E27FC236}">
                <a16:creationId xmlns:a16="http://schemas.microsoft.com/office/drawing/2014/main" id="{4749333B-E6F0-4FDE-BB4F-308BE95F7B22}"/>
              </a:ext>
            </a:extLst>
          </p:cNvPr>
          <p:cNvSpPr/>
          <p:nvPr userDrawn="1"/>
        </p:nvSpPr>
        <p:spPr>
          <a:xfrm rot="16200000">
            <a:off x="3409582" y="-2452826"/>
            <a:ext cx="5372836" cy="11803720"/>
          </a:xfrm>
          <a:prstGeom prst="round2SameRect">
            <a:avLst>
              <a:gd name="adj1" fmla="val 5299"/>
              <a:gd name="adj2" fmla="val 0"/>
            </a:avLst>
          </a:prstGeom>
          <a:solidFill>
            <a:schemeClr val="accent1">
              <a:lumMod val="50000"/>
            </a:schemeClr>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MECÂNICA DE CAMPANHA (CONT.)</a:t>
            </a:r>
          </a:p>
        </p:txBody>
      </p:sp>
      <p:sp>
        <p:nvSpPr>
          <p:cNvPr id="10" name="Retângulo 9">
            <a:extLst>
              <a:ext uri="{FF2B5EF4-FFF2-40B4-BE49-F238E27FC236}">
                <a16:creationId xmlns:a16="http://schemas.microsoft.com/office/drawing/2014/main" id="{6CB08043-A7E9-4C72-AEAE-6B31C0E6D307}"/>
              </a:ext>
            </a:extLst>
          </p:cNvPr>
          <p:cNvSpPr/>
          <p:nvPr userDrawn="1"/>
        </p:nvSpPr>
        <p:spPr>
          <a:xfrm>
            <a:off x="791570" y="1112776"/>
            <a:ext cx="2811439" cy="1150839"/>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QUARENTENA DA CAMPANHA</a:t>
            </a:r>
          </a:p>
        </p:txBody>
      </p:sp>
      <p:sp>
        <p:nvSpPr>
          <p:cNvPr id="47" name="Espaço Reservado para Texto 46">
            <a:extLst>
              <a:ext uri="{FF2B5EF4-FFF2-40B4-BE49-F238E27FC236}">
                <a16:creationId xmlns:a16="http://schemas.microsoft.com/office/drawing/2014/main" id="{FD3EC130-71A3-4631-982F-82143E912156}"/>
              </a:ext>
            </a:extLst>
          </p:cNvPr>
          <p:cNvSpPr>
            <a:spLocks noGrp="1"/>
          </p:cNvSpPr>
          <p:nvPr>
            <p:ph type="body" sz="quarter" idx="21" hasCustomPrompt="1"/>
          </p:nvPr>
        </p:nvSpPr>
        <p:spPr>
          <a:xfrm>
            <a:off x="789523" y="1293324"/>
            <a:ext cx="5306477" cy="849375"/>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Campanha com ou sem quarentena.</a:t>
            </a: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2" name="Retângulo 11">
            <a:extLst>
              <a:ext uri="{FF2B5EF4-FFF2-40B4-BE49-F238E27FC236}">
                <a16:creationId xmlns:a16="http://schemas.microsoft.com/office/drawing/2014/main" id="{9CE6DB51-AD0F-42FF-AE36-6D2AE09B884B}"/>
              </a:ext>
            </a:extLst>
          </p:cNvPr>
          <p:cNvSpPr/>
          <p:nvPr userDrawn="1"/>
        </p:nvSpPr>
        <p:spPr>
          <a:xfrm>
            <a:off x="3698543" y="3530242"/>
            <a:ext cx="2597296" cy="1163909"/>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OPTIN DO CLIENTE</a:t>
            </a:r>
          </a:p>
        </p:txBody>
      </p:sp>
      <p:sp>
        <p:nvSpPr>
          <p:cNvPr id="19" name="Retângulo 18">
            <a:extLst>
              <a:ext uri="{FF2B5EF4-FFF2-40B4-BE49-F238E27FC236}">
                <a16:creationId xmlns:a16="http://schemas.microsoft.com/office/drawing/2014/main" id="{E11C604B-2CBB-4311-904E-27279BE33898}"/>
              </a:ext>
            </a:extLst>
          </p:cNvPr>
          <p:cNvSpPr/>
          <p:nvPr userDrawn="1"/>
        </p:nvSpPr>
        <p:spPr>
          <a:xfrm>
            <a:off x="789523" y="2385796"/>
            <a:ext cx="2811439" cy="1777873"/>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REGRAS NOS CANAIS DE ATENDIMENTO</a:t>
            </a:r>
          </a:p>
        </p:txBody>
      </p:sp>
      <p:sp>
        <p:nvSpPr>
          <p:cNvPr id="21" name="Retângulo 20">
            <a:extLst>
              <a:ext uri="{FF2B5EF4-FFF2-40B4-BE49-F238E27FC236}">
                <a16:creationId xmlns:a16="http://schemas.microsoft.com/office/drawing/2014/main" id="{8C3FD7AD-FAE2-43A2-A5EF-E5F15D0AAC20}"/>
              </a:ext>
            </a:extLst>
          </p:cNvPr>
          <p:cNvSpPr/>
          <p:nvPr userDrawn="1"/>
        </p:nvSpPr>
        <p:spPr>
          <a:xfrm>
            <a:off x="3698543" y="4815067"/>
            <a:ext cx="2597296" cy="1163909"/>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DE / PARA DAS MIGRAÇÕES</a:t>
            </a:r>
          </a:p>
        </p:txBody>
      </p:sp>
      <p:sp>
        <p:nvSpPr>
          <p:cNvPr id="45" name="Espaço Reservado para Texto 46">
            <a:extLst>
              <a:ext uri="{FF2B5EF4-FFF2-40B4-BE49-F238E27FC236}">
                <a16:creationId xmlns:a16="http://schemas.microsoft.com/office/drawing/2014/main" id="{A741F917-22B2-4C2D-B62F-1DF769C87A7E}"/>
              </a:ext>
            </a:extLst>
          </p:cNvPr>
          <p:cNvSpPr>
            <a:spLocks noGrp="1"/>
          </p:cNvSpPr>
          <p:nvPr>
            <p:ph type="body" sz="quarter" idx="31" hasCustomPrompt="1"/>
          </p:nvPr>
        </p:nvSpPr>
        <p:spPr>
          <a:xfrm>
            <a:off x="3683553" y="3695015"/>
            <a:ext cx="2572486" cy="917928"/>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Requer </a:t>
            </a:r>
            <a:r>
              <a:rPr lang="pt-BR" err="1"/>
              <a:t>optin</a:t>
            </a:r>
            <a:r>
              <a:rPr lang="pt-BR"/>
              <a:t> do cliente?</a:t>
            </a:r>
          </a:p>
        </p:txBody>
      </p:sp>
      <p:sp>
        <p:nvSpPr>
          <p:cNvPr id="49" name="Espaço Reservado para Texto 46">
            <a:extLst>
              <a:ext uri="{FF2B5EF4-FFF2-40B4-BE49-F238E27FC236}">
                <a16:creationId xmlns:a16="http://schemas.microsoft.com/office/drawing/2014/main" id="{67626555-A11D-40BB-85E1-09FC451E8768}"/>
              </a:ext>
            </a:extLst>
          </p:cNvPr>
          <p:cNvSpPr>
            <a:spLocks noGrp="1"/>
          </p:cNvSpPr>
          <p:nvPr>
            <p:ph type="body" sz="quarter" idx="34" hasCustomPrompt="1"/>
          </p:nvPr>
        </p:nvSpPr>
        <p:spPr>
          <a:xfrm>
            <a:off x="789523" y="2591356"/>
            <a:ext cx="2799874" cy="1496622"/>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Quais as regras nos canais de atendimento da campanha.</a:t>
            </a:r>
          </a:p>
        </p:txBody>
      </p:sp>
      <p:sp>
        <p:nvSpPr>
          <p:cNvPr id="50" name="Espaço Reservado para Texto 46">
            <a:extLst>
              <a:ext uri="{FF2B5EF4-FFF2-40B4-BE49-F238E27FC236}">
                <a16:creationId xmlns:a16="http://schemas.microsoft.com/office/drawing/2014/main" id="{3F40715D-D3E2-4EAD-83E3-42A15929E30C}"/>
              </a:ext>
            </a:extLst>
          </p:cNvPr>
          <p:cNvSpPr>
            <a:spLocks noGrp="1"/>
          </p:cNvSpPr>
          <p:nvPr>
            <p:ph type="body" sz="quarter" idx="35" hasCustomPrompt="1"/>
          </p:nvPr>
        </p:nvSpPr>
        <p:spPr>
          <a:xfrm>
            <a:off x="3696497" y="5002459"/>
            <a:ext cx="2544854" cy="976517"/>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Indique de e para quem as migrações.</a:t>
            </a:r>
          </a:p>
        </p:txBody>
      </p:sp>
      <p:sp>
        <p:nvSpPr>
          <p:cNvPr id="13" name="Retângulo: Cantos Arredondados 12">
            <a:extLst>
              <a:ext uri="{FF2B5EF4-FFF2-40B4-BE49-F238E27FC236}">
                <a16:creationId xmlns:a16="http://schemas.microsoft.com/office/drawing/2014/main" id="{48580348-3410-42F0-81C8-D3F1409436EE}"/>
              </a:ext>
            </a:extLst>
          </p:cNvPr>
          <p:cNvSpPr/>
          <p:nvPr userDrawn="1"/>
        </p:nvSpPr>
        <p:spPr>
          <a:xfrm>
            <a:off x="669391" y="179801"/>
            <a:ext cx="391567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MECÂNICA (Cont.)</a:t>
            </a:r>
          </a:p>
        </p:txBody>
      </p:sp>
      <p:pic>
        <p:nvPicPr>
          <p:cNvPr id="16" name="Immagine 7" descr="secondario_rgb.png">
            <a:extLst>
              <a:ext uri="{FF2B5EF4-FFF2-40B4-BE49-F238E27FC236}">
                <a16:creationId xmlns:a16="http://schemas.microsoft.com/office/drawing/2014/main" id="{70752A57-0946-4B7D-8581-ADD3297EDD1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
        <p:nvSpPr>
          <p:cNvPr id="20" name="Retângulo 19">
            <a:extLst>
              <a:ext uri="{FF2B5EF4-FFF2-40B4-BE49-F238E27FC236}">
                <a16:creationId xmlns:a16="http://schemas.microsoft.com/office/drawing/2014/main" id="{4F5887B3-802D-48E1-B688-5A0671621EEC}"/>
              </a:ext>
            </a:extLst>
          </p:cNvPr>
          <p:cNvSpPr/>
          <p:nvPr userDrawn="1"/>
        </p:nvSpPr>
        <p:spPr>
          <a:xfrm>
            <a:off x="6420848" y="1138158"/>
            <a:ext cx="5475244" cy="1029923"/>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FRASEOLOGIAS</a:t>
            </a:r>
          </a:p>
        </p:txBody>
      </p:sp>
      <p:sp>
        <p:nvSpPr>
          <p:cNvPr id="22" name="Espaço Reservado para Texto 46">
            <a:extLst>
              <a:ext uri="{FF2B5EF4-FFF2-40B4-BE49-F238E27FC236}">
                <a16:creationId xmlns:a16="http://schemas.microsoft.com/office/drawing/2014/main" id="{48D60384-647A-4733-A1DE-EE1C464EF91C}"/>
              </a:ext>
            </a:extLst>
          </p:cNvPr>
          <p:cNvSpPr>
            <a:spLocks noGrp="1"/>
          </p:cNvSpPr>
          <p:nvPr>
            <p:ph type="body" sz="quarter" idx="36" hasCustomPrompt="1"/>
          </p:nvPr>
        </p:nvSpPr>
        <p:spPr>
          <a:xfrm>
            <a:off x="6420848" y="1341121"/>
            <a:ext cx="5234339" cy="826960"/>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Indique as alterações de fraseologias.</a:t>
            </a:r>
          </a:p>
        </p:txBody>
      </p:sp>
      <p:sp>
        <p:nvSpPr>
          <p:cNvPr id="23" name="Retângulo 22">
            <a:extLst>
              <a:ext uri="{FF2B5EF4-FFF2-40B4-BE49-F238E27FC236}">
                <a16:creationId xmlns:a16="http://schemas.microsoft.com/office/drawing/2014/main" id="{AFF49E7D-58F7-413A-AB07-BBD4DC0F2EEB}"/>
              </a:ext>
            </a:extLst>
          </p:cNvPr>
          <p:cNvSpPr/>
          <p:nvPr userDrawn="1"/>
        </p:nvSpPr>
        <p:spPr>
          <a:xfrm>
            <a:off x="6420848" y="2270305"/>
            <a:ext cx="5475245" cy="95798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REGRAS DE GESTÃO DE DESCONTO</a:t>
            </a:r>
          </a:p>
        </p:txBody>
      </p:sp>
      <p:sp>
        <p:nvSpPr>
          <p:cNvPr id="24" name="Espaço Reservado para Texto 46">
            <a:extLst>
              <a:ext uri="{FF2B5EF4-FFF2-40B4-BE49-F238E27FC236}">
                <a16:creationId xmlns:a16="http://schemas.microsoft.com/office/drawing/2014/main" id="{B2281E48-57B7-43E2-A457-F4AFB700D27A}"/>
              </a:ext>
            </a:extLst>
          </p:cNvPr>
          <p:cNvSpPr>
            <a:spLocks noGrp="1"/>
          </p:cNvSpPr>
          <p:nvPr>
            <p:ph type="body" sz="quarter" idx="37" hasCustomPrompt="1"/>
          </p:nvPr>
        </p:nvSpPr>
        <p:spPr>
          <a:xfrm>
            <a:off x="6420848" y="2473267"/>
            <a:ext cx="5475245" cy="738161"/>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Indique as alterações das regras de gestão de desconto.</a:t>
            </a:r>
          </a:p>
        </p:txBody>
      </p:sp>
      <p:sp>
        <p:nvSpPr>
          <p:cNvPr id="25" name="Retângulo 24">
            <a:extLst>
              <a:ext uri="{FF2B5EF4-FFF2-40B4-BE49-F238E27FC236}">
                <a16:creationId xmlns:a16="http://schemas.microsoft.com/office/drawing/2014/main" id="{4BB2B2D5-04ED-46FF-894E-31A616EE399B}"/>
              </a:ext>
            </a:extLst>
          </p:cNvPr>
          <p:cNvSpPr/>
          <p:nvPr userDrawn="1"/>
        </p:nvSpPr>
        <p:spPr>
          <a:xfrm>
            <a:off x="6433490" y="3349206"/>
            <a:ext cx="2696862" cy="1465862"/>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REGEONALIZAÇÃO</a:t>
            </a:r>
          </a:p>
        </p:txBody>
      </p:sp>
      <p:sp>
        <p:nvSpPr>
          <p:cNvPr id="26" name="Espaço Reservado para Texto 46">
            <a:extLst>
              <a:ext uri="{FF2B5EF4-FFF2-40B4-BE49-F238E27FC236}">
                <a16:creationId xmlns:a16="http://schemas.microsoft.com/office/drawing/2014/main" id="{24A2AA40-EAFD-404C-A2F6-B0FD7D7D3D64}"/>
              </a:ext>
            </a:extLst>
          </p:cNvPr>
          <p:cNvSpPr>
            <a:spLocks noGrp="1"/>
          </p:cNvSpPr>
          <p:nvPr>
            <p:ph type="body" sz="quarter" idx="38" hasCustomPrompt="1"/>
          </p:nvPr>
        </p:nvSpPr>
        <p:spPr>
          <a:xfrm>
            <a:off x="6433489" y="3530242"/>
            <a:ext cx="2691452" cy="1243676"/>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Indique a regionalização.</a:t>
            </a:r>
          </a:p>
        </p:txBody>
      </p:sp>
      <p:sp>
        <p:nvSpPr>
          <p:cNvPr id="27" name="Retângulo 26">
            <a:extLst>
              <a:ext uri="{FF2B5EF4-FFF2-40B4-BE49-F238E27FC236}">
                <a16:creationId xmlns:a16="http://schemas.microsoft.com/office/drawing/2014/main" id="{DAF72C7F-1060-415E-AB9C-14DAFFBDEB8C}"/>
              </a:ext>
            </a:extLst>
          </p:cNvPr>
          <p:cNvSpPr/>
          <p:nvPr userDrawn="1"/>
        </p:nvSpPr>
        <p:spPr>
          <a:xfrm>
            <a:off x="9268003" y="3349206"/>
            <a:ext cx="2655637" cy="1465862"/>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RETORNO ESPERADO DA AÇÃO</a:t>
            </a:r>
          </a:p>
        </p:txBody>
      </p:sp>
      <p:sp>
        <p:nvSpPr>
          <p:cNvPr id="28" name="Espaço Reservado para Texto 46">
            <a:extLst>
              <a:ext uri="{FF2B5EF4-FFF2-40B4-BE49-F238E27FC236}">
                <a16:creationId xmlns:a16="http://schemas.microsoft.com/office/drawing/2014/main" id="{25F88671-1260-42A0-8DB4-ECA724F1D8FE}"/>
              </a:ext>
            </a:extLst>
          </p:cNvPr>
          <p:cNvSpPr>
            <a:spLocks noGrp="1"/>
          </p:cNvSpPr>
          <p:nvPr>
            <p:ph type="body" sz="quarter" idx="39" hasCustomPrompt="1"/>
          </p:nvPr>
        </p:nvSpPr>
        <p:spPr>
          <a:xfrm>
            <a:off x="9262592" y="3557991"/>
            <a:ext cx="2599104" cy="1208944"/>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Descreva o retorno esperado da ação.</a:t>
            </a:r>
          </a:p>
        </p:txBody>
      </p:sp>
      <p:sp>
        <p:nvSpPr>
          <p:cNvPr id="29" name="Retângulo 28">
            <a:extLst>
              <a:ext uri="{FF2B5EF4-FFF2-40B4-BE49-F238E27FC236}">
                <a16:creationId xmlns:a16="http://schemas.microsoft.com/office/drawing/2014/main" id="{FD8CF007-BA9F-4FA1-8284-51FE0C8A20A1}"/>
              </a:ext>
            </a:extLst>
          </p:cNvPr>
          <p:cNvSpPr/>
          <p:nvPr userDrawn="1"/>
        </p:nvSpPr>
        <p:spPr>
          <a:xfrm>
            <a:off x="3698543" y="1113497"/>
            <a:ext cx="2597296" cy="231550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CRIAÇÃO DE NOVOS ATRIBUTOS</a:t>
            </a:r>
          </a:p>
        </p:txBody>
      </p:sp>
      <p:sp>
        <p:nvSpPr>
          <p:cNvPr id="30" name="Espaço Reservado para Texto 46">
            <a:extLst>
              <a:ext uri="{FF2B5EF4-FFF2-40B4-BE49-F238E27FC236}">
                <a16:creationId xmlns:a16="http://schemas.microsoft.com/office/drawing/2014/main" id="{8BBA5060-8ED5-4844-85DF-C1790C44D5CF}"/>
              </a:ext>
            </a:extLst>
          </p:cNvPr>
          <p:cNvSpPr>
            <a:spLocks noGrp="1"/>
          </p:cNvSpPr>
          <p:nvPr>
            <p:ph type="body" sz="quarter" idx="40" hasCustomPrompt="1"/>
          </p:nvPr>
        </p:nvSpPr>
        <p:spPr>
          <a:xfrm>
            <a:off x="3696495" y="1308747"/>
            <a:ext cx="2559543" cy="2140286"/>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Quais os novos atributos.</a:t>
            </a:r>
          </a:p>
        </p:txBody>
      </p:sp>
      <p:sp>
        <p:nvSpPr>
          <p:cNvPr id="6" name="Retângulo 5">
            <a:extLst>
              <a:ext uri="{FF2B5EF4-FFF2-40B4-BE49-F238E27FC236}">
                <a16:creationId xmlns:a16="http://schemas.microsoft.com/office/drawing/2014/main" id="{E3DB167F-FD4E-45C3-9278-821E554EB68A}"/>
              </a:ext>
            </a:extLst>
          </p:cNvPr>
          <p:cNvSpPr/>
          <p:nvPr userDrawn="1"/>
        </p:nvSpPr>
        <p:spPr>
          <a:xfrm>
            <a:off x="791926" y="4244454"/>
            <a:ext cx="2811439" cy="1734522"/>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AÇÕES DA CAMPANHA</a:t>
            </a:r>
          </a:p>
        </p:txBody>
      </p:sp>
      <p:sp>
        <p:nvSpPr>
          <p:cNvPr id="7" name="Retângulo 6">
            <a:extLst>
              <a:ext uri="{FF2B5EF4-FFF2-40B4-BE49-F238E27FC236}">
                <a16:creationId xmlns:a16="http://schemas.microsoft.com/office/drawing/2014/main" id="{7B9CBF36-B3A8-4A40-A954-60110B1F0A16}"/>
              </a:ext>
            </a:extLst>
          </p:cNvPr>
          <p:cNvSpPr/>
          <p:nvPr userDrawn="1"/>
        </p:nvSpPr>
        <p:spPr>
          <a:xfrm>
            <a:off x="6420848" y="4902475"/>
            <a:ext cx="5502792" cy="1076501"/>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CAMPANHA ATL</a:t>
            </a:r>
          </a:p>
        </p:txBody>
      </p:sp>
      <p:sp>
        <p:nvSpPr>
          <p:cNvPr id="35" name="Espaço Reservado para Texto 46">
            <a:extLst>
              <a:ext uri="{FF2B5EF4-FFF2-40B4-BE49-F238E27FC236}">
                <a16:creationId xmlns:a16="http://schemas.microsoft.com/office/drawing/2014/main" id="{38F96219-11A1-4B9C-978D-25707DA7F0D3}"/>
              </a:ext>
            </a:extLst>
          </p:cNvPr>
          <p:cNvSpPr>
            <a:spLocks noGrp="1"/>
          </p:cNvSpPr>
          <p:nvPr>
            <p:ph type="body" sz="quarter" idx="41" hasCustomPrompt="1"/>
          </p:nvPr>
        </p:nvSpPr>
        <p:spPr>
          <a:xfrm>
            <a:off x="804514" y="4457630"/>
            <a:ext cx="2799874" cy="1521346"/>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Quais ações serão disparadas pelo NBA.</a:t>
            </a:r>
          </a:p>
        </p:txBody>
      </p:sp>
      <p:sp>
        <p:nvSpPr>
          <p:cNvPr id="36" name="Espaço Reservado para Texto 46">
            <a:extLst>
              <a:ext uri="{FF2B5EF4-FFF2-40B4-BE49-F238E27FC236}">
                <a16:creationId xmlns:a16="http://schemas.microsoft.com/office/drawing/2014/main" id="{416ACAFF-0A73-4E85-AAD5-735A94B7ECB4}"/>
              </a:ext>
            </a:extLst>
          </p:cNvPr>
          <p:cNvSpPr>
            <a:spLocks noGrp="1"/>
          </p:cNvSpPr>
          <p:nvPr>
            <p:ph type="body" sz="quarter" idx="42" hasCustomPrompt="1"/>
          </p:nvPr>
        </p:nvSpPr>
        <p:spPr>
          <a:xfrm>
            <a:off x="6427880" y="5105043"/>
            <a:ext cx="5468211" cy="873933"/>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Descreva a CAMPANHA atl.</a:t>
            </a:r>
          </a:p>
        </p:txBody>
      </p:sp>
      <p:sp>
        <p:nvSpPr>
          <p:cNvPr id="8" name="Triângulo Retângulo 7">
            <a:extLst>
              <a:ext uri="{FF2B5EF4-FFF2-40B4-BE49-F238E27FC236}">
                <a16:creationId xmlns:a16="http://schemas.microsoft.com/office/drawing/2014/main" id="{2CA243BB-7505-44CF-9B92-EA6E1E4024CC}"/>
              </a:ext>
            </a:extLst>
          </p:cNvPr>
          <p:cNvSpPr/>
          <p:nvPr userDrawn="1"/>
        </p:nvSpPr>
        <p:spPr>
          <a:xfrm rot="5400000">
            <a:off x="0" y="0"/>
            <a:ext cx="540000" cy="540000"/>
          </a:xfrm>
          <a:prstGeom prst="r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pt-BR"/>
          </a:p>
        </p:txBody>
      </p:sp>
    </p:spTree>
    <p:extLst>
      <p:ext uri="{BB962C8B-B14F-4D97-AF65-F5344CB8AC3E}">
        <p14:creationId xmlns:p14="http://schemas.microsoft.com/office/powerpoint/2010/main" val="129918470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JORNADA DETALHADA">
    <p:spTree>
      <p:nvGrpSpPr>
        <p:cNvPr id="1" name=""/>
        <p:cNvGrpSpPr/>
        <p:nvPr/>
      </p:nvGrpSpPr>
      <p:grpSpPr>
        <a:xfrm>
          <a:off x="0" y="0"/>
          <a:ext cx="0" cy="0"/>
          <a:chOff x="0" y="0"/>
          <a:chExt cx="0" cy="0"/>
        </a:xfrm>
      </p:grpSpPr>
      <p:sp>
        <p:nvSpPr>
          <p:cNvPr id="151" name="Retângulo 150">
            <a:extLst>
              <a:ext uri="{FF2B5EF4-FFF2-40B4-BE49-F238E27FC236}">
                <a16:creationId xmlns:a16="http://schemas.microsoft.com/office/drawing/2014/main" id="{94539554-914F-4EF9-A710-8F87D8165A97}"/>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6" name="Retângulo: Cantos Superiores Arredondados 5">
            <a:extLst>
              <a:ext uri="{FF2B5EF4-FFF2-40B4-BE49-F238E27FC236}">
                <a16:creationId xmlns:a16="http://schemas.microsoft.com/office/drawing/2014/main" id="{58280137-A574-49A2-B09A-F3051C4607DC}"/>
              </a:ext>
            </a:extLst>
          </p:cNvPr>
          <p:cNvSpPr/>
          <p:nvPr userDrawn="1"/>
        </p:nvSpPr>
        <p:spPr>
          <a:xfrm rot="16200000">
            <a:off x="4053937" y="-3073666"/>
            <a:ext cx="4079967" cy="11811697"/>
          </a:xfrm>
          <a:prstGeom prst="round2SameRect">
            <a:avLst>
              <a:gd name="adj1" fmla="val 5299"/>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JORNADA</a:t>
            </a: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669390" y="960063"/>
            <a:ext cx="11226701" cy="38143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 name="Retângulo: Cantos Superiores Arredondados 8">
            <a:extLst>
              <a:ext uri="{FF2B5EF4-FFF2-40B4-BE49-F238E27FC236}">
                <a16:creationId xmlns:a16="http://schemas.microsoft.com/office/drawing/2014/main" id="{4749333B-E6F0-4FDE-BB4F-308BE95F7B22}"/>
              </a:ext>
            </a:extLst>
          </p:cNvPr>
          <p:cNvSpPr/>
          <p:nvPr userDrawn="1"/>
        </p:nvSpPr>
        <p:spPr>
          <a:xfrm rot="16200000">
            <a:off x="5388566" y="-250252"/>
            <a:ext cx="1410712" cy="11811696"/>
          </a:xfrm>
          <a:prstGeom prst="round2SameRect">
            <a:avLst>
              <a:gd name="adj1" fmla="val 5299"/>
              <a:gd name="adj2" fmla="val 0"/>
            </a:avLst>
          </a:prstGeom>
          <a:solidFill>
            <a:schemeClr val="accent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NOTAS</a:t>
            </a:r>
          </a:p>
        </p:txBody>
      </p:sp>
      <p:sp>
        <p:nvSpPr>
          <p:cNvPr id="10" name="Retângulo 9">
            <a:extLst>
              <a:ext uri="{FF2B5EF4-FFF2-40B4-BE49-F238E27FC236}">
                <a16:creationId xmlns:a16="http://schemas.microsoft.com/office/drawing/2014/main" id="{6CB08043-A7E9-4C72-AEAE-6B31C0E6D307}"/>
              </a:ext>
            </a:extLst>
          </p:cNvPr>
          <p:cNvSpPr/>
          <p:nvPr userDrawn="1"/>
        </p:nvSpPr>
        <p:spPr>
          <a:xfrm>
            <a:off x="635443" y="5057895"/>
            <a:ext cx="11260647" cy="1207937"/>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47" name="Espaço Reservado para Texto 46">
            <a:extLst>
              <a:ext uri="{FF2B5EF4-FFF2-40B4-BE49-F238E27FC236}">
                <a16:creationId xmlns:a16="http://schemas.microsoft.com/office/drawing/2014/main" id="{FD3EC130-71A3-4631-982F-82143E912156}"/>
              </a:ext>
            </a:extLst>
          </p:cNvPr>
          <p:cNvSpPr>
            <a:spLocks noGrp="1"/>
          </p:cNvSpPr>
          <p:nvPr>
            <p:ph type="body" sz="quarter" idx="21" hasCustomPrompt="1"/>
          </p:nvPr>
        </p:nvSpPr>
        <p:spPr>
          <a:xfrm>
            <a:off x="669390" y="5057895"/>
            <a:ext cx="11226700" cy="1207937"/>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todas as observações que considerar importantes para o melhor entendimento da jornada desenhada acima.</a:t>
            </a: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47" name="Retângulo: Cantos Arredondados 146">
            <a:extLst>
              <a:ext uri="{FF2B5EF4-FFF2-40B4-BE49-F238E27FC236}">
                <a16:creationId xmlns:a16="http://schemas.microsoft.com/office/drawing/2014/main" id="{9229C4AE-376F-4605-8153-F8723D076920}"/>
              </a:ext>
            </a:extLst>
          </p:cNvPr>
          <p:cNvSpPr/>
          <p:nvPr userDrawn="1"/>
        </p:nvSpPr>
        <p:spPr>
          <a:xfrm>
            <a:off x="669391" y="179801"/>
            <a:ext cx="391567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JORNADA DETALHADA</a:t>
            </a:r>
          </a:p>
        </p:txBody>
      </p:sp>
      <p:pic>
        <p:nvPicPr>
          <p:cNvPr id="149" name="Immagine 7" descr="secondario_rgb.png">
            <a:extLst>
              <a:ext uri="{FF2B5EF4-FFF2-40B4-BE49-F238E27FC236}">
                <a16:creationId xmlns:a16="http://schemas.microsoft.com/office/drawing/2014/main" id="{E5C6C0CA-158B-4838-AA4D-78D04351509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Tree>
    <p:extLst>
      <p:ext uri="{BB962C8B-B14F-4D97-AF65-F5344CB8AC3E}">
        <p14:creationId xmlns:p14="http://schemas.microsoft.com/office/powerpoint/2010/main" val="3005063730"/>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ICRO JORNADA MODELO 1 PÁGINA">
    <p:spTree>
      <p:nvGrpSpPr>
        <p:cNvPr id="1" name=""/>
        <p:cNvGrpSpPr/>
        <p:nvPr/>
      </p:nvGrpSpPr>
      <p:grpSpPr>
        <a:xfrm>
          <a:off x="0" y="0"/>
          <a:ext cx="0" cy="0"/>
          <a:chOff x="0" y="0"/>
          <a:chExt cx="0" cy="0"/>
        </a:xfrm>
      </p:grpSpPr>
      <p:sp>
        <p:nvSpPr>
          <p:cNvPr id="18" name="Retângulo 17">
            <a:extLst>
              <a:ext uri="{FF2B5EF4-FFF2-40B4-BE49-F238E27FC236}">
                <a16:creationId xmlns:a16="http://schemas.microsoft.com/office/drawing/2014/main" id="{2EE181D9-6F6E-40CA-862C-93DB17B94031}"/>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6" name="Retângulo: Cantos Superiores Arredondados 5">
            <a:extLst>
              <a:ext uri="{FF2B5EF4-FFF2-40B4-BE49-F238E27FC236}">
                <a16:creationId xmlns:a16="http://schemas.microsoft.com/office/drawing/2014/main" id="{58280137-A574-49A2-B09A-F3051C4607DC}"/>
              </a:ext>
            </a:extLst>
          </p:cNvPr>
          <p:cNvSpPr/>
          <p:nvPr userDrawn="1"/>
        </p:nvSpPr>
        <p:spPr>
          <a:xfrm rot="16200000">
            <a:off x="5593510" y="-4619606"/>
            <a:ext cx="997629" cy="11814888"/>
          </a:xfrm>
          <a:prstGeom prst="round2SameRect">
            <a:avLst>
              <a:gd name="adj1" fmla="val 5299"/>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ATIVIDADE</a:t>
            </a: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575844" y="899327"/>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 name="Retângulo: Cantos Superiores Arredondados 8">
            <a:extLst>
              <a:ext uri="{FF2B5EF4-FFF2-40B4-BE49-F238E27FC236}">
                <a16:creationId xmlns:a16="http://schemas.microsoft.com/office/drawing/2014/main" id="{4749333B-E6F0-4FDE-BB4F-308BE95F7B22}"/>
              </a:ext>
            </a:extLst>
          </p:cNvPr>
          <p:cNvSpPr/>
          <p:nvPr userDrawn="1"/>
        </p:nvSpPr>
        <p:spPr>
          <a:xfrm rot="16200000">
            <a:off x="3857310" y="-1778315"/>
            <a:ext cx="4466838" cy="11811696"/>
          </a:xfrm>
          <a:prstGeom prst="round2SameRect">
            <a:avLst>
              <a:gd name="adj1" fmla="val 5299"/>
              <a:gd name="adj2" fmla="val 0"/>
            </a:avLst>
          </a:prstGeom>
          <a:solidFill>
            <a:srgbClr val="133765"/>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MECÂNICA</a:t>
            </a:r>
          </a:p>
        </p:txBody>
      </p:sp>
      <p:sp>
        <p:nvSpPr>
          <p:cNvPr id="10" name="Retângulo 9">
            <a:extLst>
              <a:ext uri="{FF2B5EF4-FFF2-40B4-BE49-F238E27FC236}">
                <a16:creationId xmlns:a16="http://schemas.microsoft.com/office/drawing/2014/main" id="{6CB08043-A7E9-4C72-AEAE-6B31C0E6D307}"/>
              </a:ext>
            </a:extLst>
          </p:cNvPr>
          <p:cNvSpPr/>
          <p:nvPr userDrawn="1"/>
        </p:nvSpPr>
        <p:spPr>
          <a:xfrm>
            <a:off x="571892" y="1981986"/>
            <a:ext cx="11289283" cy="750708"/>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CONCEITOS GERAIS</a:t>
            </a:r>
          </a:p>
        </p:txBody>
      </p:sp>
      <p:sp>
        <p:nvSpPr>
          <p:cNvPr id="47" name="Espaço Reservado para Texto 46">
            <a:extLst>
              <a:ext uri="{FF2B5EF4-FFF2-40B4-BE49-F238E27FC236}">
                <a16:creationId xmlns:a16="http://schemas.microsoft.com/office/drawing/2014/main" id="{FD3EC130-71A3-4631-982F-82143E912156}"/>
              </a:ext>
            </a:extLst>
          </p:cNvPr>
          <p:cNvSpPr>
            <a:spLocks noGrp="1"/>
          </p:cNvSpPr>
          <p:nvPr>
            <p:ph type="body" sz="quarter" idx="21" hasCustomPrompt="1"/>
          </p:nvPr>
        </p:nvSpPr>
        <p:spPr>
          <a:xfrm>
            <a:off x="571892" y="2114421"/>
            <a:ext cx="11232680" cy="577853"/>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Descrever regra para que o produto seja ativado, Descrever as condições necessárias à manutenção da elegibilidade do cliente a este produto, Descrever o processo para que o produto seja cancelado </a:t>
            </a: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5" name="Espaço Reservado para Texto 46">
            <a:extLst>
              <a:ext uri="{FF2B5EF4-FFF2-40B4-BE49-F238E27FC236}">
                <a16:creationId xmlns:a16="http://schemas.microsoft.com/office/drawing/2014/main" id="{9D211934-8FD0-4245-ACCF-FAC60843D80B}"/>
              </a:ext>
            </a:extLst>
          </p:cNvPr>
          <p:cNvSpPr>
            <a:spLocks noGrp="1"/>
          </p:cNvSpPr>
          <p:nvPr>
            <p:ph type="body" sz="quarter" idx="29" hasCustomPrompt="1"/>
          </p:nvPr>
        </p:nvSpPr>
        <p:spPr>
          <a:xfrm>
            <a:off x="3199083" y="302126"/>
            <a:ext cx="4129179" cy="377894"/>
          </a:xfrm>
        </p:spPr>
        <p:txBody>
          <a:bodyPr>
            <a:normAutofit/>
          </a:bodyPr>
          <a:lstStyle>
            <a:lvl1pPr marL="0" indent="0">
              <a:lnSpc>
                <a:spcPct val="100000"/>
              </a:lnSpc>
              <a:spcBef>
                <a:spcPts val="100"/>
              </a:spcBef>
              <a:buNone/>
              <a:defRPr sz="1600" b="1">
                <a:solidFill>
                  <a:schemeClr val="bg1"/>
                </a:solidFill>
                <a:latin typeface="Arial Narrow" panose="020B0606020202030204" pitchFamily="34" charset="0"/>
              </a:defRPr>
            </a:lvl1pPr>
          </a:lstStyle>
          <a:p>
            <a:pPr lvl="0"/>
            <a:r>
              <a:rPr lang="pt-BR"/>
              <a:t>blablabla</a:t>
            </a:r>
          </a:p>
        </p:txBody>
      </p:sp>
      <p:sp>
        <p:nvSpPr>
          <p:cNvPr id="56" name="Retângulo 55">
            <a:extLst>
              <a:ext uri="{FF2B5EF4-FFF2-40B4-BE49-F238E27FC236}">
                <a16:creationId xmlns:a16="http://schemas.microsoft.com/office/drawing/2014/main" id="{FBEE938B-4FFF-4C52-A4FD-BFAD119E445F}"/>
              </a:ext>
            </a:extLst>
          </p:cNvPr>
          <p:cNvSpPr/>
          <p:nvPr userDrawn="1"/>
        </p:nvSpPr>
        <p:spPr>
          <a:xfrm>
            <a:off x="571892" y="2800742"/>
            <a:ext cx="11289282" cy="74195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CONCEIITOS FINANCEIROS</a:t>
            </a:r>
          </a:p>
        </p:txBody>
      </p:sp>
      <p:sp>
        <p:nvSpPr>
          <p:cNvPr id="57" name="Espaço Reservado para Texto 46">
            <a:extLst>
              <a:ext uri="{FF2B5EF4-FFF2-40B4-BE49-F238E27FC236}">
                <a16:creationId xmlns:a16="http://schemas.microsoft.com/office/drawing/2014/main" id="{4E47C074-28BB-4F18-8BB7-890F26C86183}"/>
              </a:ext>
            </a:extLst>
          </p:cNvPr>
          <p:cNvSpPr>
            <a:spLocks noGrp="1"/>
          </p:cNvSpPr>
          <p:nvPr>
            <p:ph type="body" sz="quarter" idx="42" hasCustomPrompt="1"/>
          </p:nvPr>
        </p:nvSpPr>
        <p:spPr>
          <a:xfrm>
            <a:off x="571892" y="2922639"/>
            <a:ext cx="11232681" cy="597307"/>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Detalhar todos os valores do produto/serviço, use o slide de anexos quando existe informações de pricing, Informar valor da taxa de adesão, quando aplicável, para novos clientes e Base.</a:t>
            </a:r>
          </a:p>
        </p:txBody>
      </p:sp>
      <p:sp>
        <p:nvSpPr>
          <p:cNvPr id="58" name="Retângulo 57">
            <a:extLst>
              <a:ext uri="{FF2B5EF4-FFF2-40B4-BE49-F238E27FC236}">
                <a16:creationId xmlns:a16="http://schemas.microsoft.com/office/drawing/2014/main" id="{8070A057-D731-40E7-AA8B-6418541D06C3}"/>
              </a:ext>
            </a:extLst>
          </p:cNvPr>
          <p:cNvSpPr/>
          <p:nvPr userDrawn="1"/>
        </p:nvSpPr>
        <p:spPr>
          <a:xfrm>
            <a:off x="556539" y="3610744"/>
            <a:ext cx="1767104" cy="263990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59" name="Espaço Reservado para Texto 46">
            <a:extLst>
              <a:ext uri="{FF2B5EF4-FFF2-40B4-BE49-F238E27FC236}">
                <a16:creationId xmlns:a16="http://schemas.microsoft.com/office/drawing/2014/main" id="{50FF9546-3CF6-4286-B456-DABA825F6E04}"/>
              </a:ext>
            </a:extLst>
          </p:cNvPr>
          <p:cNvSpPr>
            <a:spLocks noGrp="1"/>
          </p:cNvSpPr>
          <p:nvPr>
            <p:ph type="body" sz="quarter" idx="43" hasCustomPrompt="1"/>
          </p:nvPr>
        </p:nvSpPr>
        <p:spPr>
          <a:xfrm>
            <a:off x="571892" y="3744886"/>
            <a:ext cx="1732045" cy="2465505"/>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49" name="Espaço Reservado para Texto 46">
            <a:extLst>
              <a:ext uri="{FF2B5EF4-FFF2-40B4-BE49-F238E27FC236}">
                <a16:creationId xmlns:a16="http://schemas.microsoft.com/office/drawing/2014/main" id="{8F9A3D2F-0377-4774-91BC-B1C5B4722F93}"/>
              </a:ext>
            </a:extLst>
          </p:cNvPr>
          <p:cNvSpPr>
            <a:spLocks noGrp="1"/>
          </p:cNvSpPr>
          <p:nvPr>
            <p:ph type="body" sz="quarter" idx="56" hasCustomPrompt="1"/>
          </p:nvPr>
        </p:nvSpPr>
        <p:spPr>
          <a:xfrm>
            <a:off x="575845" y="925130"/>
            <a:ext cx="1728092"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p:txBody>
      </p:sp>
      <p:sp>
        <p:nvSpPr>
          <p:cNvPr id="11" name="Seta: Divisa 10">
            <a:extLst>
              <a:ext uri="{FF2B5EF4-FFF2-40B4-BE49-F238E27FC236}">
                <a16:creationId xmlns:a16="http://schemas.microsoft.com/office/drawing/2014/main" id="{2C2FFE45-2841-4621-BEBE-6B7044D4407F}"/>
              </a:ext>
            </a:extLst>
          </p:cNvPr>
          <p:cNvSpPr/>
          <p:nvPr userDrawn="1"/>
        </p:nvSpPr>
        <p:spPr>
          <a:xfrm>
            <a:off x="2416504" y="931906"/>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92" name="Retângulo 91">
            <a:extLst>
              <a:ext uri="{FF2B5EF4-FFF2-40B4-BE49-F238E27FC236}">
                <a16:creationId xmlns:a16="http://schemas.microsoft.com/office/drawing/2014/main" id="{3E8FD7AC-9725-4989-AE1D-DE9DA7A3760A}"/>
              </a:ext>
            </a:extLst>
          </p:cNvPr>
          <p:cNvSpPr/>
          <p:nvPr userDrawn="1"/>
        </p:nvSpPr>
        <p:spPr>
          <a:xfrm>
            <a:off x="2962406" y="899327"/>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3" name="Espaço Reservado para Texto 46">
            <a:extLst>
              <a:ext uri="{FF2B5EF4-FFF2-40B4-BE49-F238E27FC236}">
                <a16:creationId xmlns:a16="http://schemas.microsoft.com/office/drawing/2014/main" id="{1E5F2016-E7A4-4DFA-938A-05538C89E923}"/>
              </a:ext>
            </a:extLst>
          </p:cNvPr>
          <p:cNvSpPr>
            <a:spLocks noGrp="1"/>
          </p:cNvSpPr>
          <p:nvPr>
            <p:ph type="body" sz="quarter" idx="57" hasCustomPrompt="1"/>
          </p:nvPr>
        </p:nvSpPr>
        <p:spPr>
          <a:xfrm>
            <a:off x="2962406" y="925499"/>
            <a:ext cx="1711085"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p:txBody>
      </p:sp>
      <p:sp>
        <p:nvSpPr>
          <p:cNvPr id="12" name="Seta: Divisa 11">
            <a:extLst>
              <a:ext uri="{FF2B5EF4-FFF2-40B4-BE49-F238E27FC236}">
                <a16:creationId xmlns:a16="http://schemas.microsoft.com/office/drawing/2014/main" id="{248E2E8C-520D-4E88-BC3C-D23A3C08EC1F}"/>
              </a:ext>
            </a:extLst>
          </p:cNvPr>
          <p:cNvSpPr/>
          <p:nvPr userDrawn="1"/>
        </p:nvSpPr>
        <p:spPr>
          <a:xfrm>
            <a:off x="4805043" y="927640"/>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95" name="Retângulo 94">
            <a:extLst>
              <a:ext uri="{FF2B5EF4-FFF2-40B4-BE49-F238E27FC236}">
                <a16:creationId xmlns:a16="http://schemas.microsoft.com/office/drawing/2014/main" id="{3953BCD1-B9FB-450D-985E-48929692CD0E}"/>
              </a:ext>
            </a:extLst>
          </p:cNvPr>
          <p:cNvSpPr/>
          <p:nvPr userDrawn="1"/>
        </p:nvSpPr>
        <p:spPr>
          <a:xfrm>
            <a:off x="5351113" y="907830"/>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6" name="Espaço Reservado para Texto 46">
            <a:extLst>
              <a:ext uri="{FF2B5EF4-FFF2-40B4-BE49-F238E27FC236}">
                <a16:creationId xmlns:a16="http://schemas.microsoft.com/office/drawing/2014/main" id="{46E3FDC8-8670-4DA1-8917-98CBB1AC0FA0}"/>
              </a:ext>
            </a:extLst>
          </p:cNvPr>
          <p:cNvSpPr>
            <a:spLocks noGrp="1"/>
          </p:cNvSpPr>
          <p:nvPr>
            <p:ph type="body" sz="quarter" idx="58" hasCustomPrompt="1"/>
          </p:nvPr>
        </p:nvSpPr>
        <p:spPr>
          <a:xfrm>
            <a:off x="5383415" y="933633"/>
            <a:ext cx="1649542"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3" name="Seta: Divisa 12">
            <a:extLst>
              <a:ext uri="{FF2B5EF4-FFF2-40B4-BE49-F238E27FC236}">
                <a16:creationId xmlns:a16="http://schemas.microsoft.com/office/drawing/2014/main" id="{B8E668D8-42E9-4062-81C0-BDC6C8F3DDDE}"/>
              </a:ext>
            </a:extLst>
          </p:cNvPr>
          <p:cNvSpPr/>
          <p:nvPr userDrawn="1"/>
        </p:nvSpPr>
        <p:spPr>
          <a:xfrm>
            <a:off x="7193750" y="921962"/>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98" name="Retângulo 97">
            <a:extLst>
              <a:ext uri="{FF2B5EF4-FFF2-40B4-BE49-F238E27FC236}">
                <a16:creationId xmlns:a16="http://schemas.microsoft.com/office/drawing/2014/main" id="{EBE4EE30-9B74-4384-84C4-5F679A8FA039}"/>
              </a:ext>
            </a:extLst>
          </p:cNvPr>
          <p:cNvSpPr/>
          <p:nvPr userDrawn="1"/>
        </p:nvSpPr>
        <p:spPr>
          <a:xfrm>
            <a:off x="7750862" y="890459"/>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9" name="Espaço Reservado para Texto 46">
            <a:extLst>
              <a:ext uri="{FF2B5EF4-FFF2-40B4-BE49-F238E27FC236}">
                <a16:creationId xmlns:a16="http://schemas.microsoft.com/office/drawing/2014/main" id="{19CADC75-B231-4FB0-9A9F-A087039B2C44}"/>
              </a:ext>
            </a:extLst>
          </p:cNvPr>
          <p:cNvSpPr>
            <a:spLocks noGrp="1"/>
          </p:cNvSpPr>
          <p:nvPr>
            <p:ph type="body" sz="quarter" idx="59" hasCustomPrompt="1"/>
          </p:nvPr>
        </p:nvSpPr>
        <p:spPr>
          <a:xfrm>
            <a:off x="7783164" y="916262"/>
            <a:ext cx="1636254"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00" name="Retângulo 99">
            <a:extLst>
              <a:ext uri="{FF2B5EF4-FFF2-40B4-BE49-F238E27FC236}">
                <a16:creationId xmlns:a16="http://schemas.microsoft.com/office/drawing/2014/main" id="{96EC751D-E462-4F90-ABF9-5F035CB42113}"/>
              </a:ext>
            </a:extLst>
          </p:cNvPr>
          <p:cNvSpPr/>
          <p:nvPr userDrawn="1"/>
        </p:nvSpPr>
        <p:spPr>
          <a:xfrm>
            <a:off x="10120417" y="888264"/>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101" name="Espaço Reservado para Texto 46">
            <a:extLst>
              <a:ext uri="{FF2B5EF4-FFF2-40B4-BE49-F238E27FC236}">
                <a16:creationId xmlns:a16="http://schemas.microsoft.com/office/drawing/2014/main" id="{1F99A9E4-6321-41F7-967B-BB312BE73EAF}"/>
              </a:ext>
            </a:extLst>
          </p:cNvPr>
          <p:cNvSpPr>
            <a:spLocks noGrp="1"/>
          </p:cNvSpPr>
          <p:nvPr>
            <p:ph type="body" sz="quarter" idx="60" hasCustomPrompt="1"/>
          </p:nvPr>
        </p:nvSpPr>
        <p:spPr>
          <a:xfrm>
            <a:off x="10133480" y="914067"/>
            <a:ext cx="1676003"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4" name="Seta: Divisa 13">
            <a:extLst>
              <a:ext uri="{FF2B5EF4-FFF2-40B4-BE49-F238E27FC236}">
                <a16:creationId xmlns:a16="http://schemas.microsoft.com/office/drawing/2014/main" id="{EED2E246-79E2-400D-96F9-6A57953A4CB2}"/>
              </a:ext>
            </a:extLst>
          </p:cNvPr>
          <p:cNvSpPr/>
          <p:nvPr userDrawn="1"/>
        </p:nvSpPr>
        <p:spPr>
          <a:xfrm>
            <a:off x="9603719" y="916994"/>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03" name="Retângulo 102">
            <a:extLst>
              <a:ext uri="{FF2B5EF4-FFF2-40B4-BE49-F238E27FC236}">
                <a16:creationId xmlns:a16="http://schemas.microsoft.com/office/drawing/2014/main" id="{6A63CA73-5545-4CC7-A82B-0EB314FCF916}"/>
              </a:ext>
            </a:extLst>
          </p:cNvPr>
          <p:cNvSpPr/>
          <p:nvPr userDrawn="1"/>
        </p:nvSpPr>
        <p:spPr>
          <a:xfrm>
            <a:off x="2943101" y="3603696"/>
            <a:ext cx="1767104" cy="263990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104" name="Espaço Reservado para Texto 46">
            <a:extLst>
              <a:ext uri="{FF2B5EF4-FFF2-40B4-BE49-F238E27FC236}">
                <a16:creationId xmlns:a16="http://schemas.microsoft.com/office/drawing/2014/main" id="{D786466E-754E-4FCB-BD8C-5931EE27DC3E}"/>
              </a:ext>
            </a:extLst>
          </p:cNvPr>
          <p:cNvSpPr>
            <a:spLocks noGrp="1"/>
          </p:cNvSpPr>
          <p:nvPr>
            <p:ph type="body" sz="quarter" idx="61" hasCustomPrompt="1"/>
          </p:nvPr>
        </p:nvSpPr>
        <p:spPr>
          <a:xfrm>
            <a:off x="2958454" y="3737838"/>
            <a:ext cx="1732045" cy="2465505"/>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05" name="Retângulo 104">
            <a:extLst>
              <a:ext uri="{FF2B5EF4-FFF2-40B4-BE49-F238E27FC236}">
                <a16:creationId xmlns:a16="http://schemas.microsoft.com/office/drawing/2014/main" id="{45459441-1B2D-41E5-9BE5-D6B52BC34A32}"/>
              </a:ext>
            </a:extLst>
          </p:cNvPr>
          <p:cNvSpPr/>
          <p:nvPr userDrawn="1"/>
        </p:nvSpPr>
        <p:spPr>
          <a:xfrm>
            <a:off x="5329663" y="3606184"/>
            <a:ext cx="1767104" cy="263990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106" name="Espaço Reservado para Texto 46">
            <a:extLst>
              <a:ext uri="{FF2B5EF4-FFF2-40B4-BE49-F238E27FC236}">
                <a16:creationId xmlns:a16="http://schemas.microsoft.com/office/drawing/2014/main" id="{EB937B75-E0A0-46D2-A6FB-EC6620D45C44}"/>
              </a:ext>
            </a:extLst>
          </p:cNvPr>
          <p:cNvSpPr>
            <a:spLocks noGrp="1"/>
          </p:cNvSpPr>
          <p:nvPr>
            <p:ph type="body" sz="quarter" idx="62" hasCustomPrompt="1"/>
          </p:nvPr>
        </p:nvSpPr>
        <p:spPr>
          <a:xfrm>
            <a:off x="5345016" y="3740326"/>
            <a:ext cx="1732045" cy="2465505"/>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a:t>
            </a:r>
          </a:p>
        </p:txBody>
      </p:sp>
      <p:sp>
        <p:nvSpPr>
          <p:cNvPr id="107" name="Retângulo 106">
            <a:extLst>
              <a:ext uri="{FF2B5EF4-FFF2-40B4-BE49-F238E27FC236}">
                <a16:creationId xmlns:a16="http://schemas.microsoft.com/office/drawing/2014/main" id="{C79C78E2-6109-4A82-A070-B9B93DC1926D}"/>
              </a:ext>
            </a:extLst>
          </p:cNvPr>
          <p:cNvSpPr/>
          <p:nvPr userDrawn="1"/>
        </p:nvSpPr>
        <p:spPr>
          <a:xfrm>
            <a:off x="7750862" y="3601876"/>
            <a:ext cx="1767104" cy="263990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108" name="Espaço Reservado para Texto 46">
            <a:extLst>
              <a:ext uri="{FF2B5EF4-FFF2-40B4-BE49-F238E27FC236}">
                <a16:creationId xmlns:a16="http://schemas.microsoft.com/office/drawing/2014/main" id="{13958104-F6FA-4611-B2A4-2D79EE1BC816}"/>
              </a:ext>
            </a:extLst>
          </p:cNvPr>
          <p:cNvSpPr>
            <a:spLocks noGrp="1"/>
          </p:cNvSpPr>
          <p:nvPr>
            <p:ph type="body" sz="quarter" idx="63" hasCustomPrompt="1"/>
          </p:nvPr>
        </p:nvSpPr>
        <p:spPr>
          <a:xfrm>
            <a:off x="7766215" y="3736018"/>
            <a:ext cx="1732045" cy="2465505"/>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09" name="Retângulo 108">
            <a:extLst>
              <a:ext uri="{FF2B5EF4-FFF2-40B4-BE49-F238E27FC236}">
                <a16:creationId xmlns:a16="http://schemas.microsoft.com/office/drawing/2014/main" id="{AF00F5F0-7B8E-4433-ACCC-9A05A853A33C}"/>
              </a:ext>
            </a:extLst>
          </p:cNvPr>
          <p:cNvSpPr/>
          <p:nvPr userDrawn="1"/>
        </p:nvSpPr>
        <p:spPr>
          <a:xfrm>
            <a:off x="10090224" y="3606225"/>
            <a:ext cx="1767104" cy="263990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110" name="Espaço Reservado para Texto 46">
            <a:extLst>
              <a:ext uri="{FF2B5EF4-FFF2-40B4-BE49-F238E27FC236}">
                <a16:creationId xmlns:a16="http://schemas.microsoft.com/office/drawing/2014/main" id="{F45EA615-A820-42DD-A7B2-4534B7D51667}"/>
              </a:ext>
            </a:extLst>
          </p:cNvPr>
          <p:cNvSpPr>
            <a:spLocks noGrp="1"/>
          </p:cNvSpPr>
          <p:nvPr>
            <p:ph type="body" sz="quarter" idx="64" hasCustomPrompt="1"/>
          </p:nvPr>
        </p:nvSpPr>
        <p:spPr>
          <a:xfrm>
            <a:off x="10105577" y="3740367"/>
            <a:ext cx="1732045" cy="2465505"/>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a:t>
            </a:r>
          </a:p>
        </p:txBody>
      </p:sp>
      <p:sp>
        <p:nvSpPr>
          <p:cNvPr id="16" name="Retângulo: Cantos Arredondados 15">
            <a:extLst>
              <a:ext uri="{FF2B5EF4-FFF2-40B4-BE49-F238E27FC236}">
                <a16:creationId xmlns:a16="http://schemas.microsoft.com/office/drawing/2014/main" id="{D8F02428-52FF-4965-B657-4C0F09396893}"/>
              </a:ext>
            </a:extLst>
          </p:cNvPr>
          <p:cNvSpPr/>
          <p:nvPr userDrawn="1"/>
        </p:nvSpPr>
        <p:spPr>
          <a:xfrm>
            <a:off x="669391" y="179801"/>
            <a:ext cx="391567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MICRO JORNADA - </a:t>
            </a:r>
          </a:p>
        </p:txBody>
      </p:sp>
      <p:pic>
        <p:nvPicPr>
          <p:cNvPr id="17" name="Immagine 7" descr="secondario_rgb.png">
            <a:extLst>
              <a:ext uri="{FF2B5EF4-FFF2-40B4-BE49-F238E27FC236}">
                <a16:creationId xmlns:a16="http://schemas.microsoft.com/office/drawing/2014/main" id="{1263B908-1194-4F7E-AC34-3B0067CC215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
        <p:nvSpPr>
          <p:cNvPr id="113" name="Espaço Reservado para Texto 46">
            <a:extLst>
              <a:ext uri="{FF2B5EF4-FFF2-40B4-BE49-F238E27FC236}">
                <a16:creationId xmlns:a16="http://schemas.microsoft.com/office/drawing/2014/main" id="{4CE871CB-5857-4E26-82C9-3A0F74E93A67}"/>
              </a:ext>
            </a:extLst>
          </p:cNvPr>
          <p:cNvSpPr>
            <a:spLocks noGrp="1"/>
          </p:cNvSpPr>
          <p:nvPr>
            <p:ph type="body" sz="quarter" idx="65" hasCustomPrompt="1"/>
          </p:nvPr>
        </p:nvSpPr>
        <p:spPr>
          <a:xfrm>
            <a:off x="3093957" y="201451"/>
            <a:ext cx="5632031" cy="468330"/>
          </a:xfrm>
        </p:spPr>
        <p:txBody>
          <a:bodyPr>
            <a:normAutofit/>
          </a:bodyPr>
          <a:lstStyle>
            <a:lvl1pPr marL="0" indent="0" algn="l">
              <a:lnSpc>
                <a:spcPct val="100000"/>
              </a:lnSpc>
              <a:spcBef>
                <a:spcPts val="100"/>
              </a:spcBef>
              <a:buNone/>
              <a:defRPr sz="240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o nome da micro jornada</a:t>
            </a:r>
          </a:p>
        </p:txBody>
      </p:sp>
    </p:spTree>
    <p:extLst>
      <p:ext uri="{BB962C8B-B14F-4D97-AF65-F5344CB8AC3E}">
        <p14:creationId xmlns:p14="http://schemas.microsoft.com/office/powerpoint/2010/main" val="371303639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MICRO JORNADA MODELO MULTI - INICIO">
    <p:spTree>
      <p:nvGrpSpPr>
        <p:cNvPr id="1" name=""/>
        <p:cNvGrpSpPr/>
        <p:nvPr/>
      </p:nvGrpSpPr>
      <p:grpSpPr>
        <a:xfrm>
          <a:off x="0" y="0"/>
          <a:ext cx="0" cy="0"/>
          <a:chOff x="0" y="0"/>
          <a:chExt cx="0" cy="0"/>
        </a:xfrm>
      </p:grpSpPr>
      <p:sp>
        <p:nvSpPr>
          <p:cNvPr id="7" name="Retângulo 6">
            <a:extLst>
              <a:ext uri="{FF2B5EF4-FFF2-40B4-BE49-F238E27FC236}">
                <a16:creationId xmlns:a16="http://schemas.microsoft.com/office/drawing/2014/main" id="{F7692E19-CB9C-4D5B-A8C0-4CDACEA58DBF}"/>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6" name="Retângulo: Cantos Superiores Arredondados 5">
            <a:extLst>
              <a:ext uri="{FF2B5EF4-FFF2-40B4-BE49-F238E27FC236}">
                <a16:creationId xmlns:a16="http://schemas.microsoft.com/office/drawing/2014/main" id="{58280137-A574-49A2-B09A-F3051C4607DC}"/>
              </a:ext>
            </a:extLst>
          </p:cNvPr>
          <p:cNvSpPr/>
          <p:nvPr userDrawn="1"/>
        </p:nvSpPr>
        <p:spPr>
          <a:xfrm rot="16200000">
            <a:off x="4729728" y="-3740363"/>
            <a:ext cx="997629" cy="10056402"/>
          </a:xfrm>
          <a:prstGeom prst="round2SameRect">
            <a:avLst>
              <a:gd name="adj1" fmla="val 5299"/>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ATIVIDADE</a:t>
            </a: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591305" y="899327"/>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 name="Retângulo: Cantos Superiores Arredondados 8">
            <a:extLst>
              <a:ext uri="{FF2B5EF4-FFF2-40B4-BE49-F238E27FC236}">
                <a16:creationId xmlns:a16="http://schemas.microsoft.com/office/drawing/2014/main" id="{4749333B-E6F0-4FDE-BB4F-308BE95F7B22}"/>
              </a:ext>
            </a:extLst>
          </p:cNvPr>
          <p:cNvSpPr/>
          <p:nvPr userDrawn="1"/>
        </p:nvSpPr>
        <p:spPr>
          <a:xfrm rot="16200000">
            <a:off x="2995123" y="-900667"/>
            <a:ext cx="4466838" cy="10056399"/>
          </a:xfrm>
          <a:prstGeom prst="round2SameRect">
            <a:avLst>
              <a:gd name="adj1" fmla="val 5299"/>
              <a:gd name="adj2" fmla="val 0"/>
            </a:avLst>
          </a:prstGeom>
          <a:solidFill>
            <a:srgbClr val="133765"/>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MECÂNICA</a:t>
            </a:r>
          </a:p>
        </p:txBody>
      </p:sp>
      <p:sp>
        <p:nvSpPr>
          <p:cNvPr id="10" name="Retângulo 9">
            <a:extLst>
              <a:ext uri="{FF2B5EF4-FFF2-40B4-BE49-F238E27FC236}">
                <a16:creationId xmlns:a16="http://schemas.microsoft.com/office/drawing/2014/main" id="{6CB08043-A7E9-4C72-AEAE-6B31C0E6D307}"/>
              </a:ext>
            </a:extLst>
          </p:cNvPr>
          <p:cNvSpPr/>
          <p:nvPr userDrawn="1"/>
        </p:nvSpPr>
        <p:spPr>
          <a:xfrm>
            <a:off x="587353" y="1981986"/>
            <a:ext cx="9533685" cy="750708"/>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CONCEITOS GERAIS</a:t>
            </a:r>
          </a:p>
        </p:txBody>
      </p:sp>
      <p:sp>
        <p:nvSpPr>
          <p:cNvPr id="47" name="Espaço Reservado para Texto 46">
            <a:extLst>
              <a:ext uri="{FF2B5EF4-FFF2-40B4-BE49-F238E27FC236}">
                <a16:creationId xmlns:a16="http://schemas.microsoft.com/office/drawing/2014/main" id="{FD3EC130-71A3-4631-982F-82143E912156}"/>
              </a:ext>
            </a:extLst>
          </p:cNvPr>
          <p:cNvSpPr>
            <a:spLocks noGrp="1"/>
          </p:cNvSpPr>
          <p:nvPr>
            <p:ph type="body" sz="quarter" idx="21" hasCustomPrompt="1"/>
          </p:nvPr>
        </p:nvSpPr>
        <p:spPr>
          <a:xfrm>
            <a:off x="587353" y="2114421"/>
            <a:ext cx="9497630" cy="577853"/>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Descrever regra para que o produto seja ativado, Descrever as condições necessárias à manutenção da elegibilidade do cliente a este produto, Descrever o processo para que o produto seja cancelado </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56" name="Retângulo 55">
            <a:extLst>
              <a:ext uri="{FF2B5EF4-FFF2-40B4-BE49-F238E27FC236}">
                <a16:creationId xmlns:a16="http://schemas.microsoft.com/office/drawing/2014/main" id="{FBEE938B-4FFF-4C52-A4FD-BFAD119E445F}"/>
              </a:ext>
            </a:extLst>
          </p:cNvPr>
          <p:cNvSpPr/>
          <p:nvPr userDrawn="1"/>
        </p:nvSpPr>
        <p:spPr>
          <a:xfrm>
            <a:off x="587353" y="2800742"/>
            <a:ext cx="9533685" cy="74195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CONCEIITOS FINANCEIROS</a:t>
            </a:r>
          </a:p>
        </p:txBody>
      </p:sp>
      <p:sp>
        <p:nvSpPr>
          <p:cNvPr id="57" name="Espaço Reservado para Texto 46">
            <a:extLst>
              <a:ext uri="{FF2B5EF4-FFF2-40B4-BE49-F238E27FC236}">
                <a16:creationId xmlns:a16="http://schemas.microsoft.com/office/drawing/2014/main" id="{4E47C074-28BB-4F18-8BB7-890F26C86183}"/>
              </a:ext>
            </a:extLst>
          </p:cNvPr>
          <p:cNvSpPr>
            <a:spLocks noGrp="1"/>
          </p:cNvSpPr>
          <p:nvPr>
            <p:ph type="body" sz="quarter" idx="42" hasCustomPrompt="1"/>
          </p:nvPr>
        </p:nvSpPr>
        <p:spPr>
          <a:xfrm>
            <a:off x="587354" y="2922639"/>
            <a:ext cx="9497630" cy="597307"/>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Detalhar todos os valores do produto/serviço, use o slide de anexos quando existe informações de pricing, Informar valor da taxa de adesão, quando aplicável, para novos clientes e Base.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58" name="Retângulo 57">
            <a:extLst>
              <a:ext uri="{FF2B5EF4-FFF2-40B4-BE49-F238E27FC236}">
                <a16:creationId xmlns:a16="http://schemas.microsoft.com/office/drawing/2014/main" id="{8070A057-D731-40E7-AA8B-6418541D06C3}"/>
              </a:ext>
            </a:extLst>
          </p:cNvPr>
          <p:cNvSpPr/>
          <p:nvPr userDrawn="1"/>
        </p:nvSpPr>
        <p:spPr>
          <a:xfrm>
            <a:off x="572000" y="3610744"/>
            <a:ext cx="1767104" cy="263990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59" name="Espaço Reservado para Texto 46">
            <a:extLst>
              <a:ext uri="{FF2B5EF4-FFF2-40B4-BE49-F238E27FC236}">
                <a16:creationId xmlns:a16="http://schemas.microsoft.com/office/drawing/2014/main" id="{50FF9546-3CF6-4286-B456-DABA825F6E04}"/>
              </a:ext>
            </a:extLst>
          </p:cNvPr>
          <p:cNvSpPr>
            <a:spLocks noGrp="1"/>
          </p:cNvSpPr>
          <p:nvPr>
            <p:ph type="body" sz="quarter" idx="43" hasCustomPrompt="1"/>
          </p:nvPr>
        </p:nvSpPr>
        <p:spPr>
          <a:xfrm>
            <a:off x="587353" y="3744886"/>
            <a:ext cx="1732045" cy="2465505"/>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49" name="Espaço Reservado para Texto 46">
            <a:extLst>
              <a:ext uri="{FF2B5EF4-FFF2-40B4-BE49-F238E27FC236}">
                <a16:creationId xmlns:a16="http://schemas.microsoft.com/office/drawing/2014/main" id="{8F9A3D2F-0377-4774-91BC-B1C5B4722F93}"/>
              </a:ext>
            </a:extLst>
          </p:cNvPr>
          <p:cNvSpPr>
            <a:spLocks noGrp="1"/>
          </p:cNvSpPr>
          <p:nvPr>
            <p:ph type="body" sz="quarter" idx="56" hasCustomPrompt="1"/>
          </p:nvPr>
        </p:nvSpPr>
        <p:spPr>
          <a:xfrm>
            <a:off x="591306" y="925130"/>
            <a:ext cx="1728092"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1" name="Seta: Divisa 10">
            <a:extLst>
              <a:ext uri="{FF2B5EF4-FFF2-40B4-BE49-F238E27FC236}">
                <a16:creationId xmlns:a16="http://schemas.microsoft.com/office/drawing/2014/main" id="{2C2FFE45-2841-4621-BEBE-6B7044D4407F}"/>
              </a:ext>
            </a:extLst>
          </p:cNvPr>
          <p:cNvSpPr/>
          <p:nvPr userDrawn="1"/>
        </p:nvSpPr>
        <p:spPr>
          <a:xfrm>
            <a:off x="2431965" y="931906"/>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92" name="Retângulo 91">
            <a:extLst>
              <a:ext uri="{FF2B5EF4-FFF2-40B4-BE49-F238E27FC236}">
                <a16:creationId xmlns:a16="http://schemas.microsoft.com/office/drawing/2014/main" id="{3E8FD7AC-9725-4989-AE1D-DE9DA7A3760A}"/>
              </a:ext>
            </a:extLst>
          </p:cNvPr>
          <p:cNvSpPr/>
          <p:nvPr userDrawn="1"/>
        </p:nvSpPr>
        <p:spPr>
          <a:xfrm>
            <a:off x="2977867" y="899327"/>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3" name="Espaço Reservado para Texto 46">
            <a:extLst>
              <a:ext uri="{FF2B5EF4-FFF2-40B4-BE49-F238E27FC236}">
                <a16:creationId xmlns:a16="http://schemas.microsoft.com/office/drawing/2014/main" id="{1E5F2016-E7A4-4DFA-938A-05538C89E923}"/>
              </a:ext>
            </a:extLst>
          </p:cNvPr>
          <p:cNvSpPr>
            <a:spLocks noGrp="1"/>
          </p:cNvSpPr>
          <p:nvPr>
            <p:ph type="body" sz="quarter" idx="57" hasCustomPrompt="1"/>
          </p:nvPr>
        </p:nvSpPr>
        <p:spPr>
          <a:xfrm>
            <a:off x="2977867" y="925499"/>
            <a:ext cx="1711085"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2" name="Seta: Divisa 11">
            <a:extLst>
              <a:ext uri="{FF2B5EF4-FFF2-40B4-BE49-F238E27FC236}">
                <a16:creationId xmlns:a16="http://schemas.microsoft.com/office/drawing/2014/main" id="{248E2E8C-520D-4E88-BC3C-D23A3C08EC1F}"/>
              </a:ext>
            </a:extLst>
          </p:cNvPr>
          <p:cNvSpPr/>
          <p:nvPr userDrawn="1"/>
        </p:nvSpPr>
        <p:spPr>
          <a:xfrm>
            <a:off x="4820504" y="927640"/>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95" name="Retângulo 94">
            <a:extLst>
              <a:ext uri="{FF2B5EF4-FFF2-40B4-BE49-F238E27FC236}">
                <a16:creationId xmlns:a16="http://schemas.microsoft.com/office/drawing/2014/main" id="{3953BCD1-B9FB-450D-985E-48929692CD0E}"/>
              </a:ext>
            </a:extLst>
          </p:cNvPr>
          <p:cNvSpPr/>
          <p:nvPr userDrawn="1"/>
        </p:nvSpPr>
        <p:spPr>
          <a:xfrm>
            <a:off x="5366574" y="907830"/>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6" name="Espaço Reservado para Texto 46">
            <a:extLst>
              <a:ext uri="{FF2B5EF4-FFF2-40B4-BE49-F238E27FC236}">
                <a16:creationId xmlns:a16="http://schemas.microsoft.com/office/drawing/2014/main" id="{46E3FDC8-8670-4DA1-8917-98CBB1AC0FA0}"/>
              </a:ext>
            </a:extLst>
          </p:cNvPr>
          <p:cNvSpPr>
            <a:spLocks noGrp="1"/>
          </p:cNvSpPr>
          <p:nvPr>
            <p:ph type="body" sz="quarter" idx="58" hasCustomPrompt="1"/>
          </p:nvPr>
        </p:nvSpPr>
        <p:spPr>
          <a:xfrm>
            <a:off x="5398876" y="933633"/>
            <a:ext cx="1649542"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3" name="Seta: Divisa 12">
            <a:extLst>
              <a:ext uri="{FF2B5EF4-FFF2-40B4-BE49-F238E27FC236}">
                <a16:creationId xmlns:a16="http://schemas.microsoft.com/office/drawing/2014/main" id="{B8E668D8-42E9-4062-81C0-BDC6C8F3DDDE}"/>
              </a:ext>
            </a:extLst>
          </p:cNvPr>
          <p:cNvSpPr/>
          <p:nvPr userDrawn="1"/>
        </p:nvSpPr>
        <p:spPr>
          <a:xfrm>
            <a:off x="7209211" y="921962"/>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98" name="Retângulo 97">
            <a:extLst>
              <a:ext uri="{FF2B5EF4-FFF2-40B4-BE49-F238E27FC236}">
                <a16:creationId xmlns:a16="http://schemas.microsoft.com/office/drawing/2014/main" id="{EBE4EE30-9B74-4384-84C4-5F679A8FA039}"/>
              </a:ext>
            </a:extLst>
          </p:cNvPr>
          <p:cNvSpPr/>
          <p:nvPr userDrawn="1"/>
        </p:nvSpPr>
        <p:spPr>
          <a:xfrm>
            <a:off x="7766323" y="890459"/>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9" name="Espaço Reservado para Texto 46">
            <a:extLst>
              <a:ext uri="{FF2B5EF4-FFF2-40B4-BE49-F238E27FC236}">
                <a16:creationId xmlns:a16="http://schemas.microsoft.com/office/drawing/2014/main" id="{19CADC75-B231-4FB0-9A9F-A087039B2C44}"/>
              </a:ext>
            </a:extLst>
          </p:cNvPr>
          <p:cNvSpPr>
            <a:spLocks noGrp="1"/>
          </p:cNvSpPr>
          <p:nvPr>
            <p:ph type="body" sz="quarter" idx="59" hasCustomPrompt="1"/>
          </p:nvPr>
        </p:nvSpPr>
        <p:spPr>
          <a:xfrm>
            <a:off x="7798625" y="916262"/>
            <a:ext cx="1636254"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4" name="Seta: Divisa 13">
            <a:extLst>
              <a:ext uri="{FF2B5EF4-FFF2-40B4-BE49-F238E27FC236}">
                <a16:creationId xmlns:a16="http://schemas.microsoft.com/office/drawing/2014/main" id="{EED2E246-79E2-400D-96F9-6A57953A4CB2}"/>
              </a:ext>
            </a:extLst>
          </p:cNvPr>
          <p:cNvSpPr/>
          <p:nvPr userDrawn="1"/>
        </p:nvSpPr>
        <p:spPr>
          <a:xfrm>
            <a:off x="9619180" y="916994"/>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03" name="Retângulo 102">
            <a:extLst>
              <a:ext uri="{FF2B5EF4-FFF2-40B4-BE49-F238E27FC236}">
                <a16:creationId xmlns:a16="http://schemas.microsoft.com/office/drawing/2014/main" id="{6A63CA73-5545-4CC7-A82B-0EB314FCF916}"/>
              </a:ext>
            </a:extLst>
          </p:cNvPr>
          <p:cNvSpPr/>
          <p:nvPr userDrawn="1"/>
        </p:nvSpPr>
        <p:spPr>
          <a:xfrm>
            <a:off x="2958562" y="3603696"/>
            <a:ext cx="1767104" cy="263990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104" name="Espaço Reservado para Texto 46">
            <a:extLst>
              <a:ext uri="{FF2B5EF4-FFF2-40B4-BE49-F238E27FC236}">
                <a16:creationId xmlns:a16="http://schemas.microsoft.com/office/drawing/2014/main" id="{D786466E-754E-4FCB-BD8C-5931EE27DC3E}"/>
              </a:ext>
            </a:extLst>
          </p:cNvPr>
          <p:cNvSpPr>
            <a:spLocks noGrp="1"/>
          </p:cNvSpPr>
          <p:nvPr>
            <p:ph type="body" sz="quarter" idx="61" hasCustomPrompt="1"/>
          </p:nvPr>
        </p:nvSpPr>
        <p:spPr>
          <a:xfrm>
            <a:off x="2973915" y="3737838"/>
            <a:ext cx="1732045" cy="2465505"/>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05" name="Retângulo 104">
            <a:extLst>
              <a:ext uri="{FF2B5EF4-FFF2-40B4-BE49-F238E27FC236}">
                <a16:creationId xmlns:a16="http://schemas.microsoft.com/office/drawing/2014/main" id="{45459441-1B2D-41E5-9BE5-D6B52BC34A32}"/>
              </a:ext>
            </a:extLst>
          </p:cNvPr>
          <p:cNvSpPr/>
          <p:nvPr userDrawn="1"/>
        </p:nvSpPr>
        <p:spPr>
          <a:xfrm>
            <a:off x="5345124" y="3606184"/>
            <a:ext cx="1767104" cy="263990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106" name="Espaço Reservado para Texto 46">
            <a:extLst>
              <a:ext uri="{FF2B5EF4-FFF2-40B4-BE49-F238E27FC236}">
                <a16:creationId xmlns:a16="http://schemas.microsoft.com/office/drawing/2014/main" id="{EB937B75-E0A0-46D2-A6FB-EC6620D45C44}"/>
              </a:ext>
            </a:extLst>
          </p:cNvPr>
          <p:cNvSpPr>
            <a:spLocks noGrp="1"/>
          </p:cNvSpPr>
          <p:nvPr>
            <p:ph type="body" sz="quarter" idx="62" hasCustomPrompt="1"/>
          </p:nvPr>
        </p:nvSpPr>
        <p:spPr>
          <a:xfrm>
            <a:off x="5360477" y="3740326"/>
            <a:ext cx="1732045" cy="2465505"/>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07" name="Retângulo 106">
            <a:extLst>
              <a:ext uri="{FF2B5EF4-FFF2-40B4-BE49-F238E27FC236}">
                <a16:creationId xmlns:a16="http://schemas.microsoft.com/office/drawing/2014/main" id="{C79C78E2-6109-4A82-A070-B9B93DC1926D}"/>
              </a:ext>
            </a:extLst>
          </p:cNvPr>
          <p:cNvSpPr/>
          <p:nvPr userDrawn="1"/>
        </p:nvSpPr>
        <p:spPr>
          <a:xfrm>
            <a:off x="7766323" y="3601876"/>
            <a:ext cx="1767104" cy="263990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108" name="Espaço Reservado para Texto 46">
            <a:extLst>
              <a:ext uri="{FF2B5EF4-FFF2-40B4-BE49-F238E27FC236}">
                <a16:creationId xmlns:a16="http://schemas.microsoft.com/office/drawing/2014/main" id="{13958104-F6FA-4611-B2A4-2D79EE1BC816}"/>
              </a:ext>
            </a:extLst>
          </p:cNvPr>
          <p:cNvSpPr>
            <a:spLocks noGrp="1"/>
          </p:cNvSpPr>
          <p:nvPr>
            <p:ph type="body" sz="quarter" idx="63" hasCustomPrompt="1"/>
          </p:nvPr>
        </p:nvSpPr>
        <p:spPr>
          <a:xfrm>
            <a:off x="7781676" y="3736018"/>
            <a:ext cx="1732045" cy="2465505"/>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6" name="Seta: Divisa 15">
            <a:extLst>
              <a:ext uri="{FF2B5EF4-FFF2-40B4-BE49-F238E27FC236}">
                <a16:creationId xmlns:a16="http://schemas.microsoft.com/office/drawing/2014/main" id="{6D5148CE-9A66-4C89-AA85-F486B44E1E43}"/>
              </a:ext>
            </a:extLst>
          </p:cNvPr>
          <p:cNvSpPr/>
          <p:nvPr userDrawn="1"/>
        </p:nvSpPr>
        <p:spPr>
          <a:xfrm>
            <a:off x="10437852" y="2954272"/>
            <a:ext cx="628788" cy="1131347"/>
          </a:xfrm>
          <a:prstGeom prst="chevron">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34" name="Retângulo: Cantos Arredondados 33">
            <a:extLst>
              <a:ext uri="{FF2B5EF4-FFF2-40B4-BE49-F238E27FC236}">
                <a16:creationId xmlns:a16="http://schemas.microsoft.com/office/drawing/2014/main" id="{509F6085-3ACC-4764-87CB-9D57271E8516}"/>
              </a:ext>
            </a:extLst>
          </p:cNvPr>
          <p:cNvSpPr/>
          <p:nvPr userDrawn="1"/>
        </p:nvSpPr>
        <p:spPr>
          <a:xfrm>
            <a:off x="669391" y="179801"/>
            <a:ext cx="391567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MICRO JORNADA - </a:t>
            </a:r>
          </a:p>
        </p:txBody>
      </p:sp>
      <p:pic>
        <p:nvPicPr>
          <p:cNvPr id="35" name="Immagine 7" descr="secondario_rgb.png">
            <a:extLst>
              <a:ext uri="{FF2B5EF4-FFF2-40B4-BE49-F238E27FC236}">
                <a16:creationId xmlns:a16="http://schemas.microsoft.com/office/drawing/2014/main" id="{6F88D694-752A-4464-A81F-C79AA434BB26}"/>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
        <p:nvSpPr>
          <p:cNvPr id="36" name="Espaço Reservado para Texto 46">
            <a:extLst>
              <a:ext uri="{FF2B5EF4-FFF2-40B4-BE49-F238E27FC236}">
                <a16:creationId xmlns:a16="http://schemas.microsoft.com/office/drawing/2014/main" id="{C2D975B3-0B2C-4F6E-B890-C11BCDC93969}"/>
              </a:ext>
            </a:extLst>
          </p:cNvPr>
          <p:cNvSpPr>
            <a:spLocks noGrp="1"/>
          </p:cNvSpPr>
          <p:nvPr>
            <p:ph type="body" sz="quarter" idx="65" hasCustomPrompt="1"/>
          </p:nvPr>
        </p:nvSpPr>
        <p:spPr>
          <a:xfrm>
            <a:off x="3093957" y="201451"/>
            <a:ext cx="5632031" cy="468330"/>
          </a:xfrm>
        </p:spPr>
        <p:txBody>
          <a:bodyPr>
            <a:normAutofit/>
          </a:bodyPr>
          <a:lstStyle>
            <a:lvl1pPr marL="0" indent="0" algn="ctr">
              <a:lnSpc>
                <a:spcPct val="100000"/>
              </a:lnSpc>
              <a:spcBef>
                <a:spcPts val="100"/>
              </a:spcBef>
              <a:buNone/>
              <a:defRPr sz="240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o nome da micro jornada</a:t>
            </a:r>
          </a:p>
        </p:txBody>
      </p:sp>
    </p:spTree>
    <p:extLst>
      <p:ext uri="{BB962C8B-B14F-4D97-AF65-F5344CB8AC3E}">
        <p14:creationId xmlns:p14="http://schemas.microsoft.com/office/powerpoint/2010/main" val="300750601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MICRO JORNADA MODELO MULTI - MEIO">
    <p:spTree>
      <p:nvGrpSpPr>
        <p:cNvPr id="1" name=""/>
        <p:cNvGrpSpPr/>
        <p:nvPr/>
      </p:nvGrpSpPr>
      <p:grpSpPr>
        <a:xfrm>
          <a:off x="0" y="0"/>
          <a:ext cx="0" cy="0"/>
          <a:chOff x="0" y="0"/>
          <a:chExt cx="0" cy="0"/>
        </a:xfrm>
      </p:grpSpPr>
      <p:sp>
        <p:nvSpPr>
          <p:cNvPr id="14" name="Retângulo 13">
            <a:extLst>
              <a:ext uri="{FF2B5EF4-FFF2-40B4-BE49-F238E27FC236}">
                <a16:creationId xmlns:a16="http://schemas.microsoft.com/office/drawing/2014/main" id="{30A930AF-8792-44B8-AD48-A68E847502E5}"/>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6" name="Retângulo 5">
            <a:extLst>
              <a:ext uri="{FF2B5EF4-FFF2-40B4-BE49-F238E27FC236}">
                <a16:creationId xmlns:a16="http://schemas.microsoft.com/office/drawing/2014/main" id="{58280137-A574-49A2-B09A-F3051C4607DC}"/>
              </a:ext>
            </a:extLst>
          </p:cNvPr>
          <p:cNvSpPr/>
          <p:nvPr userDrawn="1"/>
        </p:nvSpPr>
        <p:spPr>
          <a:xfrm rot="16200000">
            <a:off x="5567517" y="-3837970"/>
            <a:ext cx="997629" cy="1025161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pt-BR" sz="1400" b="1">
              <a:latin typeface="Arial Narrow" panose="020B0606020202030204" pitchFamily="34" charset="0"/>
            </a:endParaRP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1594752" y="899327"/>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 name="Retângulo 8">
            <a:extLst>
              <a:ext uri="{FF2B5EF4-FFF2-40B4-BE49-F238E27FC236}">
                <a16:creationId xmlns:a16="http://schemas.microsoft.com/office/drawing/2014/main" id="{4749333B-E6F0-4FDE-BB4F-308BE95F7B22}"/>
              </a:ext>
            </a:extLst>
          </p:cNvPr>
          <p:cNvSpPr/>
          <p:nvPr userDrawn="1"/>
        </p:nvSpPr>
        <p:spPr>
          <a:xfrm rot="16200000">
            <a:off x="3832910" y="-998275"/>
            <a:ext cx="4466838" cy="10251616"/>
          </a:xfrm>
          <a:prstGeom prst="rect">
            <a:avLst/>
          </a:prstGeom>
          <a:solidFill>
            <a:srgbClr val="133765"/>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pt-BR" sz="1400" b="1">
              <a:latin typeface="Arial Narrow" panose="020B0606020202030204" pitchFamily="34" charset="0"/>
            </a:endParaRPr>
          </a:p>
        </p:txBody>
      </p:sp>
      <p:sp>
        <p:nvSpPr>
          <p:cNvPr id="10" name="Retângulo 9">
            <a:extLst>
              <a:ext uri="{FF2B5EF4-FFF2-40B4-BE49-F238E27FC236}">
                <a16:creationId xmlns:a16="http://schemas.microsoft.com/office/drawing/2014/main" id="{6CB08043-A7E9-4C72-AEAE-6B31C0E6D307}"/>
              </a:ext>
            </a:extLst>
          </p:cNvPr>
          <p:cNvSpPr/>
          <p:nvPr userDrawn="1"/>
        </p:nvSpPr>
        <p:spPr>
          <a:xfrm>
            <a:off x="1077110" y="1981986"/>
            <a:ext cx="9985939" cy="750708"/>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CONCEITOS GERAIS</a:t>
            </a:r>
          </a:p>
        </p:txBody>
      </p:sp>
      <p:sp>
        <p:nvSpPr>
          <p:cNvPr id="47" name="Espaço Reservado para Texto 46">
            <a:extLst>
              <a:ext uri="{FF2B5EF4-FFF2-40B4-BE49-F238E27FC236}">
                <a16:creationId xmlns:a16="http://schemas.microsoft.com/office/drawing/2014/main" id="{FD3EC130-71A3-4631-982F-82143E912156}"/>
              </a:ext>
            </a:extLst>
          </p:cNvPr>
          <p:cNvSpPr>
            <a:spLocks noGrp="1"/>
          </p:cNvSpPr>
          <p:nvPr>
            <p:ph type="body" sz="quarter" idx="21" hasCustomPrompt="1"/>
          </p:nvPr>
        </p:nvSpPr>
        <p:spPr>
          <a:xfrm>
            <a:off x="1077110" y="2112585"/>
            <a:ext cx="9985938" cy="577853"/>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Descrever regra para que o produto seja ativado, Descrever as condições necessárias à manutenção da elegibilidade do cliente a este produto, Descrever o processo para que o produto seja cancelado </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56" name="Retângulo 55">
            <a:extLst>
              <a:ext uri="{FF2B5EF4-FFF2-40B4-BE49-F238E27FC236}">
                <a16:creationId xmlns:a16="http://schemas.microsoft.com/office/drawing/2014/main" id="{FBEE938B-4FFF-4C52-A4FD-BFAD119E445F}"/>
              </a:ext>
            </a:extLst>
          </p:cNvPr>
          <p:cNvSpPr/>
          <p:nvPr userDrawn="1"/>
        </p:nvSpPr>
        <p:spPr>
          <a:xfrm>
            <a:off x="1077110" y="2800742"/>
            <a:ext cx="9985938" cy="74195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CONCEIITOS FINANCEIROS</a:t>
            </a:r>
          </a:p>
        </p:txBody>
      </p:sp>
      <p:sp>
        <p:nvSpPr>
          <p:cNvPr id="57" name="Espaço Reservado para Texto 46">
            <a:extLst>
              <a:ext uri="{FF2B5EF4-FFF2-40B4-BE49-F238E27FC236}">
                <a16:creationId xmlns:a16="http://schemas.microsoft.com/office/drawing/2014/main" id="{4E47C074-28BB-4F18-8BB7-890F26C86183}"/>
              </a:ext>
            </a:extLst>
          </p:cNvPr>
          <p:cNvSpPr>
            <a:spLocks noGrp="1"/>
          </p:cNvSpPr>
          <p:nvPr>
            <p:ph type="body" sz="quarter" idx="42" hasCustomPrompt="1"/>
          </p:nvPr>
        </p:nvSpPr>
        <p:spPr>
          <a:xfrm>
            <a:off x="1099958" y="2922353"/>
            <a:ext cx="9963090" cy="597307"/>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Detalhar todos os valores do produto/serviço, use o slide de anexos quando existe informações de pricing, Informar valor da taxa de adesão, quando aplicável, para novos clientes e Base.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58" name="Retângulo 57">
            <a:extLst>
              <a:ext uri="{FF2B5EF4-FFF2-40B4-BE49-F238E27FC236}">
                <a16:creationId xmlns:a16="http://schemas.microsoft.com/office/drawing/2014/main" id="{8070A057-D731-40E7-AA8B-6418541D06C3}"/>
              </a:ext>
            </a:extLst>
          </p:cNvPr>
          <p:cNvSpPr/>
          <p:nvPr userDrawn="1"/>
        </p:nvSpPr>
        <p:spPr>
          <a:xfrm>
            <a:off x="1575447" y="3610744"/>
            <a:ext cx="1767104" cy="263990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59" name="Espaço Reservado para Texto 46">
            <a:extLst>
              <a:ext uri="{FF2B5EF4-FFF2-40B4-BE49-F238E27FC236}">
                <a16:creationId xmlns:a16="http://schemas.microsoft.com/office/drawing/2014/main" id="{50FF9546-3CF6-4286-B456-DABA825F6E04}"/>
              </a:ext>
            </a:extLst>
          </p:cNvPr>
          <p:cNvSpPr>
            <a:spLocks noGrp="1"/>
          </p:cNvSpPr>
          <p:nvPr>
            <p:ph type="body" sz="quarter" idx="43" hasCustomPrompt="1"/>
          </p:nvPr>
        </p:nvSpPr>
        <p:spPr>
          <a:xfrm>
            <a:off x="1590800" y="3744886"/>
            <a:ext cx="1732045" cy="2465505"/>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49" name="Espaço Reservado para Texto 46">
            <a:extLst>
              <a:ext uri="{FF2B5EF4-FFF2-40B4-BE49-F238E27FC236}">
                <a16:creationId xmlns:a16="http://schemas.microsoft.com/office/drawing/2014/main" id="{8F9A3D2F-0377-4774-91BC-B1C5B4722F93}"/>
              </a:ext>
            </a:extLst>
          </p:cNvPr>
          <p:cNvSpPr>
            <a:spLocks noGrp="1"/>
          </p:cNvSpPr>
          <p:nvPr>
            <p:ph type="body" sz="quarter" idx="56" hasCustomPrompt="1"/>
          </p:nvPr>
        </p:nvSpPr>
        <p:spPr>
          <a:xfrm>
            <a:off x="1594753" y="925130"/>
            <a:ext cx="1728092"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1" name="Seta: Divisa 10">
            <a:extLst>
              <a:ext uri="{FF2B5EF4-FFF2-40B4-BE49-F238E27FC236}">
                <a16:creationId xmlns:a16="http://schemas.microsoft.com/office/drawing/2014/main" id="{2C2FFE45-2841-4621-BEBE-6B7044D4407F}"/>
              </a:ext>
            </a:extLst>
          </p:cNvPr>
          <p:cNvSpPr/>
          <p:nvPr userDrawn="1"/>
        </p:nvSpPr>
        <p:spPr>
          <a:xfrm>
            <a:off x="3435412" y="931906"/>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92" name="Retângulo 91">
            <a:extLst>
              <a:ext uri="{FF2B5EF4-FFF2-40B4-BE49-F238E27FC236}">
                <a16:creationId xmlns:a16="http://schemas.microsoft.com/office/drawing/2014/main" id="{3E8FD7AC-9725-4989-AE1D-DE9DA7A3760A}"/>
              </a:ext>
            </a:extLst>
          </p:cNvPr>
          <p:cNvSpPr/>
          <p:nvPr userDrawn="1"/>
        </p:nvSpPr>
        <p:spPr>
          <a:xfrm>
            <a:off x="3981314" y="899327"/>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3" name="Espaço Reservado para Texto 46">
            <a:extLst>
              <a:ext uri="{FF2B5EF4-FFF2-40B4-BE49-F238E27FC236}">
                <a16:creationId xmlns:a16="http://schemas.microsoft.com/office/drawing/2014/main" id="{1E5F2016-E7A4-4DFA-938A-05538C89E923}"/>
              </a:ext>
            </a:extLst>
          </p:cNvPr>
          <p:cNvSpPr>
            <a:spLocks noGrp="1"/>
          </p:cNvSpPr>
          <p:nvPr>
            <p:ph type="body" sz="quarter" idx="57" hasCustomPrompt="1"/>
          </p:nvPr>
        </p:nvSpPr>
        <p:spPr>
          <a:xfrm>
            <a:off x="3981314" y="925499"/>
            <a:ext cx="1711085"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2" name="Seta: Divisa 11">
            <a:extLst>
              <a:ext uri="{FF2B5EF4-FFF2-40B4-BE49-F238E27FC236}">
                <a16:creationId xmlns:a16="http://schemas.microsoft.com/office/drawing/2014/main" id="{248E2E8C-520D-4E88-BC3C-D23A3C08EC1F}"/>
              </a:ext>
            </a:extLst>
          </p:cNvPr>
          <p:cNvSpPr/>
          <p:nvPr userDrawn="1"/>
        </p:nvSpPr>
        <p:spPr>
          <a:xfrm>
            <a:off x="5823951" y="927640"/>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95" name="Retângulo 94">
            <a:extLst>
              <a:ext uri="{FF2B5EF4-FFF2-40B4-BE49-F238E27FC236}">
                <a16:creationId xmlns:a16="http://schemas.microsoft.com/office/drawing/2014/main" id="{3953BCD1-B9FB-450D-985E-48929692CD0E}"/>
              </a:ext>
            </a:extLst>
          </p:cNvPr>
          <p:cNvSpPr/>
          <p:nvPr userDrawn="1"/>
        </p:nvSpPr>
        <p:spPr>
          <a:xfrm>
            <a:off x="6370021" y="907830"/>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6" name="Espaço Reservado para Texto 46">
            <a:extLst>
              <a:ext uri="{FF2B5EF4-FFF2-40B4-BE49-F238E27FC236}">
                <a16:creationId xmlns:a16="http://schemas.microsoft.com/office/drawing/2014/main" id="{46E3FDC8-8670-4DA1-8917-98CBB1AC0FA0}"/>
              </a:ext>
            </a:extLst>
          </p:cNvPr>
          <p:cNvSpPr>
            <a:spLocks noGrp="1"/>
          </p:cNvSpPr>
          <p:nvPr>
            <p:ph type="body" sz="quarter" idx="58" hasCustomPrompt="1"/>
          </p:nvPr>
        </p:nvSpPr>
        <p:spPr>
          <a:xfrm>
            <a:off x="6402323" y="933633"/>
            <a:ext cx="1649542"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3" name="Seta: Divisa 12">
            <a:extLst>
              <a:ext uri="{FF2B5EF4-FFF2-40B4-BE49-F238E27FC236}">
                <a16:creationId xmlns:a16="http://schemas.microsoft.com/office/drawing/2014/main" id="{B8E668D8-42E9-4062-81C0-BDC6C8F3DDDE}"/>
              </a:ext>
            </a:extLst>
          </p:cNvPr>
          <p:cNvSpPr/>
          <p:nvPr userDrawn="1"/>
        </p:nvSpPr>
        <p:spPr>
          <a:xfrm>
            <a:off x="8212658" y="921962"/>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98" name="Retângulo 97">
            <a:extLst>
              <a:ext uri="{FF2B5EF4-FFF2-40B4-BE49-F238E27FC236}">
                <a16:creationId xmlns:a16="http://schemas.microsoft.com/office/drawing/2014/main" id="{EBE4EE30-9B74-4384-84C4-5F679A8FA039}"/>
              </a:ext>
            </a:extLst>
          </p:cNvPr>
          <p:cNvSpPr/>
          <p:nvPr userDrawn="1"/>
        </p:nvSpPr>
        <p:spPr>
          <a:xfrm>
            <a:off x="8769770" y="890459"/>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9" name="Espaço Reservado para Texto 46">
            <a:extLst>
              <a:ext uri="{FF2B5EF4-FFF2-40B4-BE49-F238E27FC236}">
                <a16:creationId xmlns:a16="http://schemas.microsoft.com/office/drawing/2014/main" id="{19CADC75-B231-4FB0-9A9F-A087039B2C44}"/>
              </a:ext>
            </a:extLst>
          </p:cNvPr>
          <p:cNvSpPr>
            <a:spLocks noGrp="1"/>
          </p:cNvSpPr>
          <p:nvPr>
            <p:ph type="body" sz="quarter" idx="59" hasCustomPrompt="1"/>
          </p:nvPr>
        </p:nvSpPr>
        <p:spPr>
          <a:xfrm>
            <a:off x="8802072" y="916262"/>
            <a:ext cx="1636254"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03" name="Retângulo 102">
            <a:extLst>
              <a:ext uri="{FF2B5EF4-FFF2-40B4-BE49-F238E27FC236}">
                <a16:creationId xmlns:a16="http://schemas.microsoft.com/office/drawing/2014/main" id="{6A63CA73-5545-4CC7-A82B-0EB314FCF916}"/>
              </a:ext>
            </a:extLst>
          </p:cNvPr>
          <p:cNvSpPr/>
          <p:nvPr userDrawn="1"/>
        </p:nvSpPr>
        <p:spPr>
          <a:xfrm>
            <a:off x="3962009" y="3603696"/>
            <a:ext cx="1767104" cy="263990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104" name="Espaço Reservado para Texto 46">
            <a:extLst>
              <a:ext uri="{FF2B5EF4-FFF2-40B4-BE49-F238E27FC236}">
                <a16:creationId xmlns:a16="http://schemas.microsoft.com/office/drawing/2014/main" id="{D786466E-754E-4FCB-BD8C-5931EE27DC3E}"/>
              </a:ext>
            </a:extLst>
          </p:cNvPr>
          <p:cNvSpPr>
            <a:spLocks noGrp="1"/>
          </p:cNvSpPr>
          <p:nvPr>
            <p:ph type="body" sz="quarter" idx="61" hasCustomPrompt="1"/>
          </p:nvPr>
        </p:nvSpPr>
        <p:spPr>
          <a:xfrm>
            <a:off x="3977362" y="3737838"/>
            <a:ext cx="1732045" cy="2465505"/>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05" name="Retângulo 104">
            <a:extLst>
              <a:ext uri="{FF2B5EF4-FFF2-40B4-BE49-F238E27FC236}">
                <a16:creationId xmlns:a16="http://schemas.microsoft.com/office/drawing/2014/main" id="{45459441-1B2D-41E5-9BE5-D6B52BC34A32}"/>
              </a:ext>
            </a:extLst>
          </p:cNvPr>
          <p:cNvSpPr/>
          <p:nvPr userDrawn="1"/>
        </p:nvSpPr>
        <p:spPr>
          <a:xfrm>
            <a:off x="6348571" y="3606184"/>
            <a:ext cx="1767104" cy="263990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106" name="Espaço Reservado para Texto 46">
            <a:extLst>
              <a:ext uri="{FF2B5EF4-FFF2-40B4-BE49-F238E27FC236}">
                <a16:creationId xmlns:a16="http://schemas.microsoft.com/office/drawing/2014/main" id="{EB937B75-E0A0-46D2-A6FB-EC6620D45C44}"/>
              </a:ext>
            </a:extLst>
          </p:cNvPr>
          <p:cNvSpPr>
            <a:spLocks noGrp="1"/>
          </p:cNvSpPr>
          <p:nvPr>
            <p:ph type="body" sz="quarter" idx="62" hasCustomPrompt="1"/>
          </p:nvPr>
        </p:nvSpPr>
        <p:spPr>
          <a:xfrm>
            <a:off x="6363924" y="3740326"/>
            <a:ext cx="1732045" cy="2465505"/>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07" name="Retângulo 106">
            <a:extLst>
              <a:ext uri="{FF2B5EF4-FFF2-40B4-BE49-F238E27FC236}">
                <a16:creationId xmlns:a16="http://schemas.microsoft.com/office/drawing/2014/main" id="{C79C78E2-6109-4A82-A070-B9B93DC1926D}"/>
              </a:ext>
            </a:extLst>
          </p:cNvPr>
          <p:cNvSpPr/>
          <p:nvPr userDrawn="1"/>
        </p:nvSpPr>
        <p:spPr>
          <a:xfrm>
            <a:off x="8769770" y="3601876"/>
            <a:ext cx="1767104" cy="263990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108" name="Espaço Reservado para Texto 46">
            <a:extLst>
              <a:ext uri="{FF2B5EF4-FFF2-40B4-BE49-F238E27FC236}">
                <a16:creationId xmlns:a16="http://schemas.microsoft.com/office/drawing/2014/main" id="{13958104-F6FA-4611-B2A4-2D79EE1BC816}"/>
              </a:ext>
            </a:extLst>
          </p:cNvPr>
          <p:cNvSpPr>
            <a:spLocks noGrp="1"/>
          </p:cNvSpPr>
          <p:nvPr>
            <p:ph type="body" sz="quarter" idx="63" hasCustomPrompt="1"/>
          </p:nvPr>
        </p:nvSpPr>
        <p:spPr>
          <a:xfrm>
            <a:off x="8785123" y="3736018"/>
            <a:ext cx="1732045" cy="2465505"/>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6" name="Seta: Divisa 15">
            <a:extLst>
              <a:ext uri="{FF2B5EF4-FFF2-40B4-BE49-F238E27FC236}">
                <a16:creationId xmlns:a16="http://schemas.microsoft.com/office/drawing/2014/main" id="{7663CDC3-C799-4567-A323-D56A4B20C36D}"/>
              </a:ext>
            </a:extLst>
          </p:cNvPr>
          <p:cNvSpPr/>
          <p:nvPr userDrawn="1"/>
        </p:nvSpPr>
        <p:spPr>
          <a:xfrm>
            <a:off x="10597247" y="931906"/>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7" name="Seta: Divisa 16">
            <a:extLst>
              <a:ext uri="{FF2B5EF4-FFF2-40B4-BE49-F238E27FC236}">
                <a16:creationId xmlns:a16="http://schemas.microsoft.com/office/drawing/2014/main" id="{5639B016-262E-4C80-896B-35E4546110EC}"/>
              </a:ext>
            </a:extLst>
          </p:cNvPr>
          <p:cNvSpPr/>
          <p:nvPr userDrawn="1"/>
        </p:nvSpPr>
        <p:spPr>
          <a:xfrm>
            <a:off x="1077111" y="918772"/>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8" name="Seta: Divisa 17">
            <a:extLst>
              <a:ext uri="{FF2B5EF4-FFF2-40B4-BE49-F238E27FC236}">
                <a16:creationId xmlns:a16="http://schemas.microsoft.com/office/drawing/2014/main" id="{AD450385-509B-4C73-AE1A-67C88532F73F}"/>
              </a:ext>
            </a:extLst>
          </p:cNvPr>
          <p:cNvSpPr/>
          <p:nvPr userDrawn="1"/>
        </p:nvSpPr>
        <p:spPr>
          <a:xfrm>
            <a:off x="11324415" y="3045070"/>
            <a:ext cx="628788" cy="1131347"/>
          </a:xfrm>
          <a:prstGeom prst="chevron">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9" name="Seta: Divisa 18">
            <a:extLst>
              <a:ext uri="{FF2B5EF4-FFF2-40B4-BE49-F238E27FC236}">
                <a16:creationId xmlns:a16="http://schemas.microsoft.com/office/drawing/2014/main" id="{4796BEE7-72BB-463F-B4B7-790FD9904BA5}"/>
              </a:ext>
            </a:extLst>
          </p:cNvPr>
          <p:cNvSpPr/>
          <p:nvPr userDrawn="1"/>
        </p:nvSpPr>
        <p:spPr>
          <a:xfrm>
            <a:off x="256759" y="3045070"/>
            <a:ext cx="628788" cy="1131347"/>
          </a:xfrm>
          <a:prstGeom prst="chevron">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6" name="Retângulo: Cantos Arredondados 45">
            <a:extLst>
              <a:ext uri="{FF2B5EF4-FFF2-40B4-BE49-F238E27FC236}">
                <a16:creationId xmlns:a16="http://schemas.microsoft.com/office/drawing/2014/main" id="{9CE41172-D8DD-4434-9F18-1B11EA94F183}"/>
              </a:ext>
            </a:extLst>
          </p:cNvPr>
          <p:cNvSpPr/>
          <p:nvPr userDrawn="1"/>
        </p:nvSpPr>
        <p:spPr>
          <a:xfrm>
            <a:off x="669391" y="179801"/>
            <a:ext cx="391567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MICRO JORNADA (Cont.) - </a:t>
            </a:r>
          </a:p>
        </p:txBody>
      </p:sp>
      <p:pic>
        <p:nvPicPr>
          <p:cNvPr id="48" name="Immagine 7" descr="secondario_rgb.png">
            <a:extLst>
              <a:ext uri="{FF2B5EF4-FFF2-40B4-BE49-F238E27FC236}">
                <a16:creationId xmlns:a16="http://schemas.microsoft.com/office/drawing/2014/main" id="{1015760B-F1FF-4BC7-82EE-72057D784CE9}"/>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
        <p:nvSpPr>
          <p:cNvPr id="50" name="Espaço Reservado para Texto 46">
            <a:extLst>
              <a:ext uri="{FF2B5EF4-FFF2-40B4-BE49-F238E27FC236}">
                <a16:creationId xmlns:a16="http://schemas.microsoft.com/office/drawing/2014/main" id="{F69FDA18-6C94-4DE1-9C6C-92E3C2D35F4A}"/>
              </a:ext>
            </a:extLst>
          </p:cNvPr>
          <p:cNvSpPr>
            <a:spLocks noGrp="1"/>
          </p:cNvSpPr>
          <p:nvPr>
            <p:ph type="body" sz="quarter" idx="65" hasCustomPrompt="1"/>
          </p:nvPr>
        </p:nvSpPr>
        <p:spPr>
          <a:xfrm>
            <a:off x="3929980" y="201451"/>
            <a:ext cx="5632031" cy="468330"/>
          </a:xfrm>
        </p:spPr>
        <p:txBody>
          <a:bodyPr>
            <a:normAutofit/>
          </a:bodyPr>
          <a:lstStyle>
            <a:lvl1pPr marL="0" indent="0" algn="ctr">
              <a:lnSpc>
                <a:spcPct val="100000"/>
              </a:lnSpc>
              <a:spcBef>
                <a:spcPts val="100"/>
              </a:spcBef>
              <a:buNone/>
              <a:defRPr sz="240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o nome da micro jornada</a:t>
            </a:r>
          </a:p>
        </p:txBody>
      </p:sp>
    </p:spTree>
    <p:extLst>
      <p:ext uri="{BB962C8B-B14F-4D97-AF65-F5344CB8AC3E}">
        <p14:creationId xmlns:p14="http://schemas.microsoft.com/office/powerpoint/2010/main" val="1925360410"/>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MICRO JORNADA MODELO MULTI - FIM">
    <p:spTree>
      <p:nvGrpSpPr>
        <p:cNvPr id="1" name=""/>
        <p:cNvGrpSpPr/>
        <p:nvPr/>
      </p:nvGrpSpPr>
      <p:grpSpPr>
        <a:xfrm>
          <a:off x="0" y="0"/>
          <a:ext cx="0" cy="0"/>
          <a:chOff x="0" y="0"/>
          <a:chExt cx="0" cy="0"/>
        </a:xfrm>
      </p:grpSpPr>
      <p:sp>
        <p:nvSpPr>
          <p:cNvPr id="14" name="Retângulo 13">
            <a:extLst>
              <a:ext uri="{FF2B5EF4-FFF2-40B4-BE49-F238E27FC236}">
                <a16:creationId xmlns:a16="http://schemas.microsoft.com/office/drawing/2014/main" id="{D4D4D6F7-E2A1-4DE4-9E87-F1EA961CFD3D}"/>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6" name="Retângulo 5">
            <a:extLst>
              <a:ext uri="{FF2B5EF4-FFF2-40B4-BE49-F238E27FC236}">
                <a16:creationId xmlns:a16="http://schemas.microsoft.com/office/drawing/2014/main" id="{58280137-A574-49A2-B09A-F3051C4607DC}"/>
              </a:ext>
            </a:extLst>
          </p:cNvPr>
          <p:cNvSpPr/>
          <p:nvPr userDrawn="1"/>
        </p:nvSpPr>
        <p:spPr>
          <a:xfrm rot="16200000">
            <a:off x="6594136" y="-3610927"/>
            <a:ext cx="997629" cy="9797523"/>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pt-BR" sz="1400" b="1">
              <a:latin typeface="Arial Narrow" panose="020B0606020202030204" pitchFamily="34" charset="0"/>
            </a:endParaRP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2914102" y="899327"/>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 name="Retângulo 8">
            <a:extLst>
              <a:ext uri="{FF2B5EF4-FFF2-40B4-BE49-F238E27FC236}">
                <a16:creationId xmlns:a16="http://schemas.microsoft.com/office/drawing/2014/main" id="{4749333B-E6F0-4FDE-BB4F-308BE95F7B22}"/>
              </a:ext>
            </a:extLst>
          </p:cNvPr>
          <p:cNvSpPr/>
          <p:nvPr userDrawn="1"/>
        </p:nvSpPr>
        <p:spPr>
          <a:xfrm rot="16200000">
            <a:off x="4859533" y="-771230"/>
            <a:ext cx="4466838" cy="9797526"/>
          </a:xfrm>
          <a:prstGeom prst="rect">
            <a:avLst/>
          </a:prstGeom>
          <a:solidFill>
            <a:srgbClr val="133765"/>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pt-BR" sz="1400" b="1">
              <a:latin typeface="Arial Narrow" panose="020B0606020202030204" pitchFamily="34" charset="0"/>
            </a:endParaRPr>
          </a:p>
        </p:txBody>
      </p:sp>
      <p:sp>
        <p:nvSpPr>
          <p:cNvPr id="10" name="Retângulo 9">
            <a:extLst>
              <a:ext uri="{FF2B5EF4-FFF2-40B4-BE49-F238E27FC236}">
                <a16:creationId xmlns:a16="http://schemas.microsoft.com/office/drawing/2014/main" id="{6CB08043-A7E9-4C72-AEAE-6B31C0E6D307}"/>
              </a:ext>
            </a:extLst>
          </p:cNvPr>
          <p:cNvSpPr/>
          <p:nvPr userDrawn="1"/>
        </p:nvSpPr>
        <p:spPr>
          <a:xfrm>
            <a:off x="2366967" y="1981986"/>
            <a:ext cx="9469551" cy="750708"/>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CONCEITOS GERAIS</a:t>
            </a:r>
          </a:p>
        </p:txBody>
      </p:sp>
      <p:sp>
        <p:nvSpPr>
          <p:cNvPr id="47" name="Espaço Reservado para Texto 46">
            <a:extLst>
              <a:ext uri="{FF2B5EF4-FFF2-40B4-BE49-F238E27FC236}">
                <a16:creationId xmlns:a16="http://schemas.microsoft.com/office/drawing/2014/main" id="{FD3EC130-71A3-4631-982F-82143E912156}"/>
              </a:ext>
            </a:extLst>
          </p:cNvPr>
          <p:cNvSpPr>
            <a:spLocks noGrp="1"/>
          </p:cNvSpPr>
          <p:nvPr>
            <p:ph type="body" sz="quarter" idx="21" hasCustomPrompt="1"/>
          </p:nvPr>
        </p:nvSpPr>
        <p:spPr>
          <a:xfrm>
            <a:off x="2371764" y="2114421"/>
            <a:ext cx="9385912" cy="577853"/>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Descrever regra para que o produto seja ativado, Descrever as condições necessárias à manutenção da elegibilidade do cliente a este produto, Descrever o processo para que o produto seja cancelado </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56" name="Retângulo 55">
            <a:extLst>
              <a:ext uri="{FF2B5EF4-FFF2-40B4-BE49-F238E27FC236}">
                <a16:creationId xmlns:a16="http://schemas.microsoft.com/office/drawing/2014/main" id="{FBEE938B-4FFF-4C52-A4FD-BFAD119E445F}"/>
              </a:ext>
            </a:extLst>
          </p:cNvPr>
          <p:cNvSpPr/>
          <p:nvPr userDrawn="1"/>
        </p:nvSpPr>
        <p:spPr>
          <a:xfrm>
            <a:off x="2366967" y="2800742"/>
            <a:ext cx="9469552" cy="74195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CONCEIITOS FINANCEIROS</a:t>
            </a:r>
          </a:p>
        </p:txBody>
      </p:sp>
      <p:sp>
        <p:nvSpPr>
          <p:cNvPr id="57" name="Espaço Reservado para Texto 46">
            <a:extLst>
              <a:ext uri="{FF2B5EF4-FFF2-40B4-BE49-F238E27FC236}">
                <a16:creationId xmlns:a16="http://schemas.microsoft.com/office/drawing/2014/main" id="{4E47C074-28BB-4F18-8BB7-890F26C86183}"/>
              </a:ext>
            </a:extLst>
          </p:cNvPr>
          <p:cNvSpPr>
            <a:spLocks noGrp="1"/>
          </p:cNvSpPr>
          <p:nvPr>
            <p:ph type="body" sz="quarter" idx="42" hasCustomPrompt="1"/>
          </p:nvPr>
        </p:nvSpPr>
        <p:spPr>
          <a:xfrm>
            <a:off x="2371765" y="2922639"/>
            <a:ext cx="9385911" cy="597307"/>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Detalhar todos os valores do produto/serviço, use o slide de anexos quando existe informações de pricing, Informar valor da taxa de adesão, quando aplicável, para novos clientes e Base.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58" name="Retângulo 57">
            <a:extLst>
              <a:ext uri="{FF2B5EF4-FFF2-40B4-BE49-F238E27FC236}">
                <a16:creationId xmlns:a16="http://schemas.microsoft.com/office/drawing/2014/main" id="{8070A057-D731-40E7-AA8B-6418541D06C3}"/>
              </a:ext>
            </a:extLst>
          </p:cNvPr>
          <p:cNvSpPr/>
          <p:nvPr userDrawn="1"/>
        </p:nvSpPr>
        <p:spPr>
          <a:xfrm>
            <a:off x="2894797" y="3610744"/>
            <a:ext cx="1767104" cy="263990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59" name="Espaço Reservado para Texto 46">
            <a:extLst>
              <a:ext uri="{FF2B5EF4-FFF2-40B4-BE49-F238E27FC236}">
                <a16:creationId xmlns:a16="http://schemas.microsoft.com/office/drawing/2014/main" id="{50FF9546-3CF6-4286-B456-DABA825F6E04}"/>
              </a:ext>
            </a:extLst>
          </p:cNvPr>
          <p:cNvSpPr>
            <a:spLocks noGrp="1"/>
          </p:cNvSpPr>
          <p:nvPr>
            <p:ph type="body" sz="quarter" idx="43" hasCustomPrompt="1"/>
          </p:nvPr>
        </p:nvSpPr>
        <p:spPr>
          <a:xfrm>
            <a:off x="2910150" y="3744886"/>
            <a:ext cx="1732045" cy="2465505"/>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49" name="Espaço Reservado para Texto 46">
            <a:extLst>
              <a:ext uri="{FF2B5EF4-FFF2-40B4-BE49-F238E27FC236}">
                <a16:creationId xmlns:a16="http://schemas.microsoft.com/office/drawing/2014/main" id="{8F9A3D2F-0377-4774-91BC-B1C5B4722F93}"/>
              </a:ext>
            </a:extLst>
          </p:cNvPr>
          <p:cNvSpPr>
            <a:spLocks noGrp="1"/>
          </p:cNvSpPr>
          <p:nvPr>
            <p:ph type="body" sz="quarter" idx="56" hasCustomPrompt="1"/>
          </p:nvPr>
        </p:nvSpPr>
        <p:spPr>
          <a:xfrm>
            <a:off x="2914103" y="925130"/>
            <a:ext cx="1728092"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1" name="Seta: Divisa 10">
            <a:extLst>
              <a:ext uri="{FF2B5EF4-FFF2-40B4-BE49-F238E27FC236}">
                <a16:creationId xmlns:a16="http://schemas.microsoft.com/office/drawing/2014/main" id="{2C2FFE45-2841-4621-BEBE-6B7044D4407F}"/>
              </a:ext>
            </a:extLst>
          </p:cNvPr>
          <p:cNvSpPr/>
          <p:nvPr userDrawn="1"/>
        </p:nvSpPr>
        <p:spPr>
          <a:xfrm>
            <a:off x="4754762" y="931906"/>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92" name="Retângulo 91">
            <a:extLst>
              <a:ext uri="{FF2B5EF4-FFF2-40B4-BE49-F238E27FC236}">
                <a16:creationId xmlns:a16="http://schemas.microsoft.com/office/drawing/2014/main" id="{3E8FD7AC-9725-4989-AE1D-DE9DA7A3760A}"/>
              </a:ext>
            </a:extLst>
          </p:cNvPr>
          <p:cNvSpPr/>
          <p:nvPr userDrawn="1"/>
        </p:nvSpPr>
        <p:spPr>
          <a:xfrm>
            <a:off x="5300664" y="899327"/>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3" name="Espaço Reservado para Texto 46">
            <a:extLst>
              <a:ext uri="{FF2B5EF4-FFF2-40B4-BE49-F238E27FC236}">
                <a16:creationId xmlns:a16="http://schemas.microsoft.com/office/drawing/2014/main" id="{1E5F2016-E7A4-4DFA-938A-05538C89E923}"/>
              </a:ext>
            </a:extLst>
          </p:cNvPr>
          <p:cNvSpPr>
            <a:spLocks noGrp="1"/>
          </p:cNvSpPr>
          <p:nvPr>
            <p:ph type="body" sz="quarter" idx="57" hasCustomPrompt="1"/>
          </p:nvPr>
        </p:nvSpPr>
        <p:spPr>
          <a:xfrm>
            <a:off x="5300664" y="925499"/>
            <a:ext cx="1711085"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2" name="Seta: Divisa 11">
            <a:extLst>
              <a:ext uri="{FF2B5EF4-FFF2-40B4-BE49-F238E27FC236}">
                <a16:creationId xmlns:a16="http://schemas.microsoft.com/office/drawing/2014/main" id="{248E2E8C-520D-4E88-BC3C-D23A3C08EC1F}"/>
              </a:ext>
            </a:extLst>
          </p:cNvPr>
          <p:cNvSpPr/>
          <p:nvPr userDrawn="1"/>
        </p:nvSpPr>
        <p:spPr>
          <a:xfrm>
            <a:off x="7143301" y="927640"/>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95" name="Retângulo 94">
            <a:extLst>
              <a:ext uri="{FF2B5EF4-FFF2-40B4-BE49-F238E27FC236}">
                <a16:creationId xmlns:a16="http://schemas.microsoft.com/office/drawing/2014/main" id="{3953BCD1-B9FB-450D-985E-48929692CD0E}"/>
              </a:ext>
            </a:extLst>
          </p:cNvPr>
          <p:cNvSpPr/>
          <p:nvPr userDrawn="1"/>
        </p:nvSpPr>
        <p:spPr>
          <a:xfrm>
            <a:off x="7689371" y="907830"/>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6" name="Espaço Reservado para Texto 46">
            <a:extLst>
              <a:ext uri="{FF2B5EF4-FFF2-40B4-BE49-F238E27FC236}">
                <a16:creationId xmlns:a16="http://schemas.microsoft.com/office/drawing/2014/main" id="{46E3FDC8-8670-4DA1-8917-98CBB1AC0FA0}"/>
              </a:ext>
            </a:extLst>
          </p:cNvPr>
          <p:cNvSpPr>
            <a:spLocks noGrp="1"/>
          </p:cNvSpPr>
          <p:nvPr>
            <p:ph type="body" sz="quarter" idx="58" hasCustomPrompt="1"/>
          </p:nvPr>
        </p:nvSpPr>
        <p:spPr>
          <a:xfrm>
            <a:off x="7721673" y="933633"/>
            <a:ext cx="1649542"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3" name="Seta: Divisa 12">
            <a:extLst>
              <a:ext uri="{FF2B5EF4-FFF2-40B4-BE49-F238E27FC236}">
                <a16:creationId xmlns:a16="http://schemas.microsoft.com/office/drawing/2014/main" id="{B8E668D8-42E9-4062-81C0-BDC6C8F3DDDE}"/>
              </a:ext>
            </a:extLst>
          </p:cNvPr>
          <p:cNvSpPr/>
          <p:nvPr userDrawn="1"/>
        </p:nvSpPr>
        <p:spPr>
          <a:xfrm>
            <a:off x="9532008" y="921962"/>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98" name="Retângulo 97">
            <a:extLst>
              <a:ext uri="{FF2B5EF4-FFF2-40B4-BE49-F238E27FC236}">
                <a16:creationId xmlns:a16="http://schemas.microsoft.com/office/drawing/2014/main" id="{EBE4EE30-9B74-4384-84C4-5F679A8FA039}"/>
              </a:ext>
            </a:extLst>
          </p:cNvPr>
          <p:cNvSpPr/>
          <p:nvPr userDrawn="1"/>
        </p:nvSpPr>
        <p:spPr>
          <a:xfrm>
            <a:off x="10089120" y="890459"/>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9" name="Espaço Reservado para Texto 46">
            <a:extLst>
              <a:ext uri="{FF2B5EF4-FFF2-40B4-BE49-F238E27FC236}">
                <a16:creationId xmlns:a16="http://schemas.microsoft.com/office/drawing/2014/main" id="{19CADC75-B231-4FB0-9A9F-A087039B2C44}"/>
              </a:ext>
            </a:extLst>
          </p:cNvPr>
          <p:cNvSpPr>
            <a:spLocks noGrp="1"/>
          </p:cNvSpPr>
          <p:nvPr>
            <p:ph type="body" sz="quarter" idx="59" hasCustomPrompt="1"/>
          </p:nvPr>
        </p:nvSpPr>
        <p:spPr>
          <a:xfrm>
            <a:off x="10121422" y="916262"/>
            <a:ext cx="1636254"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03" name="Retângulo 102">
            <a:extLst>
              <a:ext uri="{FF2B5EF4-FFF2-40B4-BE49-F238E27FC236}">
                <a16:creationId xmlns:a16="http://schemas.microsoft.com/office/drawing/2014/main" id="{6A63CA73-5545-4CC7-A82B-0EB314FCF916}"/>
              </a:ext>
            </a:extLst>
          </p:cNvPr>
          <p:cNvSpPr/>
          <p:nvPr userDrawn="1"/>
        </p:nvSpPr>
        <p:spPr>
          <a:xfrm>
            <a:off x="5281359" y="3603696"/>
            <a:ext cx="1767104" cy="263990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104" name="Espaço Reservado para Texto 46">
            <a:extLst>
              <a:ext uri="{FF2B5EF4-FFF2-40B4-BE49-F238E27FC236}">
                <a16:creationId xmlns:a16="http://schemas.microsoft.com/office/drawing/2014/main" id="{D786466E-754E-4FCB-BD8C-5931EE27DC3E}"/>
              </a:ext>
            </a:extLst>
          </p:cNvPr>
          <p:cNvSpPr>
            <a:spLocks noGrp="1"/>
          </p:cNvSpPr>
          <p:nvPr>
            <p:ph type="body" sz="quarter" idx="61" hasCustomPrompt="1"/>
          </p:nvPr>
        </p:nvSpPr>
        <p:spPr>
          <a:xfrm>
            <a:off x="5296712" y="3737838"/>
            <a:ext cx="1732045" cy="2465505"/>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05" name="Retângulo 104">
            <a:extLst>
              <a:ext uri="{FF2B5EF4-FFF2-40B4-BE49-F238E27FC236}">
                <a16:creationId xmlns:a16="http://schemas.microsoft.com/office/drawing/2014/main" id="{45459441-1B2D-41E5-9BE5-D6B52BC34A32}"/>
              </a:ext>
            </a:extLst>
          </p:cNvPr>
          <p:cNvSpPr/>
          <p:nvPr userDrawn="1"/>
        </p:nvSpPr>
        <p:spPr>
          <a:xfrm>
            <a:off x="7667921" y="3606184"/>
            <a:ext cx="1767104" cy="263990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106" name="Espaço Reservado para Texto 46">
            <a:extLst>
              <a:ext uri="{FF2B5EF4-FFF2-40B4-BE49-F238E27FC236}">
                <a16:creationId xmlns:a16="http://schemas.microsoft.com/office/drawing/2014/main" id="{EB937B75-E0A0-46D2-A6FB-EC6620D45C44}"/>
              </a:ext>
            </a:extLst>
          </p:cNvPr>
          <p:cNvSpPr>
            <a:spLocks noGrp="1"/>
          </p:cNvSpPr>
          <p:nvPr>
            <p:ph type="body" sz="quarter" idx="62" hasCustomPrompt="1"/>
          </p:nvPr>
        </p:nvSpPr>
        <p:spPr>
          <a:xfrm>
            <a:off x="7683274" y="3740326"/>
            <a:ext cx="1732045" cy="2465505"/>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07" name="Retângulo 106">
            <a:extLst>
              <a:ext uri="{FF2B5EF4-FFF2-40B4-BE49-F238E27FC236}">
                <a16:creationId xmlns:a16="http://schemas.microsoft.com/office/drawing/2014/main" id="{C79C78E2-6109-4A82-A070-B9B93DC1926D}"/>
              </a:ext>
            </a:extLst>
          </p:cNvPr>
          <p:cNvSpPr/>
          <p:nvPr userDrawn="1"/>
        </p:nvSpPr>
        <p:spPr>
          <a:xfrm>
            <a:off x="10084768" y="3601876"/>
            <a:ext cx="1736398" cy="263990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108" name="Espaço Reservado para Texto 46">
            <a:extLst>
              <a:ext uri="{FF2B5EF4-FFF2-40B4-BE49-F238E27FC236}">
                <a16:creationId xmlns:a16="http://schemas.microsoft.com/office/drawing/2014/main" id="{13958104-F6FA-4611-B2A4-2D79EE1BC816}"/>
              </a:ext>
            </a:extLst>
          </p:cNvPr>
          <p:cNvSpPr>
            <a:spLocks noGrp="1"/>
          </p:cNvSpPr>
          <p:nvPr>
            <p:ph type="body" sz="quarter" idx="63" hasCustomPrompt="1"/>
          </p:nvPr>
        </p:nvSpPr>
        <p:spPr>
          <a:xfrm>
            <a:off x="10104473" y="3736018"/>
            <a:ext cx="1732045" cy="2465505"/>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7" name="Seta: Divisa 16">
            <a:extLst>
              <a:ext uri="{FF2B5EF4-FFF2-40B4-BE49-F238E27FC236}">
                <a16:creationId xmlns:a16="http://schemas.microsoft.com/office/drawing/2014/main" id="{6BA0C7D8-7452-4336-8003-CCB6A050DD47}"/>
              </a:ext>
            </a:extLst>
          </p:cNvPr>
          <p:cNvSpPr/>
          <p:nvPr userDrawn="1"/>
        </p:nvSpPr>
        <p:spPr>
          <a:xfrm>
            <a:off x="2371764" y="953062"/>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8" name="Seta: Divisa 17">
            <a:extLst>
              <a:ext uri="{FF2B5EF4-FFF2-40B4-BE49-F238E27FC236}">
                <a16:creationId xmlns:a16="http://schemas.microsoft.com/office/drawing/2014/main" id="{41E0E0FC-A2DB-4D8C-8BBB-A63E6A91CAAD}"/>
              </a:ext>
            </a:extLst>
          </p:cNvPr>
          <p:cNvSpPr/>
          <p:nvPr userDrawn="1"/>
        </p:nvSpPr>
        <p:spPr>
          <a:xfrm>
            <a:off x="1366811" y="3045070"/>
            <a:ext cx="628788" cy="1131347"/>
          </a:xfrm>
          <a:prstGeom prst="chevron">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5" name="Retângulo: Cantos Arredondados 44">
            <a:extLst>
              <a:ext uri="{FF2B5EF4-FFF2-40B4-BE49-F238E27FC236}">
                <a16:creationId xmlns:a16="http://schemas.microsoft.com/office/drawing/2014/main" id="{BC5FF369-FB4F-423E-A860-537E4DACC16A}"/>
              </a:ext>
            </a:extLst>
          </p:cNvPr>
          <p:cNvSpPr/>
          <p:nvPr userDrawn="1"/>
        </p:nvSpPr>
        <p:spPr>
          <a:xfrm>
            <a:off x="669391" y="179801"/>
            <a:ext cx="391567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MICRO JORNADA (Cont.) - </a:t>
            </a:r>
          </a:p>
        </p:txBody>
      </p:sp>
      <p:pic>
        <p:nvPicPr>
          <p:cNvPr id="46" name="Immagine 7" descr="secondario_rgb.png">
            <a:extLst>
              <a:ext uri="{FF2B5EF4-FFF2-40B4-BE49-F238E27FC236}">
                <a16:creationId xmlns:a16="http://schemas.microsoft.com/office/drawing/2014/main" id="{E293FB5D-D0C8-42E5-A258-B9CEA8D36A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
        <p:nvSpPr>
          <p:cNvPr id="48" name="Espaço Reservado para Texto 46">
            <a:extLst>
              <a:ext uri="{FF2B5EF4-FFF2-40B4-BE49-F238E27FC236}">
                <a16:creationId xmlns:a16="http://schemas.microsoft.com/office/drawing/2014/main" id="{715CEBF7-27D0-4956-B59A-F47E8E2E2587}"/>
              </a:ext>
            </a:extLst>
          </p:cNvPr>
          <p:cNvSpPr>
            <a:spLocks noGrp="1"/>
          </p:cNvSpPr>
          <p:nvPr>
            <p:ph type="body" sz="quarter" idx="65" hasCustomPrompt="1"/>
          </p:nvPr>
        </p:nvSpPr>
        <p:spPr>
          <a:xfrm>
            <a:off x="3929980" y="201451"/>
            <a:ext cx="5632031" cy="468330"/>
          </a:xfrm>
        </p:spPr>
        <p:txBody>
          <a:bodyPr>
            <a:normAutofit/>
          </a:bodyPr>
          <a:lstStyle>
            <a:lvl1pPr marL="0" indent="0" algn="ctr">
              <a:lnSpc>
                <a:spcPct val="100000"/>
              </a:lnSpc>
              <a:spcBef>
                <a:spcPts val="100"/>
              </a:spcBef>
              <a:buNone/>
              <a:defRPr sz="240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o nome da micro jornada</a:t>
            </a:r>
          </a:p>
        </p:txBody>
      </p:sp>
    </p:spTree>
    <p:extLst>
      <p:ext uri="{BB962C8B-B14F-4D97-AF65-F5344CB8AC3E}">
        <p14:creationId xmlns:p14="http://schemas.microsoft.com/office/powerpoint/2010/main" val="315646173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MICRO JORNADA MODELO 1 PÁGINA (SÓ FUNCIONAMENTO)">
    <p:spTree>
      <p:nvGrpSpPr>
        <p:cNvPr id="1" name=""/>
        <p:cNvGrpSpPr/>
        <p:nvPr/>
      </p:nvGrpSpPr>
      <p:grpSpPr>
        <a:xfrm>
          <a:off x="0" y="0"/>
          <a:ext cx="0" cy="0"/>
          <a:chOff x="0" y="0"/>
          <a:chExt cx="0" cy="0"/>
        </a:xfrm>
      </p:grpSpPr>
      <p:sp>
        <p:nvSpPr>
          <p:cNvPr id="18" name="Retângulo 17">
            <a:extLst>
              <a:ext uri="{FF2B5EF4-FFF2-40B4-BE49-F238E27FC236}">
                <a16:creationId xmlns:a16="http://schemas.microsoft.com/office/drawing/2014/main" id="{2EE181D9-6F6E-40CA-862C-93DB17B94031}"/>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6" name="Retângulo: Cantos Superiores Arredondados 5">
            <a:extLst>
              <a:ext uri="{FF2B5EF4-FFF2-40B4-BE49-F238E27FC236}">
                <a16:creationId xmlns:a16="http://schemas.microsoft.com/office/drawing/2014/main" id="{58280137-A574-49A2-B09A-F3051C4607DC}"/>
              </a:ext>
            </a:extLst>
          </p:cNvPr>
          <p:cNvSpPr/>
          <p:nvPr userDrawn="1"/>
        </p:nvSpPr>
        <p:spPr>
          <a:xfrm rot="16200000">
            <a:off x="5593510" y="-4619606"/>
            <a:ext cx="997629" cy="11814888"/>
          </a:xfrm>
          <a:prstGeom prst="round2SameRect">
            <a:avLst>
              <a:gd name="adj1" fmla="val 5299"/>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ATIVIDADE</a:t>
            </a: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575844" y="899327"/>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 name="Retângulo: Cantos Superiores Arredondados 8">
            <a:extLst>
              <a:ext uri="{FF2B5EF4-FFF2-40B4-BE49-F238E27FC236}">
                <a16:creationId xmlns:a16="http://schemas.microsoft.com/office/drawing/2014/main" id="{4749333B-E6F0-4FDE-BB4F-308BE95F7B22}"/>
              </a:ext>
            </a:extLst>
          </p:cNvPr>
          <p:cNvSpPr/>
          <p:nvPr userDrawn="1"/>
        </p:nvSpPr>
        <p:spPr>
          <a:xfrm rot="16200000">
            <a:off x="3857310" y="-1778315"/>
            <a:ext cx="4466838" cy="11811696"/>
          </a:xfrm>
          <a:prstGeom prst="round2SameRect">
            <a:avLst>
              <a:gd name="adj1" fmla="val 5299"/>
              <a:gd name="adj2" fmla="val 0"/>
            </a:avLst>
          </a:prstGeom>
          <a:solidFill>
            <a:srgbClr val="133765"/>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MECÂNICA</a:t>
            </a: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5" name="Espaço Reservado para Texto 46">
            <a:extLst>
              <a:ext uri="{FF2B5EF4-FFF2-40B4-BE49-F238E27FC236}">
                <a16:creationId xmlns:a16="http://schemas.microsoft.com/office/drawing/2014/main" id="{9D211934-8FD0-4245-ACCF-FAC60843D80B}"/>
              </a:ext>
            </a:extLst>
          </p:cNvPr>
          <p:cNvSpPr>
            <a:spLocks noGrp="1"/>
          </p:cNvSpPr>
          <p:nvPr>
            <p:ph type="body" sz="quarter" idx="29" hasCustomPrompt="1"/>
          </p:nvPr>
        </p:nvSpPr>
        <p:spPr>
          <a:xfrm>
            <a:off x="3199083" y="302126"/>
            <a:ext cx="4129179" cy="377894"/>
          </a:xfrm>
        </p:spPr>
        <p:txBody>
          <a:bodyPr>
            <a:normAutofit/>
          </a:bodyPr>
          <a:lstStyle>
            <a:lvl1pPr marL="0" indent="0">
              <a:lnSpc>
                <a:spcPct val="100000"/>
              </a:lnSpc>
              <a:spcBef>
                <a:spcPts val="100"/>
              </a:spcBef>
              <a:buNone/>
              <a:defRPr sz="1600" b="1">
                <a:solidFill>
                  <a:schemeClr val="bg1"/>
                </a:solidFill>
                <a:latin typeface="Arial Narrow" panose="020B0606020202030204" pitchFamily="34" charset="0"/>
              </a:defRPr>
            </a:lvl1pPr>
          </a:lstStyle>
          <a:p>
            <a:pPr lvl="0"/>
            <a:r>
              <a:rPr lang="pt-BR"/>
              <a:t>blablabla</a:t>
            </a:r>
          </a:p>
        </p:txBody>
      </p:sp>
      <p:sp>
        <p:nvSpPr>
          <p:cNvPr id="58" name="Retângulo 57">
            <a:extLst>
              <a:ext uri="{FF2B5EF4-FFF2-40B4-BE49-F238E27FC236}">
                <a16:creationId xmlns:a16="http://schemas.microsoft.com/office/drawing/2014/main" id="{8070A057-D731-40E7-AA8B-6418541D06C3}"/>
              </a:ext>
            </a:extLst>
          </p:cNvPr>
          <p:cNvSpPr/>
          <p:nvPr userDrawn="1"/>
        </p:nvSpPr>
        <p:spPr>
          <a:xfrm>
            <a:off x="556539" y="2010139"/>
            <a:ext cx="1767104" cy="4240509"/>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59" name="Espaço Reservado para Texto 46">
            <a:extLst>
              <a:ext uri="{FF2B5EF4-FFF2-40B4-BE49-F238E27FC236}">
                <a16:creationId xmlns:a16="http://schemas.microsoft.com/office/drawing/2014/main" id="{50FF9546-3CF6-4286-B456-DABA825F6E04}"/>
              </a:ext>
            </a:extLst>
          </p:cNvPr>
          <p:cNvSpPr>
            <a:spLocks noGrp="1"/>
          </p:cNvSpPr>
          <p:nvPr>
            <p:ph type="body" sz="quarter" idx="43" hasCustomPrompt="1"/>
          </p:nvPr>
        </p:nvSpPr>
        <p:spPr>
          <a:xfrm>
            <a:off x="571892" y="2250022"/>
            <a:ext cx="1732045" cy="3960370"/>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49" name="Espaço Reservado para Texto 46">
            <a:extLst>
              <a:ext uri="{FF2B5EF4-FFF2-40B4-BE49-F238E27FC236}">
                <a16:creationId xmlns:a16="http://schemas.microsoft.com/office/drawing/2014/main" id="{8F9A3D2F-0377-4774-91BC-B1C5B4722F93}"/>
              </a:ext>
            </a:extLst>
          </p:cNvPr>
          <p:cNvSpPr>
            <a:spLocks noGrp="1"/>
          </p:cNvSpPr>
          <p:nvPr>
            <p:ph type="body" sz="quarter" idx="56" hasCustomPrompt="1"/>
          </p:nvPr>
        </p:nvSpPr>
        <p:spPr>
          <a:xfrm>
            <a:off x="575845" y="925130"/>
            <a:ext cx="1728092"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1" name="Seta: Divisa 10">
            <a:extLst>
              <a:ext uri="{FF2B5EF4-FFF2-40B4-BE49-F238E27FC236}">
                <a16:creationId xmlns:a16="http://schemas.microsoft.com/office/drawing/2014/main" id="{2C2FFE45-2841-4621-BEBE-6B7044D4407F}"/>
              </a:ext>
            </a:extLst>
          </p:cNvPr>
          <p:cNvSpPr/>
          <p:nvPr userDrawn="1"/>
        </p:nvSpPr>
        <p:spPr>
          <a:xfrm>
            <a:off x="2416504" y="931906"/>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92" name="Retângulo 91">
            <a:extLst>
              <a:ext uri="{FF2B5EF4-FFF2-40B4-BE49-F238E27FC236}">
                <a16:creationId xmlns:a16="http://schemas.microsoft.com/office/drawing/2014/main" id="{3E8FD7AC-9725-4989-AE1D-DE9DA7A3760A}"/>
              </a:ext>
            </a:extLst>
          </p:cNvPr>
          <p:cNvSpPr/>
          <p:nvPr userDrawn="1"/>
        </p:nvSpPr>
        <p:spPr>
          <a:xfrm>
            <a:off x="2962406" y="899327"/>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3" name="Espaço Reservado para Texto 46">
            <a:extLst>
              <a:ext uri="{FF2B5EF4-FFF2-40B4-BE49-F238E27FC236}">
                <a16:creationId xmlns:a16="http://schemas.microsoft.com/office/drawing/2014/main" id="{1E5F2016-E7A4-4DFA-938A-05538C89E923}"/>
              </a:ext>
            </a:extLst>
          </p:cNvPr>
          <p:cNvSpPr>
            <a:spLocks noGrp="1"/>
          </p:cNvSpPr>
          <p:nvPr>
            <p:ph type="body" sz="quarter" idx="57" hasCustomPrompt="1"/>
          </p:nvPr>
        </p:nvSpPr>
        <p:spPr>
          <a:xfrm>
            <a:off x="2962406" y="925499"/>
            <a:ext cx="1711085"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2" name="Seta: Divisa 11">
            <a:extLst>
              <a:ext uri="{FF2B5EF4-FFF2-40B4-BE49-F238E27FC236}">
                <a16:creationId xmlns:a16="http://schemas.microsoft.com/office/drawing/2014/main" id="{248E2E8C-520D-4E88-BC3C-D23A3C08EC1F}"/>
              </a:ext>
            </a:extLst>
          </p:cNvPr>
          <p:cNvSpPr/>
          <p:nvPr userDrawn="1"/>
        </p:nvSpPr>
        <p:spPr>
          <a:xfrm>
            <a:off x="4805043" y="927640"/>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95" name="Retângulo 94">
            <a:extLst>
              <a:ext uri="{FF2B5EF4-FFF2-40B4-BE49-F238E27FC236}">
                <a16:creationId xmlns:a16="http://schemas.microsoft.com/office/drawing/2014/main" id="{3953BCD1-B9FB-450D-985E-48929692CD0E}"/>
              </a:ext>
            </a:extLst>
          </p:cNvPr>
          <p:cNvSpPr/>
          <p:nvPr userDrawn="1"/>
        </p:nvSpPr>
        <p:spPr>
          <a:xfrm>
            <a:off x="5351113" y="907830"/>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6" name="Espaço Reservado para Texto 46">
            <a:extLst>
              <a:ext uri="{FF2B5EF4-FFF2-40B4-BE49-F238E27FC236}">
                <a16:creationId xmlns:a16="http://schemas.microsoft.com/office/drawing/2014/main" id="{46E3FDC8-8670-4DA1-8917-98CBB1AC0FA0}"/>
              </a:ext>
            </a:extLst>
          </p:cNvPr>
          <p:cNvSpPr>
            <a:spLocks noGrp="1"/>
          </p:cNvSpPr>
          <p:nvPr>
            <p:ph type="body" sz="quarter" idx="58" hasCustomPrompt="1"/>
          </p:nvPr>
        </p:nvSpPr>
        <p:spPr>
          <a:xfrm>
            <a:off x="5383415" y="933633"/>
            <a:ext cx="1649542"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3" name="Seta: Divisa 12">
            <a:extLst>
              <a:ext uri="{FF2B5EF4-FFF2-40B4-BE49-F238E27FC236}">
                <a16:creationId xmlns:a16="http://schemas.microsoft.com/office/drawing/2014/main" id="{B8E668D8-42E9-4062-81C0-BDC6C8F3DDDE}"/>
              </a:ext>
            </a:extLst>
          </p:cNvPr>
          <p:cNvSpPr/>
          <p:nvPr userDrawn="1"/>
        </p:nvSpPr>
        <p:spPr>
          <a:xfrm>
            <a:off x="7193750" y="921962"/>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98" name="Retângulo 97">
            <a:extLst>
              <a:ext uri="{FF2B5EF4-FFF2-40B4-BE49-F238E27FC236}">
                <a16:creationId xmlns:a16="http://schemas.microsoft.com/office/drawing/2014/main" id="{EBE4EE30-9B74-4384-84C4-5F679A8FA039}"/>
              </a:ext>
            </a:extLst>
          </p:cNvPr>
          <p:cNvSpPr/>
          <p:nvPr userDrawn="1"/>
        </p:nvSpPr>
        <p:spPr>
          <a:xfrm>
            <a:off x="7750862" y="890459"/>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9" name="Espaço Reservado para Texto 46">
            <a:extLst>
              <a:ext uri="{FF2B5EF4-FFF2-40B4-BE49-F238E27FC236}">
                <a16:creationId xmlns:a16="http://schemas.microsoft.com/office/drawing/2014/main" id="{19CADC75-B231-4FB0-9A9F-A087039B2C44}"/>
              </a:ext>
            </a:extLst>
          </p:cNvPr>
          <p:cNvSpPr>
            <a:spLocks noGrp="1"/>
          </p:cNvSpPr>
          <p:nvPr>
            <p:ph type="body" sz="quarter" idx="59" hasCustomPrompt="1"/>
          </p:nvPr>
        </p:nvSpPr>
        <p:spPr>
          <a:xfrm>
            <a:off x="7783164" y="916262"/>
            <a:ext cx="1636254"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00" name="Retângulo 99">
            <a:extLst>
              <a:ext uri="{FF2B5EF4-FFF2-40B4-BE49-F238E27FC236}">
                <a16:creationId xmlns:a16="http://schemas.microsoft.com/office/drawing/2014/main" id="{96EC751D-E462-4F90-ABF9-5F035CB42113}"/>
              </a:ext>
            </a:extLst>
          </p:cNvPr>
          <p:cNvSpPr/>
          <p:nvPr userDrawn="1"/>
        </p:nvSpPr>
        <p:spPr>
          <a:xfrm>
            <a:off x="10120417" y="888264"/>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101" name="Espaço Reservado para Texto 46">
            <a:extLst>
              <a:ext uri="{FF2B5EF4-FFF2-40B4-BE49-F238E27FC236}">
                <a16:creationId xmlns:a16="http://schemas.microsoft.com/office/drawing/2014/main" id="{1F99A9E4-6321-41F7-967B-BB312BE73EAF}"/>
              </a:ext>
            </a:extLst>
          </p:cNvPr>
          <p:cNvSpPr>
            <a:spLocks noGrp="1"/>
          </p:cNvSpPr>
          <p:nvPr>
            <p:ph type="body" sz="quarter" idx="60" hasCustomPrompt="1"/>
          </p:nvPr>
        </p:nvSpPr>
        <p:spPr>
          <a:xfrm>
            <a:off x="10133480" y="914067"/>
            <a:ext cx="1676003"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4" name="Seta: Divisa 13">
            <a:extLst>
              <a:ext uri="{FF2B5EF4-FFF2-40B4-BE49-F238E27FC236}">
                <a16:creationId xmlns:a16="http://schemas.microsoft.com/office/drawing/2014/main" id="{EED2E246-79E2-400D-96F9-6A57953A4CB2}"/>
              </a:ext>
            </a:extLst>
          </p:cNvPr>
          <p:cNvSpPr/>
          <p:nvPr userDrawn="1"/>
        </p:nvSpPr>
        <p:spPr>
          <a:xfrm>
            <a:off x="9603719" y="916994"/>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03" name="Retângulo 102">
            <a:extLst>
              <a:ext uri="{FF2B5EF4-FFF2-40B4-BE49-F238E27FC236}">
                <a16:creationId xmlns:a16="http://schemas.microsoft.com/office/drawing/2014/main" id="{6A63CA73-5545-4CC7-A82B-0EB314FCF916}"/>
              </a:ext>
            </a:extLst>
          </p:cNvPr>
          <p:cNvSpPr/>
          <p:nvPr userDrawn="1"/>
        </p:nvSpPr>
        <p:spPr>
          <a:xfrm>
            <a:off x="2943101" y="2003091"/>
            <a:ext cx="1767104" cy="4240509"/>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104" name="Espaço Reservado para Texto 46">
            <a:extLst>
              <a:ext uri="{FF2B5EF4-FFF2-40B4-BE49-F238E27FC236}">
                <a16:creationId xmlns:a16="http://schemas.microsoft.com/office/drawing/2014/main" id="{D786466E-754E-4FCB-BD8C-5931EE27DC3E}"/>
              </a:ext>
            </a:extLst>
          </p:cNvPr>
          <p:cNvSpPr>
            <a:spLocks noGrp="1"/>
          </p:cNvSpPr>
          <p:nvPr>
            <p:ph type="body" sz="quarter" idx="61" hasCustomPrompt="1"/>
          </p:nvPr>
        </p:nvSpPr>
        <p:spPr>
          <a:xfrm>
            <a:off x="2958454" y="2242974"/>
            <a:ext cx="1732045" cy="3960370"/>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05" name="Retângulo 104">
            <a:extLst>
              <a:ext uri="{FF2B5EF4-FFF2-40B4-BE49-F238E27FC236}">
                <a16:creationId xmlns:a16="http://schemas.microsoft.com/office/drawing/2014/main" id="{45459441-1B2D-41E5-9BE5-D6B52BC34A32}"/>
              </a:ext>
            </a:extLst>
          </p:cNvPr>
          <p:cNvSpPr/>
          <p:nvPr userDrawn="1"/>
        </p:nvSpPr>
        <p:spPr>
          <a:xfrm>
            <a:off x="5329663" y="2005579"/>
            <a:ext cx="1767104" cy="4240509"/>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106" name="Espaço Reservado para Texto 46">
            <a:extLst>
              <a:ext uri="{FF2B5EF4-FFF2-40B4-BE49-F238E27FC236}">
                <a16:creationId xmlns:a16="http://schemas.microsoft.com/office/drawing/2014/main" id="{EB937B75-E0A0-46D2-A6FB-EC6620D45C44}"/>
              </a:ext>
            </a:extLst>
          </p:cNvPr>
          <p:cNvSpPr>
            <a:spLocks noGrp="1"/>
          </p:cNvSpPr>
          <p:nvPr>
            <p:ph type="body" sz="quarter" idx="62" hasCustomPrompt="1"/>
          </p:nvPr>
        </p:nvSpPr>
        <p:spPr>
          <a:xfrm>
            <a:off x="5345016" y="2245462"/>
            <a:ext cx="1732045" cy="3960370"/>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07" name="Retângulo 106">
            <a:extLst>
              <a:ext uri="{FF2B5EF4-FFF2-40B4-BE49-F238E27FC236}">
                <a16:creationId xmlns:a16="http://schemas.microsoft.com/office/drawing/2014/main" id="{C79C78E2-6109-4A82-A070-B9B93DC1926D}"/>
              </a:ext>
            </a:extLst>
          </p:cNvPr>
          <p:cNvSpPr/>
          <p:nvPr userDrawn="1"/>
        </p:nvSpPr>
        <p:spPr>
          <a:xfrm>
            <a:off x="7750862" y="2001271"/>
            <a:ext cx="1767104" cy="4240509"/>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108" name="Espaço Reservado para Texto 46">
            <a:extLst>
              <a:ext uri="{FF2B5EF4-FFF2-40B4-BE49-F238E27FC236}">
                <a16:creationId xmlns:a16="http://schemas.microsoft.com/office/drawing/2014/main" id="{13958104-F6FA-4611-B2A4-2D79EE1BC816}"/>
              </a:ext>
            </a:extLst>
          </p:cNvPr>
          <p:cNvSpPr>
            <a:spLocks noGrp="1"/>
          </p:cNvSpPr>
          <p:nvPr>
            <p:ph type="body" sz="quarter" idx="63" hasCustomPrompt="1"/>
          </p:nvPr>
        </p:nvSpPr>
        <p:spPr>
          <a:xfrm>
            <a:off x="7766215" y="2241154"/>
            <a:ext cx="1732045" cy="3960370"/>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09" name="Retângulo 108">
            <a:extLst>
              <a:ext uri="{FF2B5EF4-FFF2-40B4-BE49-F238E27FC236}">
                <a16:creationId xmlns:a16="http://schemas.microsoft.com/office/drawing/2014/main" id="{AF00F5F0-7B8E-4433-ACCC-9A05A853A33C}"/>
              </a:ext>
            </a:extLst>
          </p:cNvPr>
          <p:cNvSpPr/>
          <p:nvPr userDrawn="1"/>
        </p:nvSpPr>
        <p:spPr>
          <a:xfrm>
            <a:off x="10090224" y="2005620"/>
            <a:ext cx="1767104" cy="4240509"/>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110" name="Espaço Reservado para Texto 46">
            <a:extLst>
              <a:ext uri="{FF2B5EF4-FFF2-40B4-BE49-F238E27FC236}">
                <a16:creationId xmlns:a16="http://schemas.microsoft.com/office/drawing/2014/main" id="{F45EA615-A820-42DD-A7B2-4534B7D51667}"/>
              </a:ext>
            </a:extLst>
          </p:cNvPr>
          <p:cNvSpPr>
            <a:spLocks noGrp="1"/>
          </p:cNvSpPr>
          <p:nvPr>
            <p:ph type="body" sz="quarter" idx="64" hasCustomPrompt="1"/>
          </p:nvPr>
        </p:nvSpPr>
        <p:spPr>
          <a:xfrm>
            <a:off x="10105577" y="2245503"/>
            <a:ext cx="1732045" cy="3960370"/>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6" name="Retângulo: Cantos Arredondados 15">
            <a:extLst>
              <a:ext uri="{FF2B5EF4-FFF2-40B4-BE49-F238E27FC236}">
                <a16:creationId xmlns:a16="http://schemas.microsoft.com/office/drawing/2014/main" id="{D8F02428-52FF-4965-B657-4C0F09396893}"/>
              </a:ext>
            </a:extLst>
          </p:cNvPr>
          <p:cNvSpPr/>
          <p:nvPr userDrawn="1"/>
        </p:nvSpPr>
        <p:spPr>
          <a:xfrm>
            <a:off x="669391" y="179801"/>
            <a:ext cx="391567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MICRO JORNADA - </a:t>
            </a:r>
          </a:p>
        </p:txBody>
      </p:sp>
      <p:pic>
        <p:nvPicPr>
          <p:cNvPr id="17" name="Immagine 7" descr="secondario_rgb.png">
            <a:extLst>
              <a:ext uri="{FF2B5EF4-FFF2-40B4-BE49-F238E27FC236}">
                <a16:creationId xmlns:a16="http://schemas.microsoft.com/office/drawing/2014/main" id="{1263B908-1194-4F7E-AC34-3B0067CC2158}"/>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
        <p:nvSpPr>
          <p:cNvPr id="113" name="Espaço Reservado para Texto 46">
            <a:extLst>
              <a:ext uri="{FF2B5EF4-FFF2-40B4-BE49-F238E27FC236}">
                <a16:creationId xmlns:a16="http://schemas.microsoft.com/office/drawing/2014/main" id="{4CE871CB-5857-4E26-82C9-3A0F74E93A67}"/>
              </a:ext>
            </a:extLst>
          </p:cNvPr>
          <p:cNvSpPr>
            <a:spLocks noGrp="1"/>
          </p:cNvSpPr>
          <p:nvPr>
            <p:ph type="body" sz="quarter" idx="65" hasCustomPrompt="1"/>
          </p:nvPr>
        </p:nvSpPr>
        <p:spPr>
          <a:xfrm>
            <a:off x="3093957" y="201451"/>
            <a:ext cx="5632031" cy="468330"/>
          </a:xfrm>
        </p:spPr>
        <p:txBody>
          <a:bodyPr>
            <a:normAutofit/>
          </a:bodyPr>
          <a:lstStyle>
            <a:lvl1pPr marL="0" indent="0" algn="ctr">
              <a:lnSpc>
                <a:spcPct val="100000"/>
              </a:lnSpc>
              <a:spcBef>
                <a:spcPts val="100"/>
              </a:spcBef>
              <a:buNone/>
              <a:defRPr sz="240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o nome da micro jornada</a:t>
            </a:r>
          </a:p>
        </p:txBody>
      </p:sp>
    </p:spTree>
    <p:extLst>
      <p:ext uri="{BB962C8B-B14F-4D97-AF65-F5344CB8AC3E}">
        <p14:creationId xmlns:p14="http://schemas.microsoft.com/office/powerpoint/2010/main" val="243336827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MICRO JORNADA MODELO MULTI - INICIO (SÓ FUNCIONAMENTO)">
    <p:spTree>
      <p:nvGrpSpPr>
        <p:cNvPr id="1" name=""/>
        <p:cNvGrpSpPr/>
        <p:nvPr/>
      </p:nvGrpSpPr>
      <p:grpSpPr>
        <a:xfrm>
          <a:off x="0" y="0"/>
          <a:ext cx="0" cy="0"/>
          <a:chOff x="0" y="0"/>
          <a:chExt cx="0" cy="0"/>
        </a:xfrm>
      </p:grpSpPr>
      <p:sp>
        <p:nvSpPr>
          <p:cNvPr id="7" name="Retângulo 6">
            <a:extLst>
              <a:ext uri="{FF2B5EF4-FFF2-40B4-BE49-F238E27FC236}">
                <a16:creationId xmlns:a16="http://schemas.microsoft.com/office/drawing/2014/main" id="{F7692E19-CB9C-4D5B-A8C0-4CDACEA58DBF}"/>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6" name="Retângulo: Cantos Superiores Arredondados 5">
            <a:extLst>
              <a:ext uri="{FF2B5EF4-FFF2-40B4-BE49-F238E27FC236}">
                <a16:creationId xmlns:a16="http://schemas.microsoft.com/office/drawing/2014/main" id="{58280137-A574-49A2-B09A-F3051C4607DC}"/>
              </a:ext>
            </a:extLst>
          </p:cNvPr>
          <p:cNvSpPr/>
          <p:nvPr userDrawn="1"/>
        </p:nvSpPr>
        <p:spPr>
          <a:xfrm rot="16200000">
            <a:off x="4741767" y="-3740363"/>
            <a:ext cx="997629" cy="10056402"/>
          </a:xfrm>
          <a:prstGeom prst="round2SameRect">
            <a:avLst>
              <a:gd name="adj1" fmla="val 5299"/>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ATIVIDADE</a:t>
            </a: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603344" y="899327"/>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 name="Retângulo: Cantos Superiores Arredondados 8">
            <a:extLst>
              <a:ext uri="{FF2B5EF4-FFF2-40B4-BE49-F238E27FC236}">
                <a16:creationId xmlns:a16="http://schemas.microsoft.com/office/drawing/2014/main" id="{4749333B-E6F0-4FDE-BB4F-308BE95F7B22}"/>
              </a:ext>
            </a:extLst>
          </p:cNvPr>
          <p:cNvSpPr/>
          <p:nvPr userDrawn="1"/>
        </p:nvSpPr>
        <p:spPr>
          <a:xfrm rot="16200000">
            <a:off x="3007162" y="-900667"/>
            <a:ext cx="4466838" cy="10056399"/>
          </a:xfrm>
          <a:prstGeom prst="round2SameRect">
            <a:avLst>
              <a:gd name="adj1" fmla="val 5299"/>
              <a:gd name="adj2" fmla="val 0"/>
            </a:avLst>
          </a:prstGeom>
          <a:solidFill>
            <a:srgbClr val="133765"/>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MECÂNICA</a:t>
            </a: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58" name="Retângulo 57">
            <a:extLst>
              <a:ext uri="{FF2B5EF4-FFF2-40B4-BE49-F238E27FC236}">
                <a16:creationId xmlns:a16="http://schemas.microsoft.com/office/drawing/2014/main" id="{8070A057-D731-40E7-AA8B-6418541D06C3}"/>
              </a:ext>
            </a:extLst>
          </p:cNvPr>
          <p:cNvSpPr/>
          <p:nvPr userDrawn="1"/>
        </p:nvSpPr>
        <p:spPr>
          <a:xfrm>
            <a:off x="584039" y="2010139"/>
            <a:ext cx="1767104" cy="4240509"/>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59" name="Espaço Reservado para Texto 46">
            <a:extLst>
              <a:ext uri="{FF2B5EF4-FFF2-40B4-BE49-F238E27FC236}">
                <a16:creationId xmlns:a16="http://schemas.microsoft.com/office/drawing/2014/main" id="{50FF9546-3CF6-4286-B456-DABA825F6E04}"/>
              </a:ext>
            </a:extLst>
          </p:cNvPr>
          <p:cNvSpPr>
            <a:spLocks noGrp="1"/>
          </p:cNvSpPr>
          <p:nvPr>
            <p:ph type="body" sz="quarter" idx="43" hasCustomPrompt="1"/>
          </p:nvPr>
        </p:nvSpPr>
        <p:spPr>
          <a:xfrm>
            <a:off x="599392" y="2250022"/>
            <a:ext cx="1732045" cy="3960370"/>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49" name="Espaço Reservado para Texto 46">
            <a:extLst>
              <a:ext uri="{FF2B5EF4-FFF2-40B4-BE49-F238E27FC236}">
                <a16:creationId xmlns:a16="http://schemas.microsoft.com/office/drawing/2014/main" id="{8F9A3D2F-0377-4774-91BC-B1C5B4722F93}"/>
              </a:ext>
            </a:extLst>
          </p:cNvPr>
          <p:cNvSpPr>
            <a:spLocks noGrp="1"/>
          </p:cNvSpPr>
          <p:nvPr>
            <p:ph type="body" sz="quarter" idx="56" hasCustomPrompt="1"/>
          </p:nvPr>
        </p:nvSpPr>
        <p:spPr>
          <a:xfrm>
            <a:off x="603345" y="925130"/>
            <a:ext cx="1728092"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1" name="Seta: Divisa 10">
            <a:extLst>
              <a:ext uri="{FF2B5EF4-FFF2-40B4-BE49-F238E27FC236}">
                <a16:creationId xmlns:a16="http://schemas.microsoft.com/office/drawing/2014/main" id="{2C2FFE45-2841-4621-BEBE-6B7044D4407F}"/>
              </a:ext>
            </a:extLst>
          </p:cNvPr>
          <p:cNvSpPr/>
          <p:nvPr userDrawn="1"/>
        </p:nvSpPr>
        <p:spPr>
          <a:xfrm>
            <a:off x="2444004" y="931906"/>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92" name="Retângulo 91">
            <a:extLst>
              <a:ext uri="{FF2B5EF4-FFF2-40B4-BE49-F238E27FC236}">
                <a16:creationId xmlns:a16="http://schemas.microsoft.com/office/drawing/2014/main" id="{3E8FD7AC-9725-4989-AE1D-DE9DA7A3760A}"/>
              </a:ext>
            </a:extLst>
          </p:cNvPr>
          <p:cNvSpPr/>
          <p:nvPr userDrawn="1"/>
        </p:nvSpPr>
        <p:spPr>
          <a:xfrm>
            <a:off x="2989906" y="899327"/>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3" name="Espaço Reservado para Texto 46">
            <a:extLst>
              <a:ext uri="{FF2B5EF4-FFF2-40B4-BE49-F238E27FC236}">
                <a16:creationId xmlns:a16="http://schemas.microsoft.com/office/drawing/2014/main" id="{1E5F2016-E7A4-4DFA-938A-05538C89E923}"/>
              </a:ext>
            </a:extLst>
          </p:cNvPr>
          <p:cNvSpPr>
            <a:spLocks noGrp="1"/>
          </p:cNvSpPr>
          <p:nvPr>
            <p:ph type="body" sz="quarter" idx="57" hasCustomPrompt="1"/>
          </p:nvPr>
        </p:nvSpPr>
        <p:spPr>
          <a:xfrm>
            <a:off x="2989906" y="925499"/>
            <a:ext cx="1711085"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2" name="Seta: Divisa 11">
            <a:extLst>
              <a:ext uri="{FF2B5EF4-FFF2-40B4-BE49-F238E27FC236}">
                <a16:creationId xmlns:a16="http://schemas.microsoft.com/office/drawing/2014/main" id="{248E2E8C-520D-4E88-BC3C-D23A3C08EC1F}"/>
              </a:ext>
            </a:extLst>
          </p:cNvPr>
          <p:cNvSpPr/>
          <p:nvPr userDrawn="1"/>
        </p:nvSpPr>
        <p:spPr>
          <a:xfrm>
            <a:off x="4832543" y="927640"/>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95" name="Retângulo 94">
            <a:extLst>
              <a:ext uri="{FF2B5EF4-FFF2-40B4-BE49-F238E27FC236}">
                <a16:creationId xmlns:a16="http://schemas.microsoft.com/office/drawing/2014/main" id="{3953BCD1-B9FB-450D-985E-48929692CD0E}"/>
              </a:ext>
            </a:extLst>
          </p:cNvPr>
          <p:cNvSpPr/>
          <p:nvPr userDrawn="1"/>
        </p:nvSpPr>
        <p:spPr>
          <a:xfrm>
            <a:off x="5378613" y="907830"/>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6" name="Espaço Reservado para Texto 46">
            <a:extLst>
              <a:ext uri="{FF2B5EF4-FFF2-40B4-BE49-F238E27FC236}">
                <a16:creationId xmlns:a16="http://schemas.microsoft.com/office/drawing/2014/main" id="{46E3FDC8-8670-4DA1-8917-98CBB1AC0FA0}"/>
              </a:ext>
            </a:extLst>
          </p:cNvPr>
          <p:cNvSpPr>
            <a:spLocks noGrp="1"/>
          </p:cNvSpPr>
          <p:nvPr>
            <p:ph type="body" sz="quarter" idx="58" hasCustomPrompt="1"/>
          </p:nvPr>
        </p:nvSpPr>
        <p:spPr>
          <a:xfrm>
            <a:off x="5410915" y="933633"/>
            <a:ext cx="1649542"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3" name="Seta: Divisa 12">
            <a:extLst>
              <a:ext uri="{FF2B5EF4-FFF2-40B4-BE49-F238E27FC236}">
                <a16:creationId xmlns:a16="http://schemas.microsoft.com/office/drawing/2014/main" id="{B8E668D8-42E9-4062-81C0-BDC6C8F3DDDE}"/>
              </a:ext>
            </a:extLst>
          </p:cNvPr>
          <p:cNvSpPr/>
          <p:nvPr userDrawn="1"/>
        </p:nvSpPr>
        <p:spPr>
          <a:xfrm>
            <a:off x="7221250" y="921962"/>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98" name="Retângulo 97">
            <a:extLst>
              <a:ext uri="{FF2B5EF4-FFF2-40B4-BE49-F238E27FC236}">
                <a16:creationId xmlns:a16="http://schemas.microsoft.com/office/drawing/2014/main" id="{EBE4EE30-9B74-4384-84C4-5F679A8FA039}"/>
              </a:ext>
            </a:extLst>
          </p:cNvPr>
          <p:cNvSpPr/>
          <p:nvPr userDrawn="1"/>
        </p:nvSpPr>
        <p:spPr>
          <a:xfrm>
            <a:off x="7778362" y="890459"/>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9" name="Espaço Reservado para Texto 46">
            <a:extLst>
              <a:ext uri="{FF2B5EF4-FFF2-40B4-BE49-F238E27FC236}">
                <a16:creationId xmlns:a16="http://schemas.microsoft.com/office/drawing/2014/main" id="{19CADC75-B231-4FB0-9A9F-A087039B2C44}"/>
              </a:ext>
            </a:extLst>
          </p:cNvPr>
          <p:cNvSpPr>
            <a:spLocks noGrp="1"/>
          </p:cNvSpPr>
          <p:nvPr>
            <p:ph type="body" sz="quarter" idx="59" hasCustomPrompt="1"/>
          </p:nvPr>
        </p:nvSpPr>
        <p:spPr>
          <a:xfrm>
            <a:off x="7810664" y="916262"/>
            <a:ext cx="1636254"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4" name="Seta: Divisa 13">
            <a:extLst>
              <a:ext uri="{FF2B5EF4-FFF2-40B4-BE49-F238E27FC236}">
                <a16:creationId xmlns:a16="http://schemas.microsoft.com/office/drawing/2014/main" id="{EED2E246-79E2-400D-96F9-6A57953A4CB2}"/>
              </a:ext>
            </a:extLst>
          </p:cNvPr>
          <p:cNvSpPr/>
          <p:nvPr userDrawn="1"/>
        </p:nvSpPr>
        <p:spPr>
          <a:xfrm>
            <a:off x="9631219" y="916994"/>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03" name="Retângulo 102">
            <a:extLst>
              <a:ext uri="{FF2B5EF4-FFF2-40B4-BE49-F238E27FC236}">
                <a16:creationId xmlns:a16="http://schemas.microsoft.com/office/drawing/2014/main" id="{6A63CA73-5545-4CC7-A82B-0EB314FCF916}"/>
              </a:ext>
            </a:extLst>
          </p:cNvPr>
          <p:cNvSpPr/>
          <p:nvPr userDrawn="1"/>
        </p:nvSpPr>
        <p:spPr>
          <a:xfrm>
            <a:off x="2970601" y="2003091"/>
            <a:ext cx="1767104" cy="4240509"/>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104" name="Espaço Reservado para Texto 46">
            <a:extLst>
              <a:ext uri="{FF2B5EF4-FFF2-40B4-BE49-F238E27FC236}">
                <a16:creationId xmlns:a16="http://schemas.microsoft.com/office/drawing/2014/main" id="{D786466E-754E-4FCB-BD8C-5931EE27DC3E}"/>
              </a:ext>
            </a:extLst>
          </p:cNvPr>
          <p:cNvSpPr>
            <a:spLocks noGrp="1"/>
          </p:cNvSpPr>
          <p:nvPr>
            <p:ph type="body" sz="quarter" idx="61" hasCustomPrompt="1"/>
          </p:nvPr>
        </p:nvSpPr>
        <p:spPr>
          <a:xfrm>
            <a:off x="2985954" y="2242974"/>
            <a:ext cx="1732045" cy="3960370"/>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05" name="Retângulo 104">
            <a:extLst>
              <a:ext uri="{FF2B5EF4-FFF2-40B4-BE49-F238E27FC236}">
                <a16:creationId xmlns:a16="http://schemas.microsoft.com/office/drawing/2014/main" id="{45459441-1B2D-41E5-9BE5-D6B52BC34A32}"/>
              </a:ext>
            </a:extLst>
          </p:cNvPr>
          <p:cNvSpPr/>
          <p:nvPr userDrawn="1"/>
        </p:nvSpPr>
        <p:spPr>
          <a:xfrm>
            <a:off x="5357163" y="2005579"/>
            <a:ext cx="1767104" cy="4240509"/>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106" name="Espaço Reservado para Texto 46">
            <a:extLst>
              <a:ext uri="{FF2B5EF4-FFF2-40B4-BE49-F238E27FC236}">
                <a16:creationId xmlns:a16="http://schemas.microsoft.com/office/drawing/2014/main" id="{EB937B75-E0A0-46D2-A6FB-EC6620D45C44}"/>
              </a:ext>
            </a:extLst>
          </p:cNvPr>
          <p:cNvSpPr>
            <a:spLocks noGrp="1"/>
          </p:cNvSpPr>
          <p:nvPr>
            <p:ph type="body" sz="quarter" idx="62" hasCustomPrompt="1"/>
          </p:nvPr>
        </p:nvSpPr>
        <p:spPr>
          <a:xfrm>
            <a:off x="5372516" y="2245462"/>
            <a:ext cx="1732045" cy="3960370"/>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07" name="Retângulo 106">
            <a:extLst>
              <a:ext uri="{FF2B5EF4-FFF2-40B4-BE49-F238E27FC236}">
                <a16:creationId xmlns:a16="http://schemas.microsoft.com/office/drawing/2014/main" id="{C79C78E2-6109-4A82-A070-B9B93DC1926D}"/>
              </a:ext>
            </a:extLst>
          </p:cNvPr>
          <p:cNvSpPr/>
          <p:nvPr userDrawn="1"/>
        </p:nvSpPr>
        <p:spPr>
          <a:xfrm>
            <a:off x="7778362" y="2001271"/>
            <a:ext cx="1767104" cy="4240509"/>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108" name="Espaço Reservado para Texto 46">
            <a:extLst>
              <a:ext uri="{FF2B5EF4-FFF2-40B4-BE49-F238E27FC236}">
                <a16:creationId xmlns:a16="http://schemas.microsoft.com/office/drawing/2014/main" id="{13958104-F6FA-4611-B2A4-2D79EE1BC816}"/>
              </a:ext>
            </a:extLst>
          </p:cNvPr>
          <p:cNvSpPr>
            <a:spLocks noGrp="1"/>
          </p:cNvSpPr>
          <p:nvPr>
            <p:ph type="body" sz="quarter" idx="63" hasCustomPrompt="1"/>
          </p:nvPr>
        </p:nvSpPr>
        <p:spPr>
          <a:xfrm>
            <a:off x="7793715" y="2241154"/>
            <a:ext cx="1732045" cy="3960370"/>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6" name="Seta: Divisa 15">
            <a:extLst>
              <a:ext uri="{FF2B5EF4-FFF2-40B4-BE49-F238E27FC236}">
                <a16:creationId xmlns:a16="http://schemas.microsoft.com/office/drawing/2014/main" id="{6D5148CE-9A66-4C89-AA85-F486B44E1E43}"/>
              </a:ext>
            </a:extLst>
          </p:cNvPr>
          <p:cNvSpPr/>
          <p:nvPr userDrawn="1"/>
        </p:nvSpPr>
        <p:spPr>
          <a:xfrm>
            <a:off x="10449891" y="2954272"/>
            <a:ext cx="628788" cy="1131347"/>
          </a:xfrm>
          <a:prstGeom prst="chevron">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34" name="Retângulo: Cantos Arredondados 33">
            <a:extLst>
              <a:ext uri="{FF2B5EF4-FFF2-40B4-BE49-F238E27FC236}">
                <a16:creationId xmlns:a16="http://schemas.microsoft.com/office/drawing/2014/main" id="{509F6085-3ACC-4764-87CB-9D57271E8516}"/>
              </a:ext>
            </a:extLst>
          </p:cNvPr>
          <p:cNvSpPr/>
          <p:nvPr userDrawn="1"/>
        </p:nvSpPr>
        <p:spPr>
          <a:xfrm>
            <a:off x="669391" y="179801"/>
            <a:ext cx="391567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MICRO JORNADA - </a:t>
            </a:r>
          </a:p>
        </p:txBody>
      </p:sp>
      <p:pic>
        <p:nvPicPr>
          <p:cNvPr id="35" name="Immagine 7" descr="secondario_rgb.png">
            <a:extLst>
              <a:ext uri="{FF2B5EF4-FFF2-40B4-BE49-F238E27FC236}">
                <a16:creationId xmlns:a16="http://schemas.microsoft.com/office/drawing/2014/main" id="{6F88D694-752A-4464-A81F-C79AA434BB26}"/>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
        <p:nvSpPr>
          <p:cNvPr id="36" name="Espaço Reservado para Texto 46">
            <a:extLst>
              <a:ext uri="{FF2B5EF4-FFF2-40B4-BE49-F238E27FC236}">
                <a16:creationId xmlns:a16="http://schemas.microsoft.com/office/drawing/2014/main" id="{C2D975B3-0B2C-4F6E-B890-C11BCDC93969}"/>
              </a:ext>
            </a:extLst>
          </p:cNvPr>
          <p:cNvSpPr>
            <a:spLocks noGrp="1"/>
          </p:cNvSpPr>
          <p:nvPr>
            <p:ph type="body" sz="quarter" idx="65" hasCustomPrompt="1"/>
          </p:nvPr>
        </p:nvSpPr>
        <p:spPr>
          <a:xfrm>
            <a:off x="3093957" y="201451"/>
            <a:ext cx="5632031" cy="468330"/>
          </a:xfrm>
        </p:spPr>
        <p:txBody>
          <a:bodyPr>
            <a:normAutofit/>
          </a:bodyPr>
          <a:lstStyle>
            <a:lvl1pPr marL="0" indent="0" algn="ctr">
              <a:lnSpc>
                <a:spcPct val="100000"/>
              </a:lnSpc>
              <a:spcBef>
                <a:spcPts val="100"/>
              </a:spcBef>
              <a:buNone/>
              <a:defRPr sz="240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blablabla</a:t>
            </a:r>
          </a:p>
        </p:txBody>
      </p:sp>
    </p:spTree>
    <p:extLst>
      <p:ext uri="{BB962C8B-B14F-4D97-AF65-F5344CB8AC3E}">
        <p14:creationId xmlns:p14="http://schemas.microsoft.com/office/powerpoint/2010/main" val="107131092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MICRO JORNADA MODELO MULTI - MEIO (SÓ FUNCIONAMENTO)">
    <p:spTree>
      <p:nvGrpSpPr>
        <p:cNvPr id="1" name=""/>
        <p:cNvGrpSpPr/>
        <p:nvPr/>
      </p:nvGrpSpPr>
      <p:grpSpPr>
        <a:xfrm>
          <a:off x="0" y="0"/>
          <a:ext cx="0" cy="0"/>
          <a:chOff x="0" y="0"/>
          <a:chExt cx="0" cy="0"/>
        </a:xfrm>
      </p:grpSpPr>
      <p:sp>
        <p:nvSpPr>
          <p:cNvPr id="14" name="Retângulo 13">
            <a:extLst>
              <a:ext uri="{FF2B5EF4-FFF2-40B4-BE49-F238E27FC236}">
                <a16:creationId xmlns:a16="http://schemas.microsoft.com/office/drawing/2014/main" id="{30A930AF-8792-44B8-AD48-A68E847502E5}"/>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6" name="Retângulo 5">
            <a:extLst>
              <a:ext uri="{FF2B5EF4-FFF2-40B4-BE49-F238E27FC236}">
                <a16:creationId xmlns:a16="http://schemas.microsoft.com/office/drawing/2014/main" id="{58280137-A574-49A2-B09A-F3051C4607DC}"/>
              </a:ext>
            </a:extLst>
          </p:cNvPr>
          <p:cNvSpPr/>
          <p:nvPr userDrawn="1"/>
        </p:nvSpPr>
        <p:spPr>
          <a:xfrm rot="16200000">
            <a:off x="5567517" y="-3837970"/>
            <a:ext cx="997629" cy="10251615"/>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pt-BR" sz="1400" b="1">
              <a:latin typeface="Arial Narrow" panose="020B0606020202030204" pitchFamily="34" charset="0"/>
            </a:endParaRP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1594752" y="899327"/>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 name="Retângulo 8">
            <a:extLst>
              <a:ext uri="{FF2B5EF4-FFF2-40B4-BE49-F238E27FC236}">
                <a16:creationId xmlns:a16="http://schemas.microsoft.com/office/drawing/2014/main" id="{4749333B-E6F0-4FDE-BB4F-308BE95F7B22}"/>
              </a:ext>
            </a:extLst>
          </p:cNvPr>
          <p:cNvSpPr/>
          <p:nvPr userDrawn="1"/>
        </p:nvSpPr>
        <p:spPr>
          <a:xfrm rot="16200000">
            <a:off x="3832910" y="-998275"/>
            <a:ext cx="4466838" cy="10251616"/>
          </a:xfrm>
          <a:prstGeom prst="rect">
            <a:avLst/>
          </a:prstGeom>
          <a:solidFill>
            <a:srgbClr val="133765"/>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pt-BR" sz="1400" b="1">
              <a:latin typeface="Arial Narrow" panose="020B0606020202030204" pitchFamily="34" charset="0"/>
            </a:endParaRP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58" name="Retângulo 57">
            <a:extLst>
              <a:ext uri="{FF2B5EF4-FFF2-40B4-BE49-F238E27FC236}">
                <a16:creationId xmlns:a16="http://schemas.microsoft.com/office/drawing/2014/main" id="{8070A057-D731-40E7-AA8B-6418541D06C3}"/>
              </a:ext>
            </a:extLst>
          </p:cNvPr>
          <p:cNvSpPr/>
          <p:nvPr userDrawn="1"/>
        </p:nvSpPr>
        <p:spPr>
          <a:xfrm>
            <a:off x="1575447" y="2010139"/>
            <a:ext cx="1767104" cy="4240509"/>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59" name="Espaço Reservado para Texto 46">
            <a:extLst>
              <a:ext uri="{FF2B5EF4-FFF2-40B4-BE49-F238E27FC236}">
                <a16:creationId xmlns:a16="http://schemas.microsoft.com/office/drawing/2014/main" id="{50FF9546-3CF6-4286-B456-DABA825F6E04}"/>
              </a:ext>
            </a:extLst>
          </p:cNvPr>
          <p:cNvSpPr>
            <a:spLocks noGrp="1"/>
          </p:cNvSpPr>
          <p:nvPr>
            <p:ph type="body" sz="quarter" idx="43" hasCustomPrompt="1"/>
          </p:nvPr>
        </p:nvSpPr>
        <p:spPr>
          <a:xfrm>
            <a:off x="1590800" y="2250022"/>
            <a:ext cx="1732045" cy="3960370"/>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49" name="Espaço Reservado para Texto 46">
            <a:extLst>
              <a:ext uri="{FF2B5EF4-FFF2-40B4-BE49-F238E27FC236}">
                <a16:creationId xmlns:a16="http://schemas.microsoft.com/office/drawing/2014/main" id="{8F9A3D2F-0377-4774-91BC-B1C5B4722F93}"/>
              </a:ext>
            </a:extLst>
          </p:cNvPr>
          <p:cNvSpPr>
            <a:spLocks noGrp="1"/>
          </p:cNvSpPr>
          <p:nvPr>
            <p:ph type="body" sz="quarter" idx="56" hasCustomPrompt="1"/>
          </p:nvPr>
        </p:nvSpPr>
        <p:spPr>
          <a:xfrm>
            <a:off x="1594753" y="925130"/>
            <a:ext cx="1728092"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1" name="Seta: Divisa 10">
            <a:extLst>
              <a:ext uri="{FF2B5EF4-FFF2-40B4-BE49-F238E27FC236}">
                <a16:creationId xmlns:a16="http://schemas.microsoft.com/office/drawing/2014/main" id="{2C2FFE45-2841-4621-BEBE-6B7044D4407F}"/>
              </a:ext>
            </a:extLst>
          </p:cNvPr>
          <p:cNvSpPr/>
          <p:nvPr userDrawn="1"/>
        </p:nvSpPr>
        <p:spPr>
          <a:xfrm>
            <a:off x="3435412" y="931906"/>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92" name="Retângulo 91">
            <a:extLst>
              <a:ext uri="{FF2B5EF4-FFF2-40B4-BE49-F238E27FC236}">
                <a16:creationId xmlns:a16="http://schemas.microsoft.com/office/drawing/2014/main" id="{3E8FD7AC-9725-4989-AE1D-DE9DA7A3760A}"/>
              </a:ext>
            </a:extLst>
          </p:cNvPr>
          <p:cNvSpPr/>
          <p:nvPr userDrawn="1"/>
        </p:nvSpPr>
        <p:spPr>
          <a:xfrm>
            <a:off x="3981314" y="899327"/>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3" name="Espaço Reservado para Texto 46">
            <a:extLst>
              <a:ext uri="{FF2B5EF4-FFF2-40B4-BE49-F238E27FC236}">
                <a16:creationId xmlns:a16="http://schemas.microsoft.com/office/drawing/2014/main" id="{1E5F2016-E7A4-4DFA-938A-05538C89E923}"/>
              </a:ext>
            </a:extLst>
          </p:cNvPr>
          <p:cNvSpPr>
            <a:spLocks noGrp="1"/>
          </p:cNvSpPr>
          <p:nvPr>
            <p:ph type="body" sz="quarter" idx="57" hasCustomPrompt="1"/>
          </p:nvPr>
        </p:nvSpPr>
        <p:spPr>
          <a:xfrm>
            <a:off x="3981314" y="925499"/>
            <a:ext cx="1711085"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2" name="Seta: Divisa 11">
            <a:extLst>
              <a:ext uri="{FF2B5EF4-FFF2-40B4-BE49-F238E27FC236}">
                <a16:creationId xmlns:a16="http://schemas.microsoft.com/office/drawing/2014/main" id="{248E2E8C-520D-4E88-BC3C-D23A3C08EC1F}"/>
              </a:ext>
            </a:extLst>
          </p:cNvPr>
          <p:cNvSpPr/>
          <p:nvPr userDrawn="1"/>
        </p:nvSpPr>
        <p:spPr>
          <a:xfrm>
            <a:off x="5823951" y="927640"/>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95" name="Retângulo 94">
            <a:extLst>
              <a:ext uri="{FF2B5EF4-FFF2-40B4-BE49-F238E27FC236}">
                <a16:creationId xmlns:a16="http://schemas.microsoft.com/office/drawing/2014/main" id="{3953BCD1-B9FB-450D-985E-48929692CD0E}"/>
              </a:ext>
            </a:extLst>
          </p:cNvPr>
          <p:cNvSpPr/>
          <p:nvPr userDrawn="1"/>
        </p:nvSpPr>
        <p:spPr>
          <a:xfrm>
            <a:off x="6370021" y="907830"/>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6" name="Espaço Reservado para Texto 46">
            <a:extLst>
              <a:ext uri="{FF2B5EF4-FFF2-40B4-BE49-F238E27FC236}">
                <a16:creationId xmlns:a16="http://schemas.microsoft.com/office/drawing/2014/main" id="{46E3FDC8-8670-4DA1-8917-98CBB1AC0FA0}"/>
              </a:ext>
            </a:extLst>
          </p:cNvPr>
          <p:cNvSpPr>
            <a:spLocks noGrp="1"/>
          </p:cNvSpPr>
          <p:nvPr>
            <p:ph type="body" sz="quarter" idx="58" hasCustomPrompt="1"/>
          </p:nvPr>
        </p:nvSpPr>
        <p:spPr>
          <a:xfrm>
            <a:off x="6402323" y="933633"/>
            <a:ext cx="1649542"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3" name="Seta: Divisa 12">
            <a:extLst>
              <a:ext uri="{FF2B5EF4-FFF2-40B4-BE49-F238E27FC236}">
                <a16:creationId xmlns:a16="http://schemas.microsoft.com/office/drawing/2014/main" id="{B8E668D8-42E9-4062-81C0-BDC6C8F3DDDE}"/>
              </a:ext>
            </a:extLst>
          </p:cNvPr>
          <p:cNvSpPr/>
          <p:nvPr userDrawn="1"/>
        </p:nvSpPr>
        <p:spPr>
          <a:xfrm>
            <a:off x="8212658" y="921962"/>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98" name="Retângulo 97">
            <a:extLst>
              <a:ext uri="{FF2B5EF4-FFF2-40B4-BE49-F238E27FC236}">
                <a16:creationId xmlns:a16="http://schemas.microsoft.com/office/drawing/2014/main" id="{EBE4EE30-9B74-4384-84C4-5F679A8FA039}"/>
              </a:ext>
            </a:extLst>
          </p:cNvPr>
          <p:cNvSpPr/>
          <p:nvPr userDrawn="1"/>
        </p:nvSpPr>
        <p:spPr>
          <a:xfrm>
            <a:off x="8769770" y="890459"/>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9" name="Espaço Reservado para Texto 46">
            <a:extLst>
              <a:ext uri="{FF2B5EF4-FFF2-40B4-BE49-F238E27FC236}">
                <a16:creationId xmlns:a16="http://schemas.microsoft.com/office/drawing/2014/main" id="{19CADC75-B231-4FB0-9A9F-A087039B2C44}"/>
              </a:ext>
            </a:extLst>
          </p:cNvPr>
          <p:cNvSpPr>
            <a:spLocks noGrp="1"/>
          </p:cNvSpPr>
          <p:nvPr>
            <p:ph type="body" sz="quarter" idx="59" hasCustomPrompt="1"/>
          </p:nvPr>
        </p:nvSpPr>
        <p:spPr>
          <a:xfrm>
            <a:off x="8802072" y="916262"/>
            <a:ext cx="1636254"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03" name="Retângulo 102">
            <a:extLst>
              <a:ext uri="{FF2B5EF4-FFF2-40B4-BE49-F238E27FC236}">
                <a16:creationId xmlns:a16="http://schemas.microsoft.com/office/drawing/2014/main" id="{6A63CA73-5545-4CC7-A82B-0EB314FCF916}"/>
              </a:ext>
            </a:extLst>
          </p:cNvPr>
          <p:cNvSpPr/>
          <p:nvPr userDrawn="1"/>
        </p:nvSpPr>
        <p:spPr>
          <a:xfrm>
            <a:off x="3962009" y="2003091"/>
            <a:ext cx="1767104" cy="4240509"/>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104" name="Espaço Reservado para Texto 46">
            <a:extLst>
              <a:ext uri="{FF2B5EF4-FFF2-40B4-BE49-F238E27FC236}">
                <a16:creationId xmlns:a16="http://schemas.microsoft.com/office/drawing/2014/main" id="{D786466E-754E-4FCB-BD8C-5931EE27DC3E}"/>
              </a:ext>
            </a:extLst>
          </p:cNvPr>
          <p:cNvSpPr>
            <a:spLocks noGrp="1"/>
          </p:cNvSpPr>
          <p:nvPr>
            <p:ph type="body" sz="quarter" idx="61" hasCustomPrompt="1"/>
          </p:nvPr>
        </p:nvSpPr>
        <p:spPr>
          <a:xfrm>
            <a:off x="3977362" y="2242974"/>
            <a:ext cx="1732045" cy="3960370"/>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05" name="Retângulo 104">
            <a:extLst>
              <a:ext uri="{FF2B5EF4-FFF2-40B4-BE49-F238E27FC236}">
                <a16:creationId xmlns:a16="http://schemas.microsoft.com/office/drawing/2014/main" id="{45459441-1B2D-41E5-9BE5-D6B52BC34A32}"/>
              </a:ext>
            </a:extLst>
          </p:cNvPr>
          <p:cNvSpPr/>
          <p:nvPr userDrawn="1"/>
        </p:nvSpPr>
        <p:spPr>
          <a:xfrm>
            <a:off x="6348571" y="2005579"/>
            <a:ext cx="1767104" cy="4240509"/>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106" name="Espaço Reservado para Texto 46">
            <a:extLst>
              <a:ext uri="{FF2B5EF4-FFF2-40B4-BE49-F238E27FC236}">
                <a16:creationId xmlns:a16="http://schemas.microsoft.com/office/drawing/2014/main" id="{EB937B75-E0A0-46D2-A6FB-EC6620D45C44}"/>
              </a:ext>
            </a:extLst>
          </p:cNvPr>
          <p:cNvSpPr>
            <a:spLocks noGrp="1"/>
          </p:cNvSpPr>
          <p:nvPr>
            <p:ph type="body" sz="quarter" idx="62" hasCustomPrompt="1"/>
          </p:nvPr>
        </p:nvSpPr>
        <p:spPr>
          <a:xfrm>
            <a:off x="6363924" y="2245462"/>
            <a:ext cx="1732045" cy="3960370"/>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07" name="Retângulo 106">
            <a:extLst>
              <a:ext uri="{FF2B5EF4-FFF2-40B4-BE49-F238E27FC236}">
                <a16:creationId xmlns:a16="http://schemas.microsoft.com/office/drawing/2014/main" id="{C79C78E2-6109-4A82-A070-B9B93DC1926D}"/>
              </a:ext>
            </a:extLst>
          </p:cNvPr>
          <p:cNvSpPr/>
          <p:nvPr userDrawn="1"/>
        </p:nvSpPr>
        <p:spPr>
          <a:xfrm>
            <a:off x="8769770" y="2001271"/>
            <a:ext cx="1767104" cy="4240509"/>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108" name="Espaço Reservado para Texto 46">
            <a:extLst>
              <a:ext uri="{FF2B5EF4-FFF2-40B4-BE49-F238E27FC236}">
                <a16:creationId xmlns:a16="http://schemas.microsoft.com/office/drawing/2014/main" id="{13958104-F6FA-4611-B2A4-2D79EE1BC816}"/>
              </a:ext>
            </a:extLst>
          </p:cNvPr>
          <p:cNvSpPr>
            <a:spLocks noGrp="1"/>
          </p:cNvSpPr>
          <p:nvPr>
            <p:ph type="body" sz="quarter" idx="63" hasCustomPrompt="1"/>
          </p:nvPr>
        </p:nvSpPr>
        <p:spPr>
          <a:xfrm>
            <a:off x="8785123" y="2241154"/>
            <a:ext cx="1732045" cy="3960370"/>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6" name="Seta: Divisa 15">
            <a:extLst>
              <a:ext uri="{FF2B5EF4-FFF2-40B4-BE49-F238E27FC236}">
                <a16:creationId xmlns:a16="http://schemas.microsoft.com/office/drawing/2014/main" id="{7663CDC3-C799-4567-A323-D56A4B20C36D}"/>
              </a:ext>
            </a:extLst>
          </p:cNvPr>
          <p:cNvSpPr/>
          <p:nvPr userDrawn="1"/>
        </p:nvSpPr>
        <p:spPr>
          <a:xfrm>
            <a:off x="10597247" y="931906"/>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7" name="Seta: Divisa 16">
            <a:extLst>
              <a:ext uri="{FF2B5EF4-FFF2-40B4-BE49-F238E27FC236}">
                <a16:creationId xmlns:a16="http://schemas.microsoft.com/office/drawing/2014/main" id="{5639B016-262E-4C80-896B-35E4546110EC}"/>
              </a:ext>
            </a:extLst>
          </p:cNvPr>
          <p:cNvSpPr/>
          <p:nvPr userDrawn="1"/>
        </p:nvSpPr>
        <p:spPr>
          <a:xfrm>
            <a:off x="1077111" y="918772"/>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8" name="Seta: Divisa 17">
            <a:extLst>
              <a:ext uri="{FF2B5EF4-FFF2-40B4-BE49-F238E27FC236}">
                <a16:creationId xmlns:a16="http://schemas.microsoft.com/office/drawing/2014/main" id="{AD450385-509B-4C73-AE1A-67C88532F73F}"/>
              </a:ext>
            </a:extLst>
          </p:cNvPr>
          <p:cNvSpPr/>
          <p:nvPr userDrawn="1"/>
        </p:nvSpPr>
        <p:spPr>
          <a:xfrm>
            <a:off x="11324415" y="3045070"/>
            <a:ext cx="628788" cy="1131347"/>
          </a:xfrm>
          <a:prstGeom prst="chevron">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9" name="Seta: Divisa 18">
            <a:extLst>
              <a:ext uri="{FF2B5EF4-FFF2-40B4-BE49-F238E27FC236}">
                <a16:creationId xmlns:a16="http://schemas.microsoft.com/office/drawing/2014/main" id="{4796BEE7-72BB-463F-B4B7-790FD9904BA5}"/>
              </a:ext>
            </a:extLst>
          </p:cNvPr>
          <p:cNvSpPr/>
          <p:nvPr userDrawn="1"/>
        </p:nvSpPr>
        <p:spPr>
          <a:xfrm>
            <a:off x="256759" y="3045070"/>
            <a:ext cx="628788" cy="1131347"/>
          </a:xfrm>
          <a:prstGeom prst="chevron">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6" name="Retângulo: Cantos Arredondados 45">
            <a:extLst>
              <a:ext uri="{FF2B5EF4-FFF2-40B4-BE49-F238E27FC236}">
                <a16:creationId xmlns:a16="http://schemas.microsoft.com/office/drawing/2014/main" id="{9CE41172-D8DD-4434-9F18-1B11EA94F183}"/>
              </a:ext>
            </a:extLst>
          </p:cNvPr>
          <p:cNvSpPr/>
          <p:nvPr userDrawn="1"/>
        </p:nvSpPr>
        <p:spPr>
          <a:xfrm>
            <a:off x="669391" y="179801"/>
            <a:ext cx="391567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MICRO JORNADA (Cont.) - </a:t>
            </a:r>
          </a:p>
        </p:txBody>
      </p:sp>
      <p:pic>
        <p:nvPicPr>
          <p:cNvPr id="48" name="Immagine 7" descr="secondario_rgb.png">
            <a:extLst>
              <a:ext uri="{FF2B5EF4-FFF2-40B4-BE49-F238E27FC236}">
                <a16:creationId xmlns:a16="http://schemas.microsoft.com/office/drawing/2014/main" id="{1015760B-F1FF-4BC7-82EE-72057D784CE9}"/>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
        <p:nvSpPr>
          <p:cNvPr id="50" name="Espaço Reservado para Texto 46">
            <a:extLst>
              <a:ext uri="{FF2B5EF4-FFF2-40B4-BE49-F238E27FC236}">
                <a16:creationId xmlns:a16="http://schemas.microsoft.com/office/drawing/2014/main" id="{F69FDA18-6C94-4DE1-9C6C-92E3C2D35F4A}"/>
              </a:ext>
            </a:extLst>
          </p:cNvPr>
          <p:cNvSpPr>
            <a:spLocks noGrp="1"/>
          </p:cNvSpPr>
          <p:nvPr>
            <p:ph type="body" sz="quarter" idx="65" hasCustomPrompt="1"/>
          </p:nvPr>
        </p:nvSpPr>
        <p:spPr>
          <a:xfrm>
            <a:off x="3929980" y="201451"/>
            <a:ext cx="5632031" cy="468330"/>
          </a:xfrm>
        </p:spPr>
        <p:txBody>
          <a:bodyPr>
            <a:normAutofit/>
          </a:bodyPr>
          <a:lstStyle>
            <a:lvl1pPr marL="0" indent="0" algn="ctr">
              <a:lnSpc>
                <a:spcPct val="100000"/>
              </a:lnSpc>
              <a:spcBef>
                <a:spcPts val="100"/>
              </a:spcBef>
              <a:buNone/>
              <a:defRPr sz="240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o nome da micro jornada</a:t>
            </a:r>
          </a:p>
        </p:txBody>
      </p:sp>
    </p:spTree>
    <p:extLst>
      <p:ext uri="{BB962C8B-B14F-4D97-AF65-F5344CB8AC3E}">
        <p14:creationId xmlns:p14="http://schemas.microsoft.com/office/powerpoint/2010/main" val="95308412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ICRO JORNADA MODELO MULTI - FIM (SÓ FUNCIONAMENTO)">
    <p:spTree>
      <p:nvGrpSpPr>
        <p:cNvPr id="1" name=""/>
        <p:cNvGrpSpPr/>
        <p:nvPr/>
      </p:nvGrpSpPr>
      <p:grpSpPr>
        <a:xfrm>
          <a:off x="0" y="0"/>
          <a:ext cx="0" cy="0"/>
          <a:chOff x="0" y="0"/>
          <a:chExt cx="0" cy="0"/>
        </a:xfrm>
      </p:grpSpPr>
      <p:sp>
        <p:nvSpPr>
          <p:cNvPr id="14" name="Retângulo 13">
            <a:extLst>
              <a:ext uri="{FF2B5EF4-FFF2-40B4-BE49-F238E27FC236}">
                <a16:creationId xmlns:a16="http://schemas.microsoft.com/office/drawing/2014/main" id="{D4D4D6F7-E2A1-4DE4-9E87-F1EA961CFD3D}"/>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6" name="Retângulo 5">
            <a:extLst>
              <a:ext uri="{FF2B5EF4-FFF2-40B4-BE49-F238E27FC236}">
                <a16:creationId xmlns:a16="http://schemas.microsoft.com/office/drawing/2014/main" id="{58280137-A574-49A2-B09A-F3051C4607DC}"/>
              </a:ext>
            </a:extLst>
          </p:cNvPr>
          <p:cNvSpPr/>
          <p:nvPr userDrawn="1"/>
        </p:nvSpPr>
        <p:spPr>
          <a:xfrm rot="16200000">
            <a:off x="6594136" y="-3610927"/>
            <a:ext cx="997629" cy="9797523"/>
          </a:xfrm>
          <a:prstGeom prst="rect">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pt-BR" sz="1400" b="1">
              <a:latin typeface="Arial Narrow" panose="020B0606020202030204" pitchFamily="34" charset="0"/>
            </a:endParaRP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2914102" y="899327"/>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 name="Retângulo 8">
            <a:extLst>
              <a:ext uri="{FF2B5EF4-FFF2-40B4-BE49-F238E27FC236}">
                <a16:creationId xmlns:a16="http://schemas.microsoft.com/office/drawing/2014/main" id="{4749333B-E6F0-4FDE-BB4F-308BE95F7B22}"/>
              </a:ext>
            </a:extLst>
          </p:cNvPr>
          <p:cNvSpPr/>
          <p:nvPr userDrawn="1"/>
        </p:nvSpPr>
        <p:spPr>
          <a:xfrm rot="16200000">
            <a:off x="4859533" y="-771230"/>
            <a:ext cx="4466838" cy="9797526"/>
          </a:xfrm>
          <a:prstGeom prst="rect">
            <a:avLst/>
          </a:prstGeom>
          <a:solidFill>
            <a:srgbClr val="133765"/>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pt-BR" sz="1400" b="1">
              <a:latin typeface="Arial Narrow" panose="020B0606020202030204" pitchFamily="34" charset="0"/>
            </a:endParaRP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58" name="Retângulo 57">
            <a:extLst>
              <a:ext uri="{FF2B5EF4-FFF2-40B4-BE49-F238E27FC236}">
                <a16:creationId xmlns:a16="http://schemas.microsoft.com/office/drawing/2014/main" id="{8070A057-D731-40E7-AA8B-6418541D06C3}"/>
              </a:ext>
            </a:extLst>
          </p:cNvPr>
          <p:cNvSpPr/>
          <p:nvPr userDrawn="1"/>
        </p:nvSpPr>
        <p:spPr>
          <a:xfrm>
            <a:off x="2894797" y="2010136"/>
            <a:ext cx="1767104" cy="4240512"/>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59" name="Espaço Reservado para Texto 46">
            <a:extLst>
              <a:ext uri="{FF2B5EF4-FFF2-40B4-BE49-F238E27FC236}">
                <a16:creationId xmlns:a16="http://schemas.microsoft.com/office/drawing/2014/main" id="{50FF9546-3CF6-4286-B456-DABA825F6E04}"/>
              </a:ext>
            </a:extLst>
          </p:cNvPr>
          <p:cNvSpPr>
            <a:spLocks noGrp="1"/>
          </p:cNvSpPr>
          <p:nvPr>
            <p:ph type="body" sz="quarter" idx="43" hasCustomPrompt="1"/>
          </p:nvPr>
        </p:nvSpPr>
        <p:spPr>
          <a:xfrm>
            <a:off x="2910150" y="2250018"/>
            <a:ext cx="1732045" cy="3960373"/>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49" name="Espaço Reservado para Texto 46">
            <a:extLst>
              <a:ext uri="{FF2B5EF4-FFF2-40B4-BE49-F238E27FC236}">
                <a16:creationId xmlns:a16="http://schemas.microsoft.com/office/drawing/2014/main" id="{8F9A3D2F-0377-4774-91BC-B1C5B4722F93}"/>
              </a:ext>
            </a:extLst>
          </p:cNvPr>
          <p:cNvSpPr>
            <a:spLocks noGrp="1"/>
          </p:cNvSpPr>
          <p:nvPr>
            <p:ph type="body" sz="quarter" idx="56" hasCustomPrompt="1"/>
          </p:nvPr>
        </p:nvSpPr>
        <p:spPr>
          <a:xfrm>
            <a:off x="2914103" y="925130"/>
            <a:ext cx="1728092"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1" name="Seta: Divisa 10">
            <a:extLst>
              <a:ext uri="{FF2B5EF4-FFF2-40B4-BE49-F238E27FC236}">
                <a16:creationId xmlns:a16="http://schemas.microsoft.com/office/drawing/2014/main" id="{2C2FFE45-2841-4621-BEBE-6B7044D4407F}"/>
              </a:ext>
            </a:extLst>
          </p:cNvPr>
          <p:cNvSpPr/>
          <p:nvPr userDrawn="1"/>
        </p:nvSpPr>
        <p:spPr>
          <a:xfrm>
            <a:off x="4754762" y="931906"/>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92" name="Retângulo 91">
            <a:extLst>
              <a:ext uri="{FF2B5EF4-FFF2-40B4-BE49-F238E27FC236}">
                <a16:creationId xmlns:a16="http://schemas.microsoft.com/office/drawing/2014/main" id="{3E8FD7AC-9725-4989-AE1D-DE9DA7A3760A}"/>
              </a:ext>
            </a:extLst>
          </p:cNvPr>
          <p:cNvSpPr/>
          <p:nvPr userDrawn="1"/>
        </p:nvSpPr>
        <p:spPr>
          <a:xfrm>
            <a:off x="5300664" y="899327"/>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3" name="Espaço Reservado para Texto 46">
            <a:extLst>
              <a:ext uri="{FF2B5EF4-FFF2-40B4-BE49-F238E27FC236}">
                <a16:creationId xmlns:a16="http://schemas.microsoft.com/office/drawing/2014/main" id="{1E5F2016-E7A4-4DFA-938A-05538C89E923}"/>
              </a:ext>
            </a:extLst>
          </p:cNvPr>
          <p:cNvSpPr>
            <a:spLocks noGrp="1"/>
          </p:cNvSpPr>
          <p:nvPr>
            <p:ph type="body" sz="quarter" idx="57" hasCustomPrompt="1"/>
          </p:nvPr>
        </p:nvSpPr>
        <p:spPr>
          <a:xfrm>
            <a:off x="5300664" y="925499"/>
            <a:ext cx="1711085"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2" name="Seta: Divisa 11">
            <a:extLst>
              <a:ext uri="{FF2B5EF4-FFF2-40B4-BE49-F238E27FC236}">
                <a16:creationId xmlns:a16="http://schemas.microsoft.com/office/drawing/2014/main" id="{248E2E8C-520D-4E88-BC3C-D23A3C08EC1F}"/>
              </a:ext>
            </a:extLst>
          </p:cNvPr>
          <p:cNvSpPr/>
          <p:nvPr userDrawn="1"/>
        </p:nvSpPr>
        <p:spPr>
          <a:xfrm>
            <a:off x="7143301" y="927640"/>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95" name="Retângulo 94">
            <a:extLst>
              <a:ext uri="{FF2B5EF4-FFF2-40B4-BE49-F238E27FC236}">
                <a16:creationId xmlns:a16="http://schemas.microsoft.com/office/drawing/2014/main" id="{3953BCD1-B9FB-450D-985E-48929692CD0E}"/>
              </a:ext>
            </a:extLst>
          </p:cNvPr>
          <p:cNvSpPr/>
          <p:nvPr userDrawn="1"/>
        </p:nvSpPr>
        <p:spPr>
          <a:xfrm>
            <a:off x="7689371" y="907830"/>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6" name="Espaço Reservado para Texto 46">
            <a:extLst>
              <a:ext uri="{FF2B5EF4-FFF2-40B4-BE49-F238E27FC236}">
                <a16:creationId xmlns:a16="http://schemas.microsoft.com/office/drawing/2014/main" id="{46E3FDC8-8670-4DA1-8917-98CBB1AC0FA0}"/>
              </a:ext>
            </a:extLst>
          </p:cNvPr>
          <p:cNvSpPr>
            <a:spLocks noGrp="1"/>
          </p:cNvSpPr>
          <p:nvPr>
            <p:ph type="body" sz="quarter" idx="58" hasCustomPrompt="1"/>
          </p:nvPr>
        </p:nvSpPr>
        <p:spPr>
          <a:xfrm>
            <a:off x="7721673" y="933633"/>
            <a:ext cx="1649542"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3" name="Seta: Divisa 12">
            <a:extLst>
              <a:ext uri="{FF2B5EF4-FFF2-40B4-BE49-F238E27FC236}">
                <a16:creationId xmlns:a16="http://schemas.microsoft.com/office/drawing/2014/main" id="{B8E668D8-42E9-4062-81C0-BDC6C8F3DDDE}"/>
              </a:ext>
            </a:extLst>
          </p:cNvPr>
          <p:cNvSpPr/>
          <p:nvPr userDrawn="1"/>
        </p:nvSpPr>
        <p:spPr>
          <a:xfrm>
            <a:off x="9532008" y="921962"/>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98" name="Retângulo 97">
            <a:extLst>
              <a:ext uri="{FF2B5EF4-FFF2-40B4-BE49-F238E27FC236}">
                <a16:creationId xmlns:a16="http://schemas.microsoft.com/office/drawing/2014/main" id="{EBE4EE30-9B74-4384-84C4-5F679A8FA039}"/>
              </a:ext>
            </a:extLst>
          </p:cNvPr>
          <p:cNvSpPr/>
          <p:nvPr userDrawn="1"/>
        </p:nvSpPr>
        <p:spPr>
          <a:xfrm>
            <a:off x="10089120" y="890459"/>
            <a:ext cx="1747799" cy="77702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9" name="Espaço Reservado para Texto 46">
            <a:extLst>
              <a:ext uri="{FF2B5EF4-FFF2-40B4-BE49-F238E27FC236}">
                <a16:creationId xmlns:a16="http://schemas.microsoft.com/office/drawing/2014/main" id="{19CADC75-B231-4FB0-9A9F-A087039B2C44}"/>
              </a:ext>
            </a:extLst>
          </p:cNvPr>
          <p:cNvSpPr>
            <a:spLocks noGrp="1"/>
          </p:cNvSpPr>
          <p:nvPr>
            <p:ph type="body" sz="quarter" idx="59" hasCustomPrompt="1"/>
          </p:nvPr>
        </p:nvSpPr>
        <p:spPr>
          <a:xfrm>
            <a:off x="10121422" y="916262"/>
            <a:ext cx="1636254" cy="710962"/>
          </a:xfrm>
        </p:spPr>
        <p:txBody>
          <a:bodyPr>
            <a:normAutofit/>
          </a:bodyPr>
          <a:lstStyle>
            <a:lvl1pPr marL="0" indent="0" algn="ctr">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a atividade</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03" name="Retângulo 102">
            <a:extLst>
              <a:ext uri="{FF2B5EF4-FFF2-40B4-BE49-F238E27FC236}">
                <a16:creationId xmlns:a16="http://schemas.microsoft.com/office/drawing/2014/main" id="{6A63CA73-5545-4CC7-A82B-0EB314FCF916}"/>
              </a:ext>
            </a:extLst>
          </p:cNvPr>
          <p:cNvSpPr/>
          <p:nvPr userDrawn="1"/>
        </p:nvSpPr>
        <p:spPr>
          <a:xfrm>
            <a:off x="5281359" y="2003088"/>
            <a:ext cx="1767104" cy="4240512"/>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104" name="Espaço Reservado para Texto 46">
            <a:extLst>
              <a:ext uri="{FF2B5EF4-FFF2-40B4-BE49-F238E27FC236}">
                <a16:creationId xmlns:a16="http://schemas.microsoft.com/office/drawing/2014/main" id="{D786466E-754E-4FCB-BD8C-5931EE27DC3E}"/>
              </a:ext>
            </a:extLst>
          </p:cNvPr>
          <p:cNvSpPr>
            <a:spLocks noGrp="1"/>
          </p:cNvSpPr>
          <p:nvPr>
            <p:ph type="body" sz="quarter" idx="61" hasCustomPrompt="1"/>
          </p:nvPr>
        </p:nvSpPr>
        <p:spPr>
          <a:xfrm>
            <a:off x="5296712" y="2242970"/>
            <a:ext cx="1732045" cy="3960373"/>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05" name="Retângulo 104">
            <a:extLst>
              <a:ext uri="{FF2B5EF4-FFF2-40B4-BE49-F238E27FC236}">
                <a16:creationId xmlns:a16="http://schemas.microsoft.com/office/drawing/2014/main" id="{45459441-1B2D-41E5-9BE5-D6B52BC34A32}"/>
              </a:ext>
            </a:extLst>
          </p:cNvPr>
          <p:cNvSpPr/>
          <p:nvPr userDrawn="1"/>
        </p:nvSpPr>
        <p:spPr>
          <a:xfrm>
            <a:off x="7667921" y="2005576"/>
            <a:ext cx="1767104" cy="4240512"/>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106" name="Espaço Reservado para Texto 46">
            <a:extLst>
              <a:ext uri="{FF2B5EF4-FFF2-40B4-BE49-F238E27FC236}">
                <a16:creationId xmlns:a16="http://schemas.microsoft.com/office/drawing/2014/main" id="{EB937B75-E0A0-46D2-A6FB-EC6620D45C44}"/>
              </a:ext>
            </a:extLst>
          </p:cNvPr>
          <p:cNvSpPr>
            <a:spLocks noGrp="1"/>
          </p:cNvSpPr>
          <p:nvPr>
            <p:ph type="body" sz="quarter" idx="62" hasCustomPrompt="1"/>
          </p:nvPr>
        </p:nvSpPr>
        <p:spPr>
          <a:xfrm>
            <a:off x="7683274" y="2245458"/>
            <a:ext cx="1732045" cy="3960373"/>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07" name="Retângulo 106">
            <a:extLst>
              <a:ext uri="{FF2B5EF4-FFF2-40B4-BE49-F238E27FC236}">
                <a16:creationId xmlns:a16="http://schemas.microsoft.com/office/drawing/2014/main" id="{C79C78E2-6109-4A82-A070-B9B93DC1926D}"/>
              </a:ext>
            </a:extLst>
          </p:cNvPr>
          <p:cNvSpPr/>
          <p:nvPr userDrawn="1"/>
        </p:nvSpPr>
        <p:spPr>
          <a:xfrm>
            <a:off x="10084768" y="2001268"/>
            <a:ext cx="1736398" cy="4240512"/>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900" b="1">
                <a:solidFill>
                  <a:schemeClr val="tx1"/>
                </a:solidFill>
                <a:latin typeface="Arial Narrow" panose="020B0606020202030204" pitchFamily="34" charset="0"/>
              </a:rPr>
              <a:t>FUNCIONAMENTO</a:t>
            </a:r>
          </a:p>
        </p:txBody>
      </p:sp>
      <p:sp>
        <p:nvSpPr>
          <p:cNvPr id="108" name="Espaço Reservado para Texto 46">
            <a:extLst>
              <a:ext uri="{FF2B5EF4-FFF2-40B4-BE49-F238E27FC236}">
                <a16:creationId xmlns:a16="http://schemas.microsoft.com/office/drawing/2014/main" id="{13958104-F6FA-4611-B2A4-2D79EE1BC816}"/>
              </a:ext>
            </a:extLst>
          </p:cNvPr>
          <p:cNvSpPr>
            <a:spLocks noGrp="1"/>
          </p:cNvSpPr>
          <p:nvPr>
            <p:ph type="body" sz="quarter" idx="63" hasCustomPrompt="1"/>
          </p:nvPr>
        </p:nvSpPr>
        <p:spPr>
          <a:xfrm>
            <a:off x="10104473" y="2241150"/>
            <a:ext cx="1732045" cy="3960373"/>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 Informar a posição do produto na hierarquia do portfólio. A partir desta informação TI poderá configurar corretamente as regras de upgrade e downgrade. Informações de hirarquia use o slide de anexos, Informar tarifas e comportamento do produto em cenários de roaming</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17" name="Seta: Divisa 16">
            <a:extLst>
              <a:ext uri="{FF2B5EF4-FFF2-40B4-BE49-F238E27FC236}">
                <a16:creationId xmlns:a16="http://schemas.microsoft.com/office/drawing/2014/main" id="{6BA0C7D8-7452-4336-8003-CCB6A050DD47}"/>
              </a:ext>
            </a:extLst>
          </p:cNvPr>
          <p:cNvSpPr/>
          <p:nvPr userDrawn="1"/>
        </p:nvSpPr>
        <p:spPr>
          <a:xfrm>
            <a:off x="2371764" y="953062"/>
            <a:ext cx="465803" cy="705941"/>
          </a:xfrm>
          <a:prstGeom prst="chevron">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18" name="Seta: Divisa 17">
            <a:extLst>
              <a:ext uri="{FF2B5EF4-FFF2-40B4-BE49-F238E27FC236}">
                <a16:creationId xmlns:a16="http://schemas.microsoft.com/office/drawing/2014/main" id="{41E0E0FC-A2DB-4D8C-8BBB-A63E6A91CAAD}"/>
              </a:ext>
            </a:extLst>
          </p:cNvPr>
          <p:cNvSpPr/>
          <p:nvPr userDrawn="1"/>
        </p:nvSpPr>
        <p:spPr>
          <a:xfrm>
            <a:off x="1366811" y="3045070"/>
            <a:ext cx="628788" cy="1131347"/>
          </a:xfrm>
          <a:prstGeom prst="chevron">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solidFill>
                <a:schemeClr val="tx1"/>
              </a:solidFill>
            </a:endParaRPr>
          </a:p>
        </p:txBody>
      </p:sp>
      <p:sp>
        <p:nvSpPr>
          <p:cNvPr id="45" name="Retângulo: Cantos Arredondados 44">
            <a:extLst>
              <a:ext uri="{FF2B5EF4-FFF2-40B4-BE49-F238E27FC236}">
                <a16:creationId xmlns:a16="http://schemas.microsoft.com/office/drawing/2014/main" id="{BC5FF369-FB4F-423E-A860-537E4DACC16A}"/>
              </a:ext>
            </a:extLst>
          </p:cNvPr>
          <p:cNvSpPr/>
          <p:nvPr userDrawn="1"/>
        </p:nvSpPr>
        <p:spPr>
          <a:xfrm>
            <a:off x="669391" y="179801"/>
            <a:ext cx="391567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MICRO JORNADA (Cont.) - </a:t>
            </a:r>
          </a:p>
        </p:txBody>
      </p:sp>
      <p:pic>
        <p:nvPicPr>
          <p:cNvPr id="46" name="Immagine 7" descr="secondario_rgb.png">
            <a:extLst>
              <a:ext uri="{FF2B5EF4-FFF2-40B4-BE49-F238E27FC236}">
                <a16:creationId xmlns:a16="http://schemas.microsoft.com/office/drawing/2014/main" id="{E293FB5D-D0C8-42E5-A258-B9CEA8D36A05}"/>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
        <p:nvSpPr>
          <p:cNvPr id="48" name="Espaço Reservado para Texto 46">
            <a:extLst>
              <a:ext uri="{FF2B5EF4-FFF2-40B4-BE49-F238E27FC236}">
                <a16:creationId xmlns:a16="http://schemas.microsoft.com/office/drawing/2014/main" id="{715CEBF7-27D0-4956-B59A-F47E8E2E2587}"/>
              </a:ext>
            </a:extLst>
          </p:cNvPr>
          <p:cNvSpPr>
            <a:spLocks noGrp="1"/>
          </p:cNvSpPr>
          <p:nvPr>
            <p:ph type="body" sz="quarter" idx="65" hasCustomPrompt="1"/>
          </p:nvPr>
        </p:nvSpPr>
        <p:spPr>
          <a:xfrm>
            <a:off x="3929980" y="201451"/>
            <a:ext cx="5632031" cy="468330"/>
          </a:xfrm>
        </p:spPr>
        <p:txBody>
          <a:bodyPr>
            <a:normAutofit/>
          </a:bodyPr>
          <a:lstStyle>
            <a:lvl1pPr marL="0" indent="0" algn="ctr">
              <a:lnSpc>
                <a:spcPct val="100000"/>
              </a:lnSpc>
              <a:spcBef>
                <a:spcPts val="100"/>
              </a:spcBef>
              <a:buNone/>
              <a:defRPr sz="240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o nome da micro jornada</a:t>
            </a:r>
          </a:p>
        </p:txBody>
      </p:sp>
    </p:spTree>
    <p:extLst>
      <p:ext uri="{BB962C8B-B14F-4D97-AF65-F5344CB8AC3E}">
        <p14:creationId xmlns:p14="http://schemas.microsoft.com/office/powerpoint/2010/main" val="486036487"/>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ÇÕES BASE">
    <p:spTree>
      <p:nvGrpSpPr>
        <p:cNvPr id="1" name=""/>
        <p:cNvGrpSpPr/>
        <p:nvPr/>
      </p:nvGrpSpPr>
      <p:grpSpPr>
        <a:xfrm>
          <a:off x="0" y="0"/>
          <a:ext cx="0" cy="0"/>
          <a:chOff x="0" y="0"/>
          <a:chExt cx="0" cy="0"/>
        </a:xfrm>
      </p:grpSpPr>
      <p:sp>
        <p:nvSpPr>
          <p:cNvPr id="18" name="Retângulo 17">
            <a:extLst>
              <a:ext uri="{FF2B5EF4-FFF2-40B4-BE49-F238E27FC236}">
                <a16:creationId xmlns:a16="http://schemas.microsoft.com/office/drawing/2014/main" id="{DEB39DEF-8787-4D58-A392-6442B9BC087F}"/>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3" name="Retângulo: Cantos Arredondados 12">
            <a:extLst>
              <a:ext uri="{FF2B5EF4-FFF2-40B4-BE49-F238E27FC236}">
                <a16:creationId xmlns:a16="http://schemas.microsoft.com/office/drawing/2014/main" id="{48580348-3410-42F0-81C8-D3F1409436EE}"/>
              </a:ext>
            </a:extLst>
          </p:cNvPr>
          <p:cNvSpPr/>
          <p:nvPr userDrawn="1"/>
        </p:nvSpPr>
        <p:spPr>
          <a:xfrm>
            <a:off x="669391" y="179801"/>
            <a:ext cx="5626448"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AÇÕES BASE</a:t>
            </a:r>
          </a:p>
        </p:txBody>
      </p:sp>
      <p:pic>
        <p:nvPicPr>
          <p:cNvPr id="16" name="Immagine 7" descr="secondario_rgb.png">
            <a:extLst>
              <a:ext uri="{FF2B5EF4-FFF2-40B4-BE49-F238E27FC236}">
                <a16:creationId xmlns:a16="http://schemas.microsoft.com/office/drawing/2014/main" id="{70752A57-0946-4B7D-8581-ADD3297EDD1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
        <p:nvSpPr>
          <p:cNvPr id="7" name="Retângulo: Cantos Superiores Arredondados 6">
            <a:extLst>
              <a:ext uri="{FF2B5EF4-FFF2-40B4-BE49-F238E27FC236}">
                <a16:creationId xmlns:a16="http://schemas.microsoft.com/office/drawing/2014/main" id="{BA9B9C37-CA52-46F7-B147-49F2BF62EC42}"/>
              </a:ext>
            </a:extLst>
          </p:cNvPr>
          <p:cNvSpPr/>
          <p:nvPr userDrawn="1"/>
        </p:nvSpPr>
        <p:spPr>
          <a:xfrm>
            <a:off x="6191650" y="811274"/>
            <a:ext cx="5743997" cy="5466776"/>
          </a:xfrm>
          <a:prstGeom prst="round2SameRect">
            <a:avLst>
              <a:gd name="adj1" fmla="val 5299"/>
              <a:gd name="adj2" fmla="val 0"/>
            </a:avLst>
          </a:prstGeom>
          <a:solidFill>
            <a:srgbClr val="13376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RETENÇÃO</a:t>
            </a:r>
          </a:p>
        </p:txBody>
      </p:sp>
      <p:sp>
        <p:nvSpPr>
          <p:cNvPr id="8" name="Retângulo 7">
            <a:extLst>
              <a:ext uri="{FF2B5EF4-FFF2-40B4-BE49-F238E27FC236}">
                <a16:creationId xmlns:a16="http://schemas.microsoft.com/office/drawing/2014/main" id="{ACC72269-A92A-4A76-BD5F-C3B11A45580B}"/>
              </a:ext>
            </a:extLst>
          </p:cNvPr>
          <p:cNvSpPr/>
          <p:nvPr userDrawn="1"/>
        </p:nvSpPr>
        <p:spPr>
          <a:xfrm>
            <a:off x="6441918" y="1246569"/>
            <a:ext cx="5240317" cy="480015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30" name="Espaço Reservado para Texto 46">
            <a:extLst>
              <a:ext uri="{FF2B5EF4-FFF2-40B4-BE49-F238E27FC236}">
                <a16:creationId xmlns:a16="http://schemas.microsoft.com/office/drawing/2014/main" id="{39AA5266-C5EE-4E7E-8C78-71A02EB362A3}"/>
              </a:ext>
            </a:extLst>
          </p:cNvPr>
          <p:cNvSpPr>
            <a:spLocks noGrp="1"/>
          </p:cNvSpPr>
          <p:nvPr>
            <p:ph type="body" sz="quarter" idx="37" hasCustomPrompt="1"/>
          </p:nvPr>
        </p:nvSpPr>
        <p:spPr>
          <a:xfrm>
            <a:off x="6469214" y="1323175"/>
            <a:ext cx="5213021" cy="4627249"/>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Descreva as ações base de Retenção.</a:t>
            </a:r>
          </a:p>
        </p:txBody>
      </p:sp>
      <p:sp>
        <p:nvSpPr>
          <p:cNvPr id="10" name="Retângulo: Cantos Superiores Arredondados 9">
            <a:extLst>
              <a:ext uri="{FF2B5EF4-FFF2-40B4-BE49-F238E27FC236}">
                <a16:creationId xmlns:a16="http://schemas.microsoft.com/office/drawing/2014/main" id="{F98895B9-5E7E-47B5-A9EC-C7BA4D3D3E50}"/>
              </a:ext>
            </a:extLst>
          </p:cNvPr>
          <p:cNvSpPr/>
          <p:nvPr userDrawn="1"/>
        </p:nvSpPr>
        <p:spPr>
          <a:xfrm>
            <a:off x="190335" y="811271"/>
            <a:ext cx="5743997" cy="5466775"/>
          </a:xfrm>
          <a:prstGeom prst="round2SameRect">
            <a:avLst>
              <a:gd name="adj1" fmla="val 5299"/>
              <a:gd name="adj2" fmla="val 0"/>
            </a:avLst>
          </a:prstGeom>
          <a:solidFill>
            <a:srgbClr val="133765"/>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CRM</a:t>
            </a:r>
          </a:p>
        </p:txBody>
      </p:sp>
      <p:sp>
        <p:nvSpPr>
          <p:cNvPr id="12" name="Retângulo 11">
            <a:extLst>
              <a:ext uri="{FF2B5EF4-FFF2-40B4-BE49-F238E27FC236}">
                <a16:creationId xmlns:a16="http://schemas.microsoft.com/office/drawing/2014/main" id="{042C960A-E4A7-4DE5-8941-FD3ACEDF896B}"/>
              </a:ext>
            </a:extLst>
          </p:cNvPr>
          <p:cNvSpPr/>
          <p:nvPr userDrawn="1"/>
        </p:nvSpPr>
        <p:spPr>
          <a:xfrm>
            <a:off x="441525" y="1246569"/>
            <a:ext cx="5246306" cy="4800158"/>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21" name="Espaço Reservado para Texto 46">
            <a:extLst>
              <a:ext uri="{FF2B5EF4-FFF2-40B4-BE49-F238E27FC236}">
                <a16:creationId xmlns:a16="http://schemas.microsoft.com/office/drawing/2014/main" id="{03E6DF35-6E0B-4169-BE0E-CA3E83F9DA65}"/>
              </a:ext>
            </a:extLst>
          </p:cNvPr>
          <p:cNvSpPr>
            <a:spLocks noGrp="1"/>
          </p:cNvSpPr>
          <p:nvPr>
            <p:ph type="body" sz="quarter" idx="38" hasCustomPrompt="1"/>
          </p:nvPr>
        </p:nvSpPr>
        <p:spPr>
          <a:xfrm>
            <a:off x="474810" y="1333023"/>
            <a:ext cx="5213021" cy="4627249"/>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Descreva as ações base de CRM.</a:t>
            </a:r>
          </a:p>
        </p:txBody>
      </p:sp>
    </p:spTree>
    <p:extLst>
      <p:ext uri="{BB962C8B-B14F-4D97-AF65-F5344CB8AC3E}">
        <p14:creationId xmlns:p14="http://schemas.microsoft.com/office/powerpoint/2010/main" val="270477634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ECONOMIC EVALUATION - MODELO">
    <p:spTree>
      <p:nvGrpSpPr>
        <p:cNvPr id="1" name=""/>
        <p:cNvGrpSpPr/>
        <p:nvPr/>
      </p:nvGrpSpPr>
      <p:grpSpPr>
        <a:xfrm>
          <a:off x="0" y="0"/>
          <a:ext cx="0" cy="0"/>
          <a:chOff x="0" y="0"/>
          <a:chExt cx="0" cy="0"/>
        </a:xfrm>
      </p:grpSpPr>
      <p:sp>
        <p:nvSpPr>
          <p:cNvPr id="151" name="Retângulo 150">
            <a:extLst>
              <a:ext uri="{FF2B5EF4-FFF2-40B4-BE49-F238E27FC236}">
                <a16:creationId xmlns:a16="http://schemas.microsoft.com/office/drawing/2014/main" id="{94539554-914F-4EF9-A710-8F87D8165A97}"/>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7" name="Retângulo: Cantos Superiores Arredondados 6">
            <a:extLst>
              <a:ext uri="{FF2B5EF4-FFF2-40B4-BE49-F238E27FC236}">
                <a16:creationId xmlns:a16="http://schemas.microsoft.com/office/drawing/2014/main" id="{745B70DB-D43D-4D97-919A-41C3DD7F8B26}"/>
              </a:ext>
            </a:extLst>
          </p:cNvPr>
          <p:cNvSpPr/>
          <p:nvPr userDrawn="1"/>
        </p:nvSpPr>
        <p:spPr>
          <a:xfrm>
            <a:off x="188072" y="809599"/>
            <a:ext cx="11811698" cy="5551352"/>
          </a:xfrm>
          <a:prstGeom prst="round2SameRect">
            <a:avLst>
              <a:gd name="adj1" fmla="val 5299"/>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pt-BR" sz="1400" b="1">
              <a:latin typeface="Arial Narrow" panose="020B0606020202030204" pitchFamily="34" charset="0"/>
            </a:endParaRP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501735" y="1157600"/>
            <a:ext cx="11226701" cy="499825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47" name="Retângulo: Cantos Arredondados 146">
            <a:extLst>
              <a:ext uri="{FF2B5EF4-FFF2-40B4-BE49-F238E27FC236}">
                <a16:creationId xmlns:a16="http://schemas.microsoft.com/office/drawing/2014/main" id="{9229C4AE-376F-4605-8153-F8723D076920}"/>
              </a:ext>
            </a:extLst>
          </p:cNvPr>
          <p:cNvSpPr/>
          <p:nvPr userDrawn="1"/>
        </p:nvSpPr>
        <p:spPr>
          <a:xfrm>
            <a:off x="669390" y="179801"/>
            <a:ext cx="5059385"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ECONOMIC EVALUATION - EXEMPLO</a:t>
            </a:r>
          </a:p>
        </p:txBody>
      </p:sp>
      <p:pic>
        <p:nvPicPr>
          <p:cNvPr id="149" name="Immagine 7" descr="secondario_rgb.png">
            <a:extLst>
              <a:ext uri="{FF2B5EF4-FFF2-40B4-BE49-F238E27FC236}">
                <a16:creationId xmlns:a16="http://schemas.microsoft.com/office/drawing/2014/main" id="{E5C6C0CA-158B-4838-AA4D-78D04351509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pic>
        <p:nvPicPr>
          <p:cNvPr id="13" name="Picture 1">
            <a:extLst>
              <a:ext uri="{FF2B5EF4-FFF2-40B4-BE49-F238E27FC236}">
                <a16:creationId xmlns:a16="http://schemas.microsoft.com/office/drawing/2014/main" id="{84E77FD5-2C69-461A-B69E-4582896F29DB}"/>
              </a:ext>
            </a:extLst>
          </p:cNvPr>
          <p:cNvPicPr>
            <a:picLocks noChangeAspect="1"/>
          </p:cNvPicPr>
          <p:nvPr userDrawn="1"/>
        </p:nvPicPr>
        <p:blipFill>
          <a:blip r:embed="rId4"/>
          <a:stretch>
            <a:fillRect/>
          </a:stretch>
        </p:blipFill>
        <p:spPr>
          <a:xfrm>
            <a:off x="3733871" y="2540771"/>
            <a:ext cx="5017633" cy="2231910"/>
          </a:xfrm>
          <a:prstGeom prst="rect">
            <a:avLst/>
          </a:prstGeom>
        </p:spPr>
      </p:pic>
      <p:sp>
        <p:nvSpPr>
          <p:cNvPr id="11" name="Rectangle 10">
            <a:extLst>
              <a:ext uri="{FF2B5EF4-FFF2-40B4-BE49-F238E27FC236}">
                <a16:creationId xmlns:a16="http://schemas.microsoft.com/office/drawing/2014/main" id="{B46D8087-9525-423A-8AB7-0110725D1266}"/>
              </a:ext>
            </a:extLst>
          </p:cNvPr>
          <p:cNvSpPr/>
          <p:nvPr userDrawn="1"/>
        </p:nvSpPr>
        <p:spPr>
          <a:xfrm>
            <a:off x="2371477" y="1906624"/>
            <a:ext cx="7742419" cy="3500203"/>
          </a:xfrm>
          <a:prstGeom prst="rect">
            <a:avLst/>
          </a:prstGeom>
          <a:solidFill>
            <a:schemeClr val="bg1">
              <a:alpha val="80000"/>
            </a:schemeClr>
          </a:solidFill>
        </p:spPr>
        <p:txBody>
          <a:bodyPr wrap="none" rtlCol="0" anchor="ctr">
            <a:spAutoFit/>
          </a:bodyPr>
          <a:lstStyle/>
          <a:p>
            <a:pPr algn="ctr"/>
            <a:endParaRPr lang="pt-BR" sz="1600" kern="0">
              <a:solidFill>
                <a:srgbClr val="004691"/>
              </a:solidFill>
              <a:latin typeface="TIM Sans Medium"/>
              <a:ea typeface="TIM Sans Medium"/>
              <a:cs typeface="TIM Sans Medium"/>
              <a:sym typeface="TIM Sans Medium"/>
            </a:endParaRPr>
          </a:p>
        </p:txBody>
      </p:sp>
      <p:sp>
        <p:nvSpPr>
          <p:cNvPr id="12" name="CaixaDeTexto 63">
            <a:extLst>
              <a:ext uri="{FF2B5EF4-FFF2-40B4-BE49-F238E27FC236}">
                <a16:creationId xmlns:a16="http://schemas.microsoft.com/office/drawing/2014/main" id="{A775AF0E-F785-4132-9216-9E3AEC89D8B0}"/>
              </a:ext>
            </a:extLst>
          </p:cNvPr>
          <p:cNvSpPr txBox="1"/>
          <p:nvPr userDrawn="1"/>
        </p:nvSpPr>
        <p:spPr>
          <a:xfrm>
            <a:off x="3257164" y="3286654"/>
            <a:ext cx="5971043" cy="284691"/>
          </a:xfrm>
          <a:prstGeom prst="rect">
            <a:avLst/>
          </a:prstGeom>
        </p:spPr>
        <p:txBody>
          <a:bodyPr wrap="square" lIns="68577" tIns="34289" rIns="68577" bIns="34289" rtlCol="0" anchor="ctr">
            <a:spAutoFit/>
          </a:bodyPr>
          <a:lstStyle>
            <a:defPPr>
              <a:defRPr lang="it-IT"/>
            </a:defPPr>
            <a:lvl1pPr marL="171450" indent="-171450">
              <a:buFont typeface="Arial" panose="020B0604020202020204" pitchFamily="34" charset="0"/>
              <a:buChar char="•"/>
              <a:defRPr sz="1100" i="1">
                <a:latin typeface="Calibri" pitchFamily="34" charset="0"/>
                <a:ea typeface="DotumChe" pitchFamily="49" charset="-127"/>
              </a:defRPr>
            </a:lvl1pPr>
          </a:lstStyle>
          <a:p>
            <a:pPr marL="0" indent="0" algn="ctr">
              <a:buNone/>
            </a:pPr>
            <a:r>
              <a:rPr lang="pt-BR" sz="1400" b="1">
                <a:solidFill>
                  <a:srgbClr val="133765"/>
                </a:solidFill>
                <a:latin typeface="+mj-lt"/>
              </a:rPr>
              <a:t>Business </a:t>
            </a:r>
            <a:r>
              <a:rPr lang="pt-BR" sz="1400" b="1" err="1">
                <a:solidFill>
                  <a:srgbClr val="133765"/>
                </a:solidFill>
                <a:latin typeface="+mj-lt"/>
              </a:rPr>
              <a:t>Plan</a:t>
            </a:r>
            <a:r>
              <a:rPr lang="pt-BR" sz="1400" b="1">
                <a:solidFill>
                  <a:srgbClr val="133765"/>
                </a:solidFill>
                <a:latin typeface="+mj-lt"/>
              </a:rPr>
              <a:t> do projeto com as premissas e resultados esperados.</a:t>
            </a:r>
          </a:p>
        </p:txBody>
      </p:sp>
    </p:spTree>
    <p:extLst>
      <p:ext uri="{BB962C8B-B14F-4D97-AF65-F5344CB8AC3E}">
        <p14:creationId xmlns:p14="http://schemas.microsoft.com/office/powerpoint/2010/main" val="255024624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ECONOMIC EVALUATION">
    <p:spTree>
      <p:nvGrpSpPr>
        <p:cNvPr id="1" name=""/>
        <p:cNvGrpSpPr/>
        <p:nvPr/>
      </p:nvGrpSpPr>
      <p:grpSpPr>
        <a:xfrm>
          <a:off x="0" y="0"/>
          <a:ext cx="0" cy="0"/>
          <a:chOff x="0" y="0"/>
          <a:chExt cx="0" cy="0"/>
        </a:xfrm>
      </p:grpSpPr>
      <p:sp>
        <p:nvSpPr>
          <p:cNvPr id="151" name="Retângulo 150">
            <a:extLst>
              <a:ext uri="{FF2B5EF4-FFF2-40B4-BE49-F238E27FC236}">
                <a16:creationId xmlns:a16="http://schemas.microsoft.com/office/drawing/2014/main" id="{94539554-914F-4EF9-A710-8F87D8165A97}"/>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7" name="Retângulo: Cantos Superiores Arredondados 6">
            <a:extLst>
              <a:ext uri="{FF2B5EF4-FFF2-40B4-BE49-F238E27FC236}">
                <a16:creationId xmlns:a16="http://schemas.microsoft.com/office/drawing/2014/main" id="{745B70DB-D43D-4D97-919A-41C3DD7F8B26}"/>
              </a:ext>
            </a:extLst>
          </p:cNvPr>
          <p:cNvSpPr/>
          <p:nvPr userDrawn="1"/>
        </p:nvSpPr>
        <p:spPr>
          <a:xfrm>
            <a:off x="188072" y="809599"/>
            <a:ext cx="11811698" cy="5551352"/>
          </a:xfrm>
          <a:prstGeom prst="round2SameRect">
            <a:avLst>
              <a:gd name="adj1" fmla="val 5299"/>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pt-BR" sz="1400" b="1">
              <a:latin typeface="Arial Narrow" panose="020B0606020202030204" pitchFamily="34" charset="0"/>
            </a:endParaRP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501735" y="1157600"/>
            <a:ext cx="11226701" cy="499825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47" name="Retângulo: Cantos Arredondados 146">
            <a:extLst>
              <a:ext uri="{FF2B5EF4-FFF2-40B4-BE49-F238E27FC236}">
                <a16:creationId xmlns:a16="http://schemas.microsoft.com/office/drawing/2014/main" id="{9229C4AE-376F-4605-8153-F8723D076920}"/>
              </a:ext>
            </a:extLst>
          </p:cNvPr>
          <p:cNvSpPr/>
          <p:nvPr userDrawn="1"/>
        </p:nvSpPr>
        <p:spPr>
          <a:xfrm>
            <a:off x="669391" y="179801"/>
            <a:ext cx="391567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ECONOMIC EVALUATION</a:t>
            </a:r>
          </a:p>
        </p:txBody>
      </p:sp>
      <p:pic>
        <p:nvPicPr>
          <p:cNvPr id="149" name="Immagine 7" descr="secondario_rgb.png">
            <a:extLst>
              <a:ext uri="{FF2B5EF4-FFF2-40B4-BE49-F238E27FC236}">
                <a16:creationId xmlns:a16="http://schemas.microsoft.com/office/drawing/2014/main" id="{E5C6C0CA-158B-4838-AA4D-78D04351509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Tree>
    <p:extLst>
      <p:ext uri="{BB962C8B-B14F-4D97-AF65-F5344CB8AC3E}">
        <p14:creationId xmlns:p14="http://schemas.microsoft.com/office/powerpoint/2010/main" val="291108737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OVERVIEW DO PORTFÓLIO ATUALIZADO - MODELO">
    <p:spTree>
      <p:nvGrpSpPr>
        <p:cNvPr id="1" name=""/>
        <p:cNvGrpSpPr/>
        <p:nvPr/>
      </p:nvGrpSpPr>
      <p:grpSpPr>
        <a:xfrm>
          <a:off x="0" y="0"/>
          <a:ext cx="0" cy="0"/>
          <a:chOff x="0" y="0"/>
          <a:chExt cx="0" cy="0"/>
        </a:xfrm>
      </p:grpSpPr>
      <p:sp>
        <p:nvSpPr>
          <p:cNvPr id="151" name="Retângulo 150">
            <a:extLst>
              <a:ext uri="{FF2B5EF4-FFF2-40B4-BE49-F238E27FC236}">
                <a16:creationId xmlns:a16="http://schemas.microsoft.com/office/drawing/2014/main" id="{94539554-914F-4EF9-A710-8F87D8165A97}"/>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7" name="Retângulo: Cantos Superiores Arredondados 6">
            <a:extLst>
              <a:ext uri="{FF2B5EF4-FFF2-40B4-BE49-F238E27FC236}">
                <a16:creationId xmlns:a16="http://schemas.microsoft.com/office/drawing/2014/main" id="{745B70DB-D43D-4D97-919A-41C3DD7F8B26}"/>
              </a:ext>
            </a:extLst>
          </p:cNvPr>
          <p:cNvSpPr/>
          <p:nvPr userDrawn="1"/>
        </p:nvSpPr>
        <p:spPr>
          <a:xfrm>
            <a:off x="188072" y="809599"/>
            <a:ext cx="11811698" cy="5551352"/>
          </a:xfrm>
          <a:prstGeom prst="round2SameRect">
            <a:avLst>
              <a:gd name="adj1" fmla="val 5299"/>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pt-BR" sz="1400" b="1">
              <a:latin typeface="Arial Narrow" panose="020B0606020202030204" pitchFamily="34" charset="0"/>
            </a:endParaRP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501735" y="1157600"/>
            <a:ext cx="11226701" cy="499825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47" name="Retângulo: Cantos Arredondados 146">
            <a:extLst>
              <a:ext uri="{FF2B5EF4-FFF2-40B4-BE49-F238E27FC236}">
                <a16:creationId xmlns:a16="http://schemas.microsoft.com/office/drawing/2014/main" id="{9229C4AE-376F-4605-8153-F8723D076920}"/>
              </a:ext>
            </a:extLst>
          </p:cNvPr>
          <p:cNvSpPr/>
          <p:nvPr userDrawn="1"/>
        </p:nvSpPr>
        <p:spPr>
          <a:xfrm>
            <a:off x="669390" y="179801"/>
            <a:ext cx="6925747"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OVERVIEW DO PORTFÓLIO ATUALIZADO - EXEMPLO</a:t>
            </a:r>
          </a:p>
        </p:txBody>
      </p:sp>
      <p:pic>
        <p:nvPicPr>
          <p:cNvPr id="149" name="Immagine 7" descr="secondario_rgb.png">
            <a:extLst>
              <a:ext uri="{FF2B5EF4-FFF2-40B4-BE49-F238E27FC236}">
                <a16:creationId xmlns:a16="http://schemas.microsoft.com/office/drawing/2014/main" id="{E5C6C0CA-158B-4838-AA4D-78D04351509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
        <p:nvSpPr>
          <p:cNvPr id="12" name="Rectangle 50">
            <a:extLst>
              <a:ext uri="{FF2B5EF4-FFF2-40B4-BE49-F238E27FC236}">
                <a16:creationId xmlns:a16="http://schemas.microsoft.com/office/drawing/2014/main" id="{9D8897B4-B8F8-43A9-90E8-14D5C1E416EC}"/>
              </a:ext>
            </a:extLst>
          </p:cNvPr>
          <p:cNvSpPr/>
          <p:nvPr userDrawn="1"/>
        </p:nvSpPr>
        <p:spPr>
          <a:xfrm>
            <a:off x="1653380" y="5683515"/>
            <a:ext cx="8885238" cy="3648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00" tIns="45700" rIns="91400" bIns="45700" anchor="ctr"/>
          <a:lstStyle/>
          <a:p>
            <a:pPr algn="ctr" defTabSz="685443" fontAlgn="auto">
              <a:spcBef>
                <a:spcPts val="0"/>
              </a:spcBef>
              <a:spcAft>
                <a:spcPts val="0"/>
              </a:spcAft>
              <a:defRPr/>
            </a:pPr>
            <a:endParaRPr lang="en-US" sz="1400">
              <a:solidFill>
                <a:srgbClr val="FFFFFF"/>
              </a:solidFill>
            </a:endParaRPr>
          </a:p>
        </p:txBody>
      </p:sp>
      <p:cxnSp>
        <p:nvCxnSpPr>
          <p:cNvPr id="13" name="Straight Connector 74">
            <a:extLst>
              <a:ext uri="{FF2B5EF4-FFF2-40B4-BE49-F238E27FC236}">
                <a16:creationId xmlns:a16="http://schemas.microsoft.com/office/drawing/2014/main" id="{B66658E3-DA6A-409B-B37B-C319966BBF00}"/>
              </a:ext>
            </a:extLst>
          </p:cNvPr>
          <p:cNvCxnSpPr/>
          <p:nvPr userDrawn="1"/>
        </p:nvCxnSpPr>
        <p:spPr>
          <a:xfrm>
            <a:off x="1618490" y="4793392"/>
            <a:ext cx="8696700" cy="0"/>
          </a:xfrm>
          <a:prstGeom prst="line">
            <a:avLst/>
          </a:prstGeom>
          <a:noFill/>
          <a:ln w="6350" cap="flat" cmpd="sng" algn="ctr">
            <a:solidFill>
              <a:schemeClr val="bg1">
                <a:lumMod val="85000"/>
              </a:schemeClr>
            </a:solidFill>
            <a:prstDash val="solid"/>
            <a:miter lim="800000"/>
          </a:ln>
          <a:effectLst/>
        </p:spPr>
      </p:cxnSp>
      <p:cxnSp>
        <p:nvCxnSpPr>
          <p:cNvPr id="14" name="Straight Connector 75">
            <a:extLst>
              <a:ext uri="{FF2B5EF4-FFF2-40B4-BE49-F238E27FC236}">
                <a16:creationId xmlns:a16="http://schemas.microsoft.com/office/drawing/2014/main" id="{EE904C8F-1BF9-4E78-98FD-BFFDD350D497}"/>
              </a:ext>
            </a:extLst>
          </p:cNvPr>
          <p:cNvCxnSpPr/>
          <p:nvPr userDrawn="1"/>
        </p:nvCxnSpPr>
        <p:spPr>
          <a:xfrm>
            <a:off x="1669204" y="3251779"/>
            <a:ext cx="8667000" cy="0"/>
          </a:xfrm>
          <a:prstGeom prst="line">
            <a:avLst/>
          </a:prstGeom>
          <a:noFill/>
          <a:ln w="6350" cap="flat" cmpd="sng" algn="ctr">
            <a:solidFill>
              <a:schemeClr val="bg1">
                <a:lumMod val="85000"/>
              </a:schemeClr>
            </a:solidFill>
            <a:prstDash val="solid"/>
            <a:miter lim="800000"/>
          </a:ln>
          <a:effectLst/>
        </p:spPr>
      </p:cxnSp>
      <p:cxnSp>
        <p:nvCxnSpPr>
          <p:cNvPr id="15" name="Straight Connector 17">
            <a:extLst>
              <a:ext uri="{FF2B5EF4-FFF2-40B4-BE49-F238E27FC236}">
                <a16:creationId xmlns:a16="http://schemas.microsoft.com/office/drawing/2014/main" id="{1833A7CA-4319-4204-8E9A-1344736362CD}"/>
              </a:ext>
            </a:extLst>
          </p:cNvPr>
          <p:cNvCxnSpPr/>
          <p:nvPr userDrawn="1"/>
        </p:nvCxnSpPr>
        <p:spPr>
          <a:xfrm>
            <a:off x="2062172" y="1862538"/>
            <a:ext cx="0" cy="4050000"/>
          </a:xfrm>
          <a:prstGeom prst="line">
            <a:avLst/>
          </a:prstGeom>
          <a:noFill/>
          <a:ln w="6350" cap="flat" cmpd="sng" algn="ctr">
            <a:solidFill>
              <a:srgbClr val="004691"/>
            </a:solidFill>
            <a:prstDash val="solid"/>
            <a:miter lim="800000"/>
            <a:headEnd type="triangle" w="med" len="med"/>
            <a:tailEnd type="triangle" w="med" len="med"/>
          </a:ln>
          <a:effectLst/>
        </p:spPr>
      </p:cxnSp>
      <p:sp>
        <p:nvSpPr>
          <p:cNvPr id="16" name="TextBox 196">
            <a:extLst>
              <a:ext uri="{FF2B5EF4-FFF2-40B4-BE49-F238E27FC236}">
                <a16:creationId xmlns:a16="http://schemas.microsoft.com/office/drawing/2014/main" id="{FA269CA7-411A-4615-9021-A310EC7F5CB1}"/>
              </a:ext>
            </a:extLst>
          </p:cNvPr>
          <p:cNvSpPr txBox="1"/>
          <p:nvPr userDrawn="1"/>
        </p:nvSpPr>
        <p:spPr>
          <a:xfrm rot="16200000">
            <a:off x="1763299" y="3789437"/>
            <a:ext cx="597751" cy="196205"/>
          </a:xfrm>
          <a:prstGeom prst="rect">
            <a:avLst/>
          </a:prstGeom>
          <a:solidFill>
            <a:schemeClr val="bg1"/>
          </a:solidFill>
        </p:spPr>
        <p:txBody>
          <a:bodyPr wrap="none" lIns="68564" tIns="34289" rIns="68564" bIns="34289" rtlCol="0">
            <a:spAutoFit/>
          </a:bodyPr>
          <a:lstStyle/>
          <a:p>
            <a:pPr algn="ctr" defTabSz="685579" fontAlgn="auto">
              <a:spcBef>
                <a:spcPts val="0"/>
              </a:spcBef>
              <a:spcAft>
                <a:spcPts val="0"/>
              </a:spcAft>
              <a:defRPr/>
            </a:pPr>
            <a:r>
              <a:rPr lang="pt-BR" sz="800" kern="0">
                <a:solidFill>
                  <a:srgbClr val="004691"/>
                </a:solidFill>
                <a:latin typeface="TIM Sans Medium" pitchFamily="50" charset="0"/>
                <a:ea typeface="ＭＳ Ｐゴシック"/>
              </a:rPr>
              <a:t>Pós-Pago</a:t>
            </a:r>
          </a:p>
        </p:txBody>
      </p:sp>
      <p:pic>
        <p:nvPicPr>
          <p:cNvPr id="17" name="Picture 10" descr="Vivo">
            <a:extLst>
              <a:ext uri="{FF2B5EF4-FFF2-40B4-BE49-F238E27FC236}">
                <a16:creationId xmlns:a16="http://schemas.microsoft.com/office/drawing/2014/main" id="{6F434FEB-9441-410E-A66A-FBA96D35277C}"/>
              </a:ext>
            </a:extLst>
          </p:cNvPr>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4916977" y="1411252"/>
            <a:ext cx="611208" cy="23284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6" descr="Resultado de imagem para tim logo">
            <a:extLst>
              <a:ext uri="{FF2B5EF4-FFF2-40B4-BE49-F238E27FC236}">
                <a16:creationId xmlns:a16="http://schemas.microsoft.com/office/drawing/2014/main" id="{36227586-8D2F-46C3-9CED-1FDA78D5F74B}"/>
              </a:ext>
            </a:extLst>
          </p:cNvPr>
          <p:cNvPicPr>
            <a:picLocks noChangeAspect="1" noChangeArrowheads="1"/>
          </p:cNvPicPr>
          <p:nvPr userDrawn="1"/>
        </p:nvPicPr>
        <p:blipFill>
          <a:blip r:embed="rId5" cstate="screen">
            <a:extLst>
              <a:ext uri="{28A0092B-C50C-407E-A947-70E740481C1C}">
                <a14:useLocalDpi xmlns:a14="http://schemas.microsoft.com/office/drawing/2010/main"/>
              </a:ext>
            </a:extLst>
          </a:blip>
          <a:srcRect/>
          <a:stretch>
            <a:fillRect/>
          </a:stretch>
        </p:blipFill>
        <p:spPr bwMode="auto">
          <a:xfrm>
            <a:off x="2792785" y="1442733"/>
            <a:ext cx="641844" cy="169875"/>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95">
            <a:extLst>
              <a:ext uri="{FF2B5EF4-FFF2-40B4-BE49-F238E27FC236}">
                <a16:creationId xmlns:a16="http://schemas.microsoft.com/office/drawing/2014/main" id="{B1D41F84-739B-4CBE-A726-5BD49D3FC571}"/>
              </a:ext>
            </a:extLst>
          </p:cNvPr>
          <p:cNvCxnSpPr/>
          <p:nvPr userDrawn="1"/>
        </p:nvCxnSpPr>
        <p:spPr>
          <a:xfrm flipH="1">
            <a:off x="3978547" y="1862538"/>
            <a:ext cx="11779" cy="4050000"/>
          </a:xfrm>
          <a:prstGeom prst="line">
            <a:avLst/>
          </a:prstGeom>
          <a:noFill/>
          <a:ln w="6350" cap="flat" cmpd="sng" algn="ctr">
            <a:solidFill>
              <a:srgbClr val="7030A0"/>
            </a:solidFill>
            <a:prstDash val="solid"/>
            <a:miter lim="800000"/>
            <a:headEnd type="triangle" w="med" len="med"/>
            <a:tailEnd type="triangle" w="med" len="med"/>
          </a:ln>
          <a:effectLst/>
        </p:spPr>
      </p:cxnSp>
      <p:sp>
        <p:nvSpPr>
          <p:cNvPr id="20" name="TextBox 196">
            <a:extLst>
              <a:ext uri="{FF2B5EF4-FFF2-40B4-BE49-F238E27FC236}">
                <a16:creationId xmlns:a16="http://schemas.microsoft.com/office/drawing/2014/main" id="{AC4517A8-B55C-4C59-B808-5E065D9E6C78}"/>
              </a:ext>
            </a:extLst>
          </p:cNvPr>
          <p:cNvSpPr txBox="1"/>
          <p:nvPr userDrawn="1"/>
        </p:nvSpPr>
        <p:spPr>
          <a:xfrm rot="16200000">
            <a:off x="3685059" y="3789437"/>
            <a:ext cx="597751" cy="196205"/>
          </a:xfrm>
          <a:prstGeom prst="rect">
            <a:avLst/>
          </a:prstGeom>
          <a:solidFill>
            <a:schemeClr val="bg1"/>
          </a:solidFill>
        </p:spPr>
        <p:txBody>
          <a:bodyPr wrap="none" lIns="68564" tIns="34289" rIns="68564" bIns="34289" rtlCol="0">
            <a:spAutoFit/>
          </a:bodyPr>
          <a:lstStyle/>
          <a:p>
            <a:pPr defTabSz="685579" fontAlgn="auto">
              <a:spcBef>
                <a:spcPts val="0"/>
              </a:spcBef>
              <a:spcAft>
                <a:spcPts val="0"/>
              </a:spcAft>
              <a:defRPr/>
            </a:pPr>
            <a:r>
              <a:rPr lang="pt-BR" sz="800" kern="0">
                <a:solidFill>
                  <a:srgbClr val="7030A0"/>
                </a:solidFill>
                <a:latin typeface="TIM Sans Medium" pitchFamily="50" charset="0"/>
                <a:ea typeface="ＭＳ Ｐゴシック"/>
              </a:rPr>
              <a:t>Pós-Pago</a:t>
            </a:r>
          </a:p>
        </p:txBody>
      </p:sp>
      <p:cxnSp>
        <p:nvCxnSpPr>
          <p:cNvPr id="21" name="Straight Connector 122">
            <a:extLst>
              <a:ext uri="{FF2B5EF4-FFF2-40B4-BE49-F238E27FC236}">
                <a16:creationId xmlns:a16="http://schemas.microsoft.com/office/drawing/2014/main" id="{2516AFB2-3E01-4612-B756-CBDCE8B6E8C3}"/>
              </a:ext>
            </a:extLst>
          </p:cNvPr>
          <p:cNvCxnSpPr/>
          <p:nvPr userDrawn="1"/>
        </p:nvCxnSpPr>
        <p:spPr>
          <a:xfrm>
            <a:off x="6615860" y="1862538"/>
            <a:ext cx="0" cy="4050000"/>
          </a:xfrm>
          <a:prstGeom prst="line">
            <a:avLst/>
          </a:prstGeom>
          <a:noFill/>
          <a:ln w="6350" cap="flat" cmpd="sng" algn="ctr">
            <a:solidFill>
              <a:srgbClr val="C00000"/>
            </a:solidFill>
            <a:prstDash val="solid"/>
            <a:miter lim="800000"/>
            <a:headEnd type="triangle" w="med" len="med"/>
            <a:tailEnd type="triangle" w="med" len="med"/>
          </a:ln>
          <a:effectLst/>
        </p:spPr>
      </p:cxnSp>
      <p:sp>
        <p:nvSpPr>
          <p:cNvPr id="22" name="TextBox 196">
            <a:extLst>
              <a:ext uri="{FF2B5EF4-FFF2-40B4-BE49-F238E27FC236}">
                <a16:creationId xmlns:a16="http://schemas.microsoft.com/office/drawing/2014/main" id="{AC879DF1-1F6A-4430-835A-064C0B39ADC2}"/>
              </a:ext>
            </a:extLst>
          </p:cNvPr>
          <p:cNvSpPr txBox="1"/>
          <p:nvPr userDrawn="1"/>
        </p:nvSpPr>
        <p:spPr>
          <a:xfrm rot="16200000">
            <a:off x="6316989" y="3789438"/>
            <a:ext cx="597751" cy="196205"/>
          </a:xfrm>
          <a:prstGeom prst="rect">
            <a:avLst/>
          </a:prstGeom>
          <a:solidFill>
            <a:schemeClr val="bg1"/>
          </a:solidFill>
        </p:spPr>
        <p:txBody>
          <a:bodyPr wrap="none" lIns="68564" tIns="34289" rIns="68564" bIns="34289" rtlCol="0">
            <a:spAutoFit/>
          </a:bodyPr>
          <a:lstStyle/>
          <a:p>
            <a:pPr defTabSz="685579" fontAlgn="auto">
              <a:spcBef>
                <a:spcPts val="0"/>
              </a:spcBef>
              <a:spcAft>
                <a:spcPts val="0"/>
              </a:spcAft>
              <a:defRPr/>
            </a:pPr>
            <a:r>
              <a:rPr lang="pt-BR" sz="800" kern="0">
                <a:solidFill>
                  <a:srgbClr val="C00000"/>
                </a:solidFill>
                <a:latin typeface="TIM Sans Medium" pitchFamily="50" charset="0"/>
                <a:ea typeface="ＭＳ Ｐゴシック"/>
              </a:rPr>
              <a:t>Pós-Pago</a:t>
            </a:r>
          </a:p>
        </p:txBody>
      </p:sp>
      <p:pic>
        <p:nvPicPr>
          <p:cNvPr id="23" name="Picture 2" descr="Claro">
            <a:extLst>
              <a:ext uri="{FF2B5EF4-FFF2-40B4-BE49-F238E27FC236}">
                <a16:creationId xmlns:a16="http://schemas.microsoft.com/office/drawing/2014/main" id="{3F461309-FC46-43C0-B193-A310681B64C0}"/>
              </a:ext>
            </a:extLst>
          </p:cNvPr>
          <p:cNvPicPr>
            <a:picLocks noChangeAspect="1" noChangeArrowheads="1"/>
          </p:cNvPicPr>
          <p:nvPr userDrawn="1"/>
        </p:nvPicPr>
        <p:blipFill rotWithShape="1">
          <a:blip r:embed="rId6" cstate="print">
            <a:extLst>
              <a:ext uri="{28A0092B-C50C-407E-A947-70E740481C1C}">
                <a14:useLocalDpi xmlns:a14="http://schemas.microsoft.com/office/drawing/2010/main" val="0"/>
              </a:ext>
            </a:extLst>
          </a:blip>
          <a:srcRect b="28594"/>
          <a:stretch/>
        </p:blipFill>
        <p:spPr bwMode="auto">
          <a:xfrm>
            <a:off x="7595137" y="1298952"/>
            <a:ext cx="508900" cy="457436"/>
          </a:xfrm>
          <a:prstGeom prst="rect">
            <a:avLst/>
          </a:prstGeom>
          <a:noFill/>
          <a:extLst>
            <a:ext uri="{909E8E84-426E-40DD-AFC4-6F175D3DCCD1}">
              <a14:hiddenFill xmlns:a14="http://schemas.microsoft.com/office/drawing/2010/main">
                <a:solidFill>
                  <a:srgbClr val="FFFFFF"/>
                </a:solidFill>
              </a14:hiddenFill>
            </a:ext>
          </a:extLst>
        </p:spPr>
      </p:pic>
      <p:sp>
        <p:nvSpPr>
          <p:cNvPr id="24" name="Rectangle: Rounded Corners 380">
            <a:extLst>
              <a:ext uri="{FF2B5EF4-FFF2-40B4-BE49-F238E27FC236}">
                <a16:creationId xmlns:a16="http://schemas.microsoft.com/office/drawing/2014/main" id="{5A94796C-1A5C-49A2-90D2-94BC886733D8}"/>
              </a:ext>
            </a:extLst>
          </p:cNvPr>
          <p:cNvSpPr/>
          <p:nvPr userDrawn="1"/>
        </p:nvSpPr>
        <p:spPr>
          <a:xfrm>
            <a:off x="4642519" y="2417029"/>
            <a:ext cx="945000" cy="486000"/>
          </a:xfrm>
          <a:prstGeom prst="roundRect">
            <a:avLst/>
          </a:prstGeom>
          <a:solidFill>
            <a:srgbClr val="7030A0"/>
          </a:solidFill>
          <a:ln w="12700" cap="flat" cmpd="sng" algn="ctr">
            <a:noFill/>
            <a:prstDash val="solid"/>
            <a:miter lim="800000"/>
          </a:ln>
          <a:effectLst/>
        </p:spPr>
        <p:txBody>
          <a:bodyPr lIns="68564" tIns="34289" rIns="68564" bIns="34289" rtlCol="0" anchor="ctr"/>
          <a:lstStyle/>
          <a:p>
            <a:pPr algn="ctr" defTabSz="685647" fontAlgn="auto">
              <a:spcBef>
                <a:spcPts val="0"/>
              </a:spcBef>
              <a:spcAft>
                <a:spcPts val="0"/>
              </a:spcAft>
            </a:pPr>
            <a:r>
              <a:rPr lang="pt-BR" sz="900" kern="0">
                <a:solidFill>
                  <a:srgbClr val="FFFFFF"/>
                </a:solidFill>
                <a:latin typeface="TIM Sans Medium" pitchFamily="50" charset="0"/>
                <a:ea typeface="ＭＳ Ｐゴシック"/>
              </a:rPr>
              <a:t>60GB R$249,99</a:t>
            </a:r>
          </a:p>
          <a:p>
            <a:pPr algn="ctr" defTabSz="685647" fontAlgn="auto">
              <a:spcBef>
                <a:spcPts val="0"/>
              </a:spcBef>
              <a:spcAft>
                <a:spcPts val="0"/>
              </a:spcAft>
            </a:pPr>
            <a:r>
              <a:rPr lang="pt-BR" sz="800" kern="0">
                <a:solidFill>
                  <a:srgbClr val="FFFFFF"/>
                </a:solidFill>
                <a:latin typeface="TIM Sans Medium" pitchFamily="50" charset="0"/>
                <a:ea typeface="ＭＳ Ｐゴシック"/>
              </a:rPr>
              <a:t>(+ 1 dep)</a:t>
            </a:r>
          </a:p>
        </p:txBody>
      </p:sp>
      <p:sp>
        <p:nvSpPr>
          <p:cNvPr id="25" name="Rectangle: Rounded Corners 382">
            <a:extLst>
              <a:ext uri="{FF2B5EF4-FFF2-40B4-BE49-F238E27FC236}">
                <a16:creationId xmlns:a16="http://schemas.microsoft.com/office/drawing/2014/main" id="{5F47E7D8-75F0-4904-BE4E-C295396BA1C9}"/>
              </a:ext>
            </a:extLst>
          </p:cNvPr>
          <p:cNvSpPr/>
          <p:nvPr userDrawn="1"/>
        </p:nvSpPr>
        <p:spPr>
          <a:xfrm>
            <a:off x="4735161" y="1780648"/>
            <a:ext cx="945000" cy="486000"/>
          </a:xfrm>
          <a:prstGeom prst="roundRect">
            <a:avLst/>
          </a:prstGeom>
          <a:solidFill>
            <a:srgbClr val="7030A0"/>
          </a:solidFill>
          <a:ln w="12700" cap="flat" cmpd="sng" algn="ctr">
            <a:noFill/>
            <a:prstDash val="solid"/>
            <a:miter lim="800000"/>
          </a:ln>
          <a:effectLst/>
        </p:spPr>
        <p:txBody>
          <a:bodyPr lIns="68564" tIns="34289" rIns="68564" bIns="34289" rtlCol="0" anchor="ctr"/>
          <a:lstStyle/>
          <a:p>
            <a:pPr algn="ctr" defTabSz="685647" fontAlgn="auto">
              <a:spcBef>
                <a:spcPts val="0"/>
              </a:spcBef>
              <a:spcAft>
                <a:spcPts val="0"/>
              </a:spcAft>
            </a:pPr>
            <a:r>
              <a:rPr lang="pt-BR" sz="900" kern="0">
                <a:solidFill>
                  <a:srgbClr val="FFFFFF"/>
                </a:solidFill>
                <a:latin typeface="TIM Sans Medium" pitchFamily="50" charset="0"/>
                <a:ea typeface="ＭＳ Ｐゴシック"/>
              </a:rPr>
              <a:t>80GB R$319,99</a:t>
            </a:r>
          </a:p>
          <a:p>
            <a:pPr algn="ctr" defTabSz="685647" fontAlgn="auto">
              <a:spcBef>
                <a:spcPts val="0"/>
              </a:spcBef>
              <a:spcAft>
                <a:spcPts val="0"/>
              </a:spcAft>
            </a:pPr>
            <a:r>
              <a:rPr lang="pt-BR" sz="800" kern="0">
                <a:solidFill>
                  <a:srgbClr val="FFFFFF"/>
                </a:solidFill>
                <a:latin typeface="TIM Sans Medium" pitchFamily="50" charset="0"/>
                <a:ea typeface="ＭＳ Ｐゴシック"/>
              </a:rPr>
              <a:t>(+ 2 dep)</a:t>
            </a:r>
          </a:p>
        </p:txBody>
      </p:sp>
      <p:sp>
        <p:nvSpPr>
          <p:cNvPr id="26" name="TextBox 196">
            <a:extLst>
              <a:ext uri="{FF2B5EF4-FFF2-40B4-BE49-F238E27FC236}">
                <a16:creationId xmlns:a16="http://schemas.microsoft.com/office/drawing/2014/main" id="{C48D5E07-2DA8-4612-B00A-4C8A90947A48}"/>
              </a:ext>
            </a:extLst>
          </p:cNvPr>
          <p:cNvSpPr txBox="1"/>
          <p:nvPr userDrawn="1"/>
        </p:nvSpPr>
        <p:spPr>
          <a:xfrm>
            <a:off x="6711754" y="5293509"/>
            <a:ext cx="1107000" cy="513000"/>
          </a:xfrm>
          <a:prstGeom prst="roundRect">
            <a:avLst/>
          </a:prstGeom>
          <a:solidFill>
            <a:srgbClr val="C00000"/>
          </a:solidFill>
          <a:ln w="12700" cap="flat" cmpd="sng" algn="ctr">
            <a:noFill/>
            <a:prstDash val="solid"/>
            <a:miter lim="800000"/>
          </a:ln>
          <a:effectLst/>
        </p:spPr>
        <p:txBody>
          <a:bodyPr lIns="68564" tIns="34289" rIns="68564" bIns="34289" rtlCol="0" anchor="ctr"/>
          <a:lstStyle>
            <a:defPPr>
              <a:defRPr lang="pt-BR"/>
            </a:defPPr>
            <a:lvl1pPr lvl="0" algn="ctr" defTabSz="914400">
              <a:defRPr sz="900" b="1" kern="0">
                <a:solidFill>
                  <a:srgbClr val="FFFFFF"/>
                </a:solidFill>
                <a:latin typeface="TIM Sans Medium" pitchFamily="50" charset="0"/>
              </a:defRPr>
            </a:lvl1pPr>
          </a:lstStyle>
          <a:p>
            <a:pPr fontAlgn="auto">
              <a:spcBef>
                <a:spcPts val="0"/>
              </a:spcBef>
              <a:spcAft>
                <a:spcPts val="0"/>
              </a:spcAft>
              <a:defRPr/>
            </a:pPr>
            <a:r>
              <a:rPr lang="pt-BR" b="0">
                <a:ea typeface="ＭＳ Ｐゴシック"/>
              </a:rPr>
              <a:t>8GB + 8GB </a:t>
            </a:r>
          </a:p>
          <a:p>
            <a:pPr fontAlgn="auto">
              <a:spcBef>
                <a:spcPts val="0"/>
              </a:spcBef>
              <a:spcAft>
                <a:spcPts val="0"/>
              </a:spcAft>
              <a:defRPr/>
            </a:pPr>
            <a:r>
              <a:rPr lang="pt-BR" b="0">
                <a:ea typeface="ＭＳ Ｐゴシック"/>
              </a:rPr>
              <a:t>R$119,99</a:t>
            </a:r>
          </a:p>
          <a:p>
            <a:pPr fontAlgn="auto">
              <a:spcBef>
                <a:spcPts val="0"/>
              </a:spcBef>
              <a:spcAft>
                <a:spcPts val="0"/>
              </a:spcAft>
              <a:defRPr/>
            </a:pPr>
            <a:r>
              <a:rPr lang="pt-BR" sz="800" b="0">
                <a:ea typeface="ＭＳ Ｐゴシック"/>
              </a:rPr>
              <a:t>(+1 dep = R$39,99)</a:t>
            </a:r>
          </a:p>
        </p:txBody>
      </p:sp>
      <p:sp>
        <p:nvSpPr>
          <p:cNvPr id="27" name="TextBox 196">
            <a:extLst>
              <a:ext uri="{FF2B5EF4-FFF2-40B4-BE49-F238E27FC236}">
                <a16:creationId xmlns:a16="http://schemas.microsoft.com/office/drawing/2014/main" id="{D5D524E7-DBA8-4EEB-A967-828213C4C8A7}"/>
              </a:ext>
            </a:extLst>
          </p:cNvPr>
          <p:cNvSpPr txBox="1"/>
          <p:nvPr userDrawn="1"/>
        </p:nvSpPr>
        <p:spPr>
          <a:xfrm>
            <a:off x="6842593" y="4656390"/>
            <a:ext cx="1215000" cy="513000"/>
          </a:xfrm>
          <a:prstGeom prst="roundRect">
            <a:avLst/>
          </a:prstGeom>
          <a:solidFill>
            <a:srgbClr val="C00000"/>
          </a:solidFill>
          <a:ln w="12700" cap="flat" cmpd="sng" algn="ctr">
            <a:noFill/>
            <a:prstDash val="solid"/>
            <a:miter lim="800000"/>
          </a:ln>
          <a:effectLst/>
        </p:spPr>
        <p:txBody>
          <a:bodyPr lIns="0" tIns="34289" rIns="0" bIns="34289" rtlCol="0" anchor="ctr"/>
          <a:lstStyle>
            <a:defPPr>
              <a:defRPr lang="pt-BR"/>
            </a:defPPr>
            <a:lvl1pPr lvl="0" algn="ctr" defTabSz="914400">
              <a:defRPr sz="900" b="1" kern="0">
                <a:solidFill>
                  <a:srgbClr val="FFFFFF"/>
                </a:solidFill>
                <a:latin typeface="TIM Sans Medium" pitchFamily="50" charset="0"/>
              </a:defRPr>
            </a:lvl1pPr>
          </a:lstStyle>
          <a:p>
            <a:pPr fontAlgn="auto">
              <a:spcBef>
                <a:spcPts val="0"/>
              </a:spcBef>
              <a:spcAft>
                <a:spcPts val="0"/>
              </a:spcAft>
              <a:defRPr/>
            </a:pPr>
            <a:r>
              <a:rPr lang="pt-BR" b="0">
                <a:ea typeface="ＭＳ Ｐゴシック"/>
              </a:rPr>
              <a:t>10GB + 10GB </a:t>
            </a:r>
          </a:p>
          <a:p>
            <a:pPr fontAlgn="auto">
              <a:spcBef>
                <a:spcPts val="0"/>
              </a:spcBef>
              <a:spcAft>
                <a:spcPts val="0"/>
              </a:spcAft>
              <a:defRPr/>
            </a:pPr>
            <a:r>
              <a:rPr lang="pt-BR" b="0">
                <a:ea typeface="ＭＳ Ｐゴシック"/>
              </a:rPr>
              <a:t>R$139,99</a:t>
            </a:r>
          </a:p>
          <a:p>
            <a:pPr fontAlgn="auto">
              <a:spcBef>
                <a:spcPts val="0"/>
              </a:spcBef>
              <a:spcAft>
                <a:spcPts val="0"/>
              </a:spcAft>
              <a:defRPr/>
            </a:pPr>
            <a:r>
              <a:rPr lang="pt-BR" sz="800" b="0">
                <a:ea typeface="ＭＳ Ｐゴシック"/>
              </a:rPr>
              <a:t>(+2 dep = R$39,99/cada)</a:t>
            </a:r>
          </a:p>
        </p:txBody>
      </p:sp>
      <p:sp>
        <p:nvSpPr>
          <p:cNvPr id="28" name="TextBox 196">
            <a:extLst>
              <a:ext uri="{FF2B5EF4-FFF2-40B4-BE49-F238E27FC236}">
                <a16:creationId xmlns:a16="http://schemas.microsoft.com/office/drawing/2014/main" id="{C998D887-1CE2-466D-B5E4-A695892BBD9B}"/>
              </a:ext>
            </a:extLst>
          </p:cNvPr>
          <p:cNvSpPr txBox="1"/>
          <p:nvPr userDrawn="1"/>
        </p:nvSpPr>
        <p:spPr>
          <a:xfrm>
            <a:off x="6916539" y="3598410"/>
            <a:ext cx="1215000" cy="513000"/>
          </a:xfrm>
          <a:prstGeom prst="roundRect">
            <a:avLst/>
          </a:prstGeom>
          <a:solidFill>
            <a:srgbClr val="C00000"/>
          </a:solidFill>
          <a:ln w="12700" cap="flat" cmpd="sng" algn="ctr">
            <a:noFill/>
            <a:prstDash val="solid"/>
            <a:miter lim="800000"/>
          </a:ln>
          <a:effectLst/>
        </p:spPr>
        <p:txBody>
          <a:bodyPr lIns="0" tIns="34289" rIns="0" bIns="34289" rtlCol="0" anchor="ctr"/>
          <a:lstStyle>
            <a:defPPr>
              <a:defRPr lang="pt-BR"/>
            </a:defPPr>
            <a:lvl1pPr lvl="0" algn="ctr" defTabSz="914400">
              <a:defRPr sz="1200" b="0" kern="0">
                <a:solidFill>
                  <a:srgbClr val="FFFFFF"/>
                </a:solidFill>
                <a:latin typeface="TIM Sans Medium" pitchFamily="50" charset="0"/>
              </a:defRPr>
            </a:lvl1pPr>
          </a:lstStyle>
          <a:p>
            <a:pPr fontAlgn="auto">
              <a:spcBef>
                <a:spcPts val="0"/>
              </a:spcBef>
              <a:spcAft>
                <a:spcPts val="0"/>
              </a:spcAft>
            </a:pPr>
            <a:r>
              <a:rPr lang="pt-BR" sz="900">
                <a:ea typeface="ＭＳ Ｐゴシック"/>
              </a:rPr>
              <a:t>15GB + 15GB</a:t>
            </a:r>
          </a:p>
          <a:p>
            <a:pPr fontAlgn="auto">
              <a:spcBef>
                <a:spcPts val="0"/>
              </a:spcBef>
              <a:spcAft>
                <a:spcPts val="0"/>
              </a:spcAft>
            </a:pPr>
            <a:r>
              <a:rPr lang="pt-BR" sz="900">
                <a:ea typeface="ＭＳ Ｐゴシック"/>
              </a:rPr>
              <a:t>R$179,99</a:t>
            </a:r>
          </a:p>
          <a:p>
            <a:pPr fontAlgn="auto">
              <a:spcBef>
                <a:spcPts val="0"/>
              </a:spcBef>
              <a:spcAft>
                <a:spcPts val="0"/>
              </a:spcAft>
            </a:pPr>
            <a:r>
              <a:rPr lang="pt-BR" sz="800">
                <a:ea typeface="ＭＳ Ｐゴシック"/>
              </a:rPr>
              <a:t>(+3 dep = R$39,99/cada)</a:t>
            </a:r>
          </a:p>
        </p:txBody>
      </p:sp>
      <p:sp>
        <p:nvSpPr>
          <p:cNvPr id="29" name="TextBox 196">
            <a:extLst>
              <a:ext uri="{FF2B5EF4-FFF2-40B4-BE49-F238E27FC236}">
                <a16:creationId xmlns:a16="http://schemas.microsoft.com/office/drawing/2014/main" id="{26CFA26D-654A-4D6A-BD19-A2AEEEEBDAD6}"/>
              </a:ext>
            </a:extLst>
          </p:cNvPr>
          <p:cNvSpPr txBox="1"/>
          <p:nvPr userDrawn="1"/>
        </p:nvSpPr>
        <p:spPr>
          <a:xfrm>
            <a:off x="7058245" y="2451514"/>
            <a:ext cx="1242000" cy="513000"/>
          </a:xfrm>
          <a:prstGeom prst="roundRect">
            <a:avLst/>
          </a:prstGeom>
          <a:solidFill>
            <a:srgbClr val="C00000"/>
          </a:solidFill>
          <a:ln w="12700" cap="flat" cmpd="sng" algn="ctr">
            <a:noFill/>
            <a:prstDash val="solid"/>
            <a:miter lim="800000"/>
          </a:ln>
          <a:effectLst/>
        </p:spPr>
        <p:txBody>
          <a:bodyPr lIns="0" tIns="34289" rIns="0" bIns="34289" rtlCol="0" anchor="ctr"/>
          <a:lstStyle>
            <a:defPPr>
              <a:defRPr lang="pt-BR"/>
            </a:defPPr>
            <a:lvl1pPr lvl="0" algn="ctr" defTabSz="914400">
              <a:defRPr sz="1200" b="0" kern="0">
                <a:solidFill>
                  <a:srgbClr val="FFFFFF"/>
                </a:solidFill>
                <a:latin typeface="TIM Sans Medium" pitchFamily="50" charset="0"/>
              </a:defRPr>
            </a:lvl1pPr>
          </a:lstStyle>
          <a:p>
            <a:pPr fontAlgn="auto">
              <a:spcBef>
                <a:spcPts val="0"/>
              </a:spcBef>
              <a:spcAft>
                <a:spcPts val="0"/>
              </a:spcAft>
            </a:pPr>
            <a:r>
              <a:rPr lang="pt-BR" sz="900">
                <a:ea typeface="ＭＳ Ｐゴシック"/>
              </a:rPr>
              <a:t>50GB + 50GB</a:t>
            </a:r>
          </a:p>
          <a:p>
            <a:pPr fontAlgn="auto">
              <a:spcBef>
                <a:spcPts val="0"/>
              </a:spcBef>
              <a:spcAft>
                <a:spcPts val="0"/>
              </a:spcAft>
            </a:pPr>
            <a:r>
              <a:rPr lang="pt-BR" sz="900">
                <a:ea typeface="ＭＳ Ｐゴシック"/>
              </a:rPr>
              <a:t>R$259,99</a:t>
            </a:r>
          </a:p>
          <a:p>
            <a:pPr fontAlgn="auto">
              <a:spcBef>
                <a:spcPts val="0"/>
              </a:spcBef>
              <a:spcAft>
                <a:spcPts val="0"/>
              </a:spcAft>
            </a:pPr>
            <a:r>
              <a:rPr lang="pt-BR" sz="800">
                <a:ea typeface="ＭＳ Ｐゴシック"/>
              </a:rPr>
              <a:t>(+4 dep = R$39,99/cada)</a:t>
            </a:r>
          </a:p>
        </p:txBody>
      </p:sp>
      <p:sp>
        <p:nvSpPr>
          <p:cNvPr id="30" name="TextBox 196">
            <a:extLst>
              <a:ext uri="{FF2B5EF4-FFF2-40B4-BE49-F238E27FC236}">
                <a16:creationId xmlns:a16="http://schemas.microsoft.com/office/drawing/2014/main" id="{C11BF224-2D7E-47C3-B92E-1E50D447A86D}"/>
              </a:ext>
            </a:extLst>
          </p:cNvPr>
          <p:cNvSpPr txBox="1"/>
          <p:nvPr userDrawn="1"/>
        </p:nvSpPr>
        <p:spPr>
          <a:xfrm>
            <a:off x="7406943" y="1806167"/>
            <a:ext cx="1215000" cy="513000"/>
          </a:xfrm>
          <a:prstGeom prst="roundRect">
            <a:avLst/>
          </a:prstGeom>
          <a:solidFill>
            <a:srgbClr val="C00000"/>
          </a:solidFill>
          <a:ln w="12700" cap="flat" cmpd="sng" algn="ctr">
            <a:noFill/>
            <a:prstDash val="solid"/>
            <a:miter lim="800000"/>
          </a:ln>
          <a:effectLst/>
        </p:spPr>
        <p:txBody>
          <a:bodyPr lIns="0" tIns="34289" rIns="0" bIns="34289" rtlCol="0" anchor="ctr"/>
          <a:lstStyle>
            <a:defPPr>
              <a:defRPr lang="pt-BR"/>
            </a:defPPr>
            <a:lvl1pPr lvl="0" algn="ctr" defTabSz="914400">
              <a:defRPr sz="1200" b="0" kern="0">
                <a:solidFill>
                  <a:srgbClr val="FFFFFF"/>
                </a:solidFill>
                <a:latin typeface="TIM Sans Medium" pitchFamily="50" charset="0"/>
              </a:defRPr>
            </a:lvl1pPr>
          </a:lstStyle>
          <a:p>
            <a:pPr fontAlgn="auto">
              <a:spcBef>
                <a:spcPts val="0"/>
              </a:spcBef>
              <a:spcAft>
                <a:spcPts val="0"/>
              </a:spcAft>
            </a:pPr>
            <a:r>
              <a:rPr lang="pt-BR" sz="900">
                <a:ea typeface="ＭＳ Ｐゴシック"/>
              </a:rPr>
              <a:t>100GB + 100GB</a:t>
            </a:r>
          </a:p>
          <a:p>
            <a:pPr fontAlgn="auto">
              <a:spcBef>
                <a:spcPts val="0"/>
              </a:spcBef>
              <a:spcAft>
                <a:spcPts val="0"/>
              </a:spcAft>
            </a:pPr>
            <a:r>
              <a:rPr lang="pt-BR" sz="900">
                <a:ea typeface="ＭＳ Ｐゴシック"/>
              </a:rPr>
              <a:t>R$399,99</a:t>
            </a:r>
          </a:p>
          <a:p>
            <a:pPr fontAlgn="auto">
              <a:spcBef>
                <a:spcPts val="0"/>
              </a:spcBef>
              <a:spcAft>
                <a:spcPts val="0"/>
              </a:spcAft>
            </a:pPr>
            <a:r>
              <a:rPr lang="pt-BR" sz="800">
                <a:ea typeface="ＭＳ Ｐゴシック"/>
              </a:rPr>
              <a:t>(+5 dep = R$39,99/cada)</a:t>
            </a:r>
          </a:p>
        </p:txBody>
      </p:sp>
      <p:cxnSp>
        <p:nvCxnSpPr>
          <p:cNvPr id="31" name="Straight Connector 99">
            <a:extLst>
              <a:ext uri="{FF2B5EF4-FFF2-40B4-BE49-F238E27FC236}">
                <a16:creationId xmlns:a16="http://schemas.microsoft.com/office/drawing/2014/main" id="{C3B81766-43AA-4FC8-952A-6AE3E43DC8FA}"/>
              </a:ext>
            </a:extLst>
          </p:cNvPr>
          <p:cNvCxnSpPr/>
          <p:nvPr userDrawn="1"/>
        </p:nvCxnSpPr>
        <p:spPr>
          <a:xfrm>
            <a:off x="8914367" y="1862538"/>
            <a:ext cx="0" cy="4050000"/>
          </a:xfrm>
          <a:prstGeom prst="line">
            <a:avLst/>
          </a:prstGeom>
          <a:noFill/>
          <a:ln w="6350" cap="flat" cmpd="sng" algn="ctr">
            <a:solidFill>
              <a:schemeClr val="accent6"/>
            </a:solidFill>
            <a:prstDash val="solid"/>
            <a:miter lim="800000"/>
            <a:headEnd type="triangle" w="med" len="med"/>
            <a:tailEnd type="triangle" w="med" len="med"/>
          </a:ln>
          <a:effectLst/>
        </p:spPr>
      </p:cxnSp>
      <p:sp>
        <p:nvSpPr>
          <p:cNvPr id="33" name="TextBox 196">
            <a:extLst>
              <a:ext uri="{FF2B5EF4-FFF2-40B4-BE49-F238E27FC236}">
                <a16:creationId xmlns:a16="http://schemas.microsoft.com/office/drawing/2014/main" id="{FB4C02DA-0385-4820-8A8E-9F415870F3CF}"/>
              </a:ext>
            </a:extLst>
          </p:cNvPr>
          <p:cNvSpPr txBox="1"/>
          <p:nvPr userDrawn="1"/>
        </p:nvSpPr>
        <p:spPr>
          <a:xfrm rot="16200000">
            <a:off x="8615497" y="3789437"/>
            <a:ext cx="597751" cy="196205"/>
          </a:xfrm>
          <a:prstGeom prst="rect">
            <a:avLst/>
          </a:prstGeom>
          <a:solidFill>
            <a:schemeClr val="bg1"/>
          </a:solidFill>
        </p:spPr>
        <p:txBody>
          <a:bodyPr wrap="none" lIns="68564" tIns="34289" rIns="68564" bIns="34289" rtlCol="0">
            <a:spAutoFit/>
          </a:bodyPr>
          <a:lstStyle/>
          <a:p>
            <a:pPr defTabSz="685579" fontAlgn="auto">
              <a:spcBef>
                <a:spcPts val="0"/>
              </a:spcBef>
              <a:spcAft>
                <a:spcPts val="0"/>
              </a:spcAft>
              <a:defRPr/>
            </a:pPr>
            <a:r>
              <a:rPr lang="pt-BR" sz="800" kern="0">
                <a:solidFill>
                  <a:srgbClr val="E37222"/>
                </a:solidFill>
                <a:latin typeface="TIM Sans Medium" pitchFamily="50" charset="0"/>
                <a:ea typeface="ＭＳ Ｐゴシック"/>
              </a:rPr>
              <a:t>Pós-Pago</a:t>
            </a:r>
          </a:p>
        </p:txBody>
      </p:sp>
      <p:pic>
        <p:nvPicPr>
          <p:cNvPr id="34" name="Picture 102">
            <a:extLst>
              <a:ext uri="{FF2B5EF4-FFF2-40B4-BE49-F238E27FC236}">
                <a16:creationId xmlns:a16="http://schemas.microsoft.com/office/drawing/2014/main" id="{39C5B934-458F-44FB-85FB-0D4AFC129EA9}"/>
              </a:ext>
            </a:extLst>
          </p:cNvPr>
          <p:cNvPicPr>
            <a:picLocks noChangeAspect="1"/>
          </p:cNvPicPr>
          <p:nvPr userDrawn="1"/>
        </p:nvPicPr>
        <p:blipFill>
          <a:blip r:embed="rId7" cstate="print">
            <a:extLst>
              <a:ext uri="{28A0092B-C50C-407E-A947-70E740481C1C}">
                <a14:useLocalDpi xmlns:a14="http://schemas.microsoft.com/office/drawing/2010/main" val="0"/>
              </a:ext>
            </a:extLst>
          </a:blip>
          <a:stretch>
            <a:fillRect/>
          </a:stretch>
        </p:blipFill>
        <p:spPr>
          <a:xfrm>
            <a:off x="9485231" y="1361301"/>
            <a:ext cx="380951" cy="332738"/>
          </a:xfrm>
          <a:prstGeom prst="rect">
            <a:avLst/>
          </a:prstGeom>
        </p:spPr>
      </p:pic>
      <p:sp>
        <p:nvSpPr>
          <p:cNvPr id="35" name="TextBox 196">
            <a:extLst>
              <a:ext uri="{FF2B5EF4-FFF2-40B4-BE49-F238E27FC236}">
                <a16:creationId xmlns:a16="http://schemas.microsoft.com/office/drawing/2014/main" id="{79F26676-360D-4796-A955-70A50C979B5F}"/>
              </a:ext>
            </a:extLst>
          </p:cNvPr>
          <p:cNvSpPr txBox="1"/>
          <p:nvPr userDrawn="1"/>
        </p:nvSpPr>
        <p:spPr>
          <a:xfrm>
            <a:off x="9162701" y="2339089"/>
            <a:ext cx="1080000" cy="513000"/>
          </a:xfrm>
          <a:prstGeom prst="roundRect">
            <a:avLst/>
          </a:prstGeom>
          <a:solidFill>
            <a:schemeClr val="accent6"/>
          </a:solidFill>
          <a:ln w="12700" cap="flat" cmpd="sng" algn="ctr">
            <a:noFill/>
            <a:prstDash val="solid"/>
            <a:miter lim="800000"/>
          </a:ln>
          <a:effectLst/>
        </p:spPr>
        <p:txBody>
          <a:bodyPr lIns="0" tIns="34289" rIns="0" bIns="34289" rtlCol="0" anchor="ctr"/>
          <a:lstStyle>
            <a:defPPr>
              <a:defRPr lang="pt-BR"/>
            </a:defPPr>
            <a:lvl1pPr lvl="0" algn="ctr" defTabSz="914400">
              <a:defRPr sz="900" b="1" kern="0">
                <a:solidFill>
                  <a:srgbClr val="FFFFFF"/>
                </a:solidFill>
                <a:latin typeface="TIM Sans Medium" pitchFamily="50" charset="0"/>
              </a:defRPr>
            </a:lvl1pPr>
          </a:lstStyle>
          <a:p>
            <a:pPr fontAlgn="auto">
              <a:spcBef>
                <a:spcPts val="0"/>
              </a:spcBef>
              <a:spcAft>
                <a:spcPts val="0"/>
              </a:spcAft>
              <a:defRPr/>
            </a:pPr>
            <a:r>
              <a:rPr lang="pt-BR" b="0">
                <a:ea typeface="ＭＳ Ｐゴシック"/>
              </a:rPr>
              <a:t>100GB</a:t>
            </a:r>
          </a:p>
          <a:p>
            <a:pPr fontAlgn="auto">
              <a:spcBef>
                <a:spcPts val="0"/>
              </a:spcBef>
              <a:spcAft>
                <a:spcPts val="0"/>
              </a:spcAft>
              <a:defRPr/>
            </a:pPr>
            <a:r>
              <a:rPr lang="pt-BR" b="0">
                <a:ea typeface="ＭＳ Ｐゴシック"/>
              </a:rPr>
              <a:t>R$129,90</a:t>
            </a:r>
          </a:p>
          <a:p>
            <a:pPr fontAlgn="auto">
              <a:spcBef>
                <a:spcPts val="0"/>
              </a:spcBef>
              <a:spcAft>
                <a:spcPts val="0"/>
              </a:spcAft>
              <a:defRPr/>
            </a:pPr>
            <a:r>
              <a:rPr lang="pt-BR" sz="800" b="0">
                <a:ea typeface="ＭＳ Ｐゴシック"/>
              </a:rPr>
              <a:t>(+4 dep = R$35/cada)</a:t>
            </a:r>
          </a:p>
        </p:txBody>
      </p:sp>
      <p:sp>
        <p:nvSpPr>
          <p:cNvPr id="36" name="Rectangle: Rounded Corners 135">
            <a:extLst>
              <a:ext uri="{FF2B5EF4-FFF2-40B4-BE49-F238E27FC236}">
                <a16:creationId xmlns:a16="http://schemas.microsoft.com/office/drawing/2014/main" id="{4E33B54E-46B7-4AF7-8B9D-D43AD7F76C5A}"/>
              </a:ext>
            </a:extLst>
          </p:cNvPr>
          <p:cNvSpPr/>
          <p:nvPr userDrawn="1"/>
        </p:nvSpPr>
        <p:spPr>
          <a:xfrm>
            <a:off x="4093494" y="4954318"/>
            <a:ext cx="1107000" cy="405000"/>
          </a:xfrm>
          <a:prstGeom prst="roundRect">
            <a:avLst/>
          </a:prstGeom>
          <a:solidFill>
            <a:srgbClr val="7030A0"/>
          </a:solidFill>
          <a:ln w="12700" cap="flat" cmpd="sng" algn="ctr">
            <a:noFill/>
            <a:prstDash val="solid"/>
            <a:miter lim="800000"/>
          </a:ln>
          <a:effectLst/>
        </p:spPr>
        <p:txBody>
          <a:bodyPr lIns="0" tIns="34289" rIns="0" bIns="34289" rtlCol="0" anchor="ctr"/>
          <a:lstStyle/>
          <a:p>
            <a:pPr algn="ctr" defTabSz="685647" fontAlgn="auto">
              <a:spcBef>
                <a:spcPts val="0"/>
              </a:spcBef>
              <a:spcAft>
                <a:spcPts val="0"/>
              </a:spcAft>
              <a:defRPr/>
            </a:pPr>
            <a:r>
              <a:rPr lang="pt-BR" sz="900" kern="0">
                <a:solidFill>
                  <a:srgbClr val="FFFFFF"/>
                </a:solidFill>
                <a:latin typeface="TIM Sans Medium" pitchFamily="50" charset="0"/>
                <a:ea typeface="ＭＳ Ｐゴシック"/>
              </a:rPr>
              <a:t>16GB + 10GB </a:t>
            </a:r>
            <a:r>
              <a:rPr lang="pt-BR" sz="700" kern="0">
                <a:solidFill>
                  <a:srgbClr val="FFFFFF"/>
                </a:solidFill>
                <a:latin typeface="TIM Sans Medium" pitchFamily="50" charset="0"/>
                <a:ea typeface="ＭＳ Ｐゴシック"/>
              </a:rPr>
              <a:t>(bônus)</a:t>
            </a:r>
            <a:endParaRPr lang="pt-BR" sz="800" kern="0">
              <a:solidFill>
                <a:srgbClr val="FFFFFF"/>
              </a:solidFill>
              <a:latin typeface="TIM Sans Medium" pitchFamily="50" charset="0"/>
              <a:ea typeface="ＭＳ Ｐゴシック"/>
            </a:endParaRPr>
          </a:p>
          <a:p>
            <a:pPr algn="ctr" defTabSz="685647" fontAlgn="auto">
              <a:spcBef>
                <a:spcPts val="0"/>
              </a:spcBef>
              <a:spcAft>
                <a:spcPts val="0"/>
              </a:spcAft>
              <a:defRPr/>
            </a:pPr>
            <a:r>
              <a:rPr lang="pt-BR" sz="900" kern="0">
                <a:solidFill>
                  <a:srgbClr val="FFFFFF"/>
                </a:solidFill>
                <a:latin typeface="TIM Sans Medium" pitchFamily="50" charset="0"/>
                <a:ea typeface="ＭＳ Ｐゴシック"/>
              </a:rPr>
              <a:t> R$129,99</a:t>
            </a:r>
          </a:p>
        </p:txBody>
      </p:sp>
      <p:sp>
        <p:nvSpPr>
          <p:cNvPr id="37" name="Rectangle: Rounded Corners 137">
            <a:extLst>
              <a:ext uri="{FF2B5EF4-FFF2-40B4-BE49-F238E27FC236}">
                <a16:creationId xmlns:a16="http://schemas.microsoft.com/office/drawing/2014/main" id="{2E023603-EC9C-4C52-9ACC-44CF132F8235}"/>
              </a:ext>
            </a:extLst>
          </p:cNvPr>
          <p:cNvSpPr/>
          <p:nvPr userDrawn="1"/>
        </p:nvSpPr>
        <p:spPr>
          <a:xfrm>
            <a:off x="4231782" y="3261943"/>
            <a:ext cx="1107000" cy="459000"/>
          </a:xfrm>
          <a:prstGeom prst="roundRect">
            <a:avLst/>
          </a:prstGeom>
          <a:solidFill>
            <a:srgbClr val="7030A0"/>
          </a:solidFill>
          <a:ln w="12700" cap="flat" cmpd="sng" algn="ctr">
            <a:noFill/>
            <a:prstDash val="solid"/>
            <a:miter lim="800000"/>
          </a:ln>
          <a:effectLst/>
        </p:spPr>
        <p:txBody>
          <a:bodyPr lIns="0" tIns="34289" rIns="0" bIns="34289" rtlCol="0" anchor="ctr"/>
          <a:lstStyle/>
          <a:p>
            <a:pPr algn="ctr" defTabSz="685647" fontAlgn="auto">
              <a:spcBef>
                <a:spcPts val="0"/>
              </a:spcBef>
              <a:spcAft>
                <a:spcPts val="0"/>
              </a:spcAft>
              <a:defRPr/>
            </a:pPr>
            <a:r>
              <a:rPr lang="pt-BR" sz="900" kern="0">
                <a:solidFill>
                  <a:srgbClr val="FFFFFF"/>
                </a:solidFill>
                <a:latin typeface="TIM Sans Medium" pitchFamily="50" charset="0"/>
                <a:ea typeface="ＭＳ Ｐゴシック"/>
              </a:rPr>
              <a:t>30GB + 10GB </a:t>
            </a:r>
            <a:r>
              <a:rPr lang="pt-BR" sz="700" kern="0">
                <a:solidFill>
                  <a:srgbClr val="FFFFFF"/>
                </a:solidFill>
                <a:latin typeface="TIM Sans Medium" pitchFamily="50" charset="0"/>
                <a:ea typeface="ＭＳ Ｐゴシック"/>
              </a:rPr>
              <a:t>(bônus)</a:t>
            </a:r>
            <a:endParaRPr lang="pt-BR" sz="800" kern="0">
              <a:solidFill>
                <a:srgbClr val="FFFFFF"/>
              </a:solidFill>
              <a:latin typeface="TIM Sans Medium" pitchFamily="50" charset="0"/>
              <a:ea typeface="ＭＳ Ｐゴシック"/>
            </a:endParaRPr>
          </a:p>
          <a:p>
            <a:pPr algn="ctr" defTabSz="685647" fontAlgn="auto">
              <a:spcBef>
                <a:spcPts val="0"/>
              </a:spcBef>
              <a:spcAft>
                <a:spcPts val="0"/>
              </a:spcAft>
            </a:pPr>
            <a:r>
              <a:rPr lang="pt-BR" sz="900" kern="0">
                <a:solidFill>
                  <a:srgbClr val="FFFFFF"/>
                </a:solidFill>
                <a:latin typeface="TIM Sans Medium" pitchFamily="50" charset="0"/>
                <a:ea typeface="ＭＳ Ｐゴシック"/>
              </a:rPr>
              <a:t> R$189,99</a:t>
            </a:r>
          </a:p>
        </p:txBody>
      </p:sp>
      <p:sp>
        <p:nvSpPr>
          <p:cNvPr id="38" name="TextBox 196">
            <a:extLst>
              <a:ext uri="{FF2B5EF4-FFF2-40B4-BE49-F238E27FC236}">
                <a16:creationId xmlns:a16="http://schemas.microsoft.com/office/drawing/2014/main" id="{40DDF11A-6B80-411F-AF23-460687AB960D}"/>
              </a:ext>
            </a:extLst>
          </p:cNvPr>
          <p:cNvSpPr txBox="1"/>
          <p:nvPr userDrawn="1"/>
        </p:nvSpPr>
        <p:spPr>
          <a:xfrm>
            <a:off x="1450478" y="2417032"/>
            <a:ext cx="327646" cy="161581"/>
          </a:xfrm>
          <a:prstGeom prst="rect">
            <a:avLst/>
          </a:prstGeom>
          <a:solidFill>
            <a:schemeClr val="bg1"/>
          </a:solidFill>
        </p:spPr>
        <p:txBody>
          <a:bodyPr wrap="none" lIns="68564" tIns="34289" rIns="68564" bIns="34289" rtlCol="0">
            <a:spAutoFit/>
          </a:bodyPr>
          <a:lstStyle/>
          <a:p>
            <a:pPr algn="ctr" defTabSz="685562" fontAlgn="auto">
              <a:spcBef>
                <a:spcPts val="0"/>
              </a:spcBef>
              <a:spcAft>
                <a:spcPts val="0"/>
              </a:spcAft>
              <a:defRPr/>
            </a:pPr>
            <a:r>
              <a:rPr lang="pt-BR" sz="600" u="sng" kern="0">
                <a:solidFill>
                  <a:srgbClr val="FFFFFF">
                    <a:lumMod val="65000"/>
                  </a:srgbClr>
                </a:solidFill>
                <a:latin typeface="TIM Sans Medium" pitchFamily="50" charset="0"/>
                <a:ea typeface="ＭＳ Ｐゴシック"/>
              </a:rPr>
              <a:t>HIGH</a:t>
            </a:r>
          </a:p>
        </p:txBody>
      </p:sp>
      <p:sp>
        <p:nvSpPr>
          <p:cNvPr id="39" name="TextBox 196">
            <a:extLst>
              <a:ext uri="{FF2B5EF4-FFF2-40B4-BE49-F238E27FC236}">
                <a16:creationId xmlns:a16="http://schemas.microsoft.com/office/drawing/2014/main" id="{C3AEBCAC-7D9A-4DA9-A577-FACAD80CC0C3}"/>
              </a:ext>
            </a:extLst>
          </p:cNvPr>
          <p:cNvSpPr txBox="1"/>
          <p:nvPr userDrawn="1"/>
        </p:nvSpPr>
        <p:spPr>
          <a:xfrm>
            <a:off x="1450479" y="3941797"/>
            <a:ext cx="447871" cy="161581"/>
          </a:xfrm>
          <a:prstGeom prst="rect">
            <a:avLst/>
          </a:prstGeom>
          <a:solidFill>
            <a:schemeClr val="bg1"/>
          </a:solidFill>
        </p:spPr>
        <p:txBody>
          <a:bodyPr wrap="none" lIns="68564" tIns="34289" rIns="68564" bIns="34289" rtlCol="0">
            <a:spAutoFit/>
          </a:bodyPr>
          <a:lstStyle/>
          <a:p>
            <a:pPr algn="ctr" defTabSz="685562" fontAlgn="auto">
              <a:spcBef>
                <a:spcPts val="0"/>
              </a:spcBef>
              <a:spcAft>
                <a:spcPts val="0"/>
              </a:spcAft>
              <a:defRPr/>
            </a:pPr>
            <a:r>
              <a:rPr lang="pt-BR" sz="600" u="sng" kern="0">
                <a:solidFill>
                  <a:srgbClr val="FFFFFF">
                    <a:lumMod val="65000"/>
                  </a:srgbClr>
                </a:solidFill>
                <a:latin typeface="TIM Sans Medium" pitchFamily="50" charset="0"/>
                <a:ea typeface="ＭＳ Ｐゴシック"/>
              </a:rPr>
              <a:t>MEDIUM</a:t>
            </a:r>
          </a:p>
        </p:txBody>
      </p:sp>
      <p:sp>
        <p:nvSpPr>
          <p:cNvPr id="40" name="TextBox 196">
            <a:extLst>
              <a:ext uri="{FF2B5EF4-FFF2-40B4-BE49-F238E27FC236}">
                <a16:creationId xmlns:a16="http://schemas.microsoft.com/office/drawing/2014/main" id="{E3BE67AC-C787-415F-A79B-F7BD6381572B}"/>
              </a:ext>
            </a:extLst>
          </p:cNvPr>
          <p:cNvSpPr txBox="1"/>
          <p:nvPr userDrawn="1"/>
        </p:nvSpPr>
        <p:spPr>
          <a:xfrm>
            <a:off x="1450479" y="5293513"/>
            <a:ext cx="318029" cy="161581"/>
          </a:xfrm>
          <a:prstGeom prst="rect">
            <a:avLst/>
          </a:prstGeom>
          <a:solidFill>
            <a:schemeClr val="bg1"/>
          </a:solidFill>
        </p:spPr>
        <p:txBody>
          <a:bodyPr wrap="none" lIns="68564" tIns="34289" rIns="68564" bIns="34289" rtlCol="0">
            <a:spAutoFit/>
          </a:bodyPr>
          <a:lstStyle/>
          <a:p>
            <a:pPr algn="ctr" defTabSz="685562" fontAlgn="auto">
              <a:spcBef>
                <a:spcPts val="0"/>
              </a:spcBef>
              <a:spcAft>
                <a:spcPts val="0"/>
              </a:spcAft>
              <a:defRPr/>
            </a:pPr>
            <a:r>
              <a:rPr lang="pt-BR" sz="600" u="sng" kern="0">
                <a:solidFill>
                  <a:srgbClr val="FFFFFF">
                    <a:lumMod val="65000"/>
                  </a:srgbClr>
                </a:solidFill>
                <a:latin typeface="TIM Sans Medium" pitchFamily="50" charset="0"/>
                <a:ea typeface="ＭＳ Ｐゴシック"/>
              </a:rPr>
              <a:t>LOW</a:t>
            </a:r>
          </a:p>
        </p:txBody>
      </p:sp>
      <p:sp>
        <p:nvSpPr>
          <p:cNvPr id="41" name="TextBox 196">
            <a:extLst>
              <a:ext uri="{FF2B5EF4-FFF2-40B4-BE49-F238E27FC236}">
                <a16:creationId xmlns:a16="http://schemas.microsoft.com/office/drawing/2014/main" id="{59392464-E4CB-49A5-892A-AF106B18DC47}"/>
              </a:ext>
            </a:extLst>
          </p:cNvPr>
          <p:cNvSpPr txBox="1"/>
          <p:nvPr userDrawn="1"/>
        </p:nvSpPr>
        <p:spPr>
          <a:xfrm>
            <a:off x="2627414" y="1780648"/>
            <a:ext cx="945000" cy="459000"/>
          </a:xfrm>
          <a:prstGeom prst="roundRect">
            <a:avLst/>
          </a:prstGeom>
          <a:solidFill>
            <a:srgbClr val="004691"/>
          </a:solidFill>
          <a:ln w="12700" cap="flat" cmpd="sng" algn="ctr">
            <a:noFill/>
            <a:prstDash val="solid"/>
            <a:miter lim="800000"/>
          </a:ln>
          <a:effectLst/>
        </p:spPr>
        <p:txBody>
          <a:bodyPr lIns="68564" tIns="34289" rIns="68564" bIns="34289" rtlCol="0" anchor="ctr"/>
          <a:lstStyle>
            <a:defPPr>
              <a:defRPr lang="pt-BR"/>
            </a:defPPr>
            <a:lvl1pPr lvl="0" algn="ctr" defTabSz="914400">
              <a:defRPr sz="1200" b="0" kern="0">
                <a:solidFill>
                  <a:srgbClr val="FFFFFF"/>
                </a:solidFill>
                <a:latin typeface="TIM Sans Medium" pitchFamily="50" charset="0"/>
              </a:defRPr>
            </a:lvl1pPr>
          </a:lstStyle>
          <a:p>
            <a:pPr fontAlgn="auto">
              <a:spcBef>
                <a:spcPts val="0"/>
              </a:spcBef>
              <a:spcAft>
                <a:spcPts val="0"/>
              </a:spcAft>
            </a:pPr>
            <a:r>
              <a:rPr lang="pt-BR" sz="900">
                <a:ea typeface="ＭＳ Ｐゴシック"/>
              </a:rPr>
              <a:t>100GB</a:t>
            </a:r>
          </a:p>
          <a:p>
            <a:pPr fontAlgn="auto">
              <a:spcBef>
                <a:spcPts val="0"/>
              </a:spcBef>
              <a:spcAft>
                <a:spcPts val="0"/>
              </a:spcAft>
            </a:pPr>
            <a:r>
              <a:rPr lang="pt-BR" sz="900">
                <a:ea typeface="ＭＳ Ｐゴシック"/>
              </a:rPr>
              <a:t>R$319,99</a:t>
            </a:r>
          </a:p>
          <a:p>
            <a:pPr fontAlgn="auto">
              <a:spcBef>
                <a:spcPts val="0"/>
              </a:spcBef>
              <a:spcAft>
                <a:spcPts val="0"/>
              </a:spcAft>
            </a:pPr>
            <a:r>
              <a:rPr lang="pt-BR" sz="800">
                <a:ea typeface="ＭＳ Ｐゴシック"/>
              </a:rPr>
              <a:t>(+3 dep)</a:t>
            </a:r>
          </a:p>
        </p:txBody>
      </p:sp>
      <p:sp>
        <p:nvSpPr>
          <p:cNvPr id="42" name="TextBox 196">
            <a:extLst>
              <a:ext uri="{FF2B5EF4-FFF2-40B4-BE49-F238E27FC236}">
                <a16:creationId xmlns:a16="http://schemas.microsoft.com/office/drawing/2014/main" id="{07C40BB2-A896-408A-93C7-AECCABB1B9FE}"/>
              </a:ext>
            </a:extLst>
          </p:cNvPr>
          <p:cNvSpPr txBox="1"/>
          <p:nvPr userDrawn="1"/>
        </p:nvSpPr>
        <p:spPr>
          <a:xfrm>
            <a:off x="2444493" y="2940150"/>
            <a:ext cx="945000" cy="459000"/>
          </a:xfrm>
          <a:prstGeom prst="roundRect">
            <a:avLst/>
          </a:prstGeom>
          <a:solidFill>
            <a:srgbClr val="004691"/>
          </a:solidFill>
          <a:ln w="12700" cap="flat" cmpd="sng" algn="ctr">
            <a:noFill/>
            <a:prstDash val="solid"/>
            <a:miter lim="800000"/>
          </a:ln>
          <a:effectLst/>
        </p:spPr>
        <p:txBody>
          <a:bodyPr lIns="68564" tIns="34289" rIns="68564" bIns="34289" rtlCol="0" anchor="ctr"/>
          <a:lstStyle>
            <a:defPPr>
              <a:defRPr lang="pt-BR"/>
            </a:defPPr>
            <a:lvl1pPr lvl="0" algn="ctr" defTabSz="914400">
              <a:defRPr sz="1200" b="0" kern="0">
                <a:solidFill>
                  <a:srgbClr val="FFFFFF"/>
                </a:solidFill>
                <a:latin typeface="TIM Sans Medium" pitchFamily="50" charset="0"/>
              </a:defRPr>
            </a:lvl1pPr>
          </a:lstStyle>
          <a:p>
            <a:pPr fontAlgn="auto">
              <a:spcBef>
                <a:spcPts val="0"/>
              </a:spcBef>
              <a:spcAft>
                <a:spcPts val="0"/>
              </a:spcAft>
            </a:pPr>
            <a:r>
              <a:rPr lang="pt-BR" sz="900">
                <a:ea typeface="ＭＳ Ｐゴシック"/>
              </a:rPr>
              <a:t>30GB</a:t>
            </a:r>
          </a:p>
          <a:p>
            <a:pPr fontAlgn="auto">
              <a:spcBef>
                <a:spcPts val="0"/>
              </a:spcBef>
              <a:spcAft>
                <a:spcPts val="0"/>
              </a:spcAft>
            </a:pPr>
            <a:r>
              <a:rPr lang="pt-BR" sz="900">
                <a:ea typeface="ＭＳ Ｐゴシック"/>
              </a:rPr>
              <a:t>R$199,99</a:t>
            </a:r>
          </a:p>
          <a:p>
            <a:pPr fontAlgn="auto">
              <a:spcBef>
                <a:spcPts val="0"/>
              </a:spcBef>
              <a:spcAft>
                <a:spcPts val="0"/>
              </a:spcAft>
            </a:pPr>
            <a:r>
              <a:rPr lang="pt-BR" sz="800">
                <a:ea typeface="ＭＳ Ｐゴシック"/>
              </a:rPr>
              <a:t>(+1 dep)</a:t>
            </a:r>
          </a:p>
        </p:txBody>
      </p:sp>
      <p:sp>
        <p:nvSpPr>
          <p:cNvPr id="43" name="TextBox 196">
            <a:extLst>
              <a:ext uri="{FF2B5EF4-FFF2-40B4-BE49-F238E27FC236}">
                <a16:creationId xmlns:a16="http://schemas.microsoft.com/office/drawing/2014/main" id="{058CFA84-DBC3-4239-B40D-6208827AB7A6}"/>
              </a:ext>
            </a:extLst>
          </p:cNvPr>
          <p:cNvSpPr txBox="1"/>
          <p:nvPr userDrawn="1"/>
        </p:nvSpPr>
        <p:spPr>
          <a:xfrm>
            <a:off x="2542523" y="2307979"/>
            <a:ext cx="945000" cy="459000"/>
          </a:xfrm>
          <a:prstGeom prst="roundRect">
            <a:avLst/>
          </a:prstGeom>
          <a:solidFill>
            <a:srgbClr val="004691"/>
          </a:solidFill>
          <a:ln w="12700" cap="flat" cmpd="sng" algn="ctr">
            <a:noFill/>
            <a:prstDash val="solid"/>
            <a:miter lim="800000"/>
          </a:ln>
          <a:effectLst/>
        </p:spPr>
        <p:txBody>
          <a:bodyPr lIns="68564" tIns="34289" rIns="68564" bIns="34289" rtlCol="0" anchor="ctr"/>
          <a:lstStyle>
            <a:defPPr>
              <a:defRPr lang="pt-BR"/>
            </a:defPPr>
            <a:lvl1pPr lvl="0" algn="ctr" defTabSz="914400">
              <a:defRPr sz="1200" b="0" kern="0">
                <a:solidFill>
                  <a:srgbClr val="FFFFFF"/>
                </a:solidFill>
                <a:latin typeface="TIM Sans Medium" pitchFamily="50" charset="0"/>
              </a:defRPr>
            </a:lvl1pPr>
          </a:lstStyle>
          <a:p>
            <a:pPr fontAlgn="auto">
              <a:spcBef>
                <a:spcPts val="0"/>
              </a:spcBef>
              <a:spcAft>
                <a:spcPts val="0"/>
              </a:spcAft>
            </a:pPr>
            <a:r>
              <a:rPr lang="pt-BR" sz="900">
                <a:ea typeface="ＭＳ Ｐゴシック"/>
              </a:rPr>
              <a:t>60GB</a:t>
            </a:r>
          </a:p>
          <a:p>
            <a:pPr fontAlgn="auto">
              <a:spcBef>
                <a:spcPts val="0"/>
              </a:spcBef>
              <a:spcAft>
                <a:spcPts val="0"/>
              </a:spcAft>
            </a:pPr>
            <a:r>
              <a:rPr lang="pt-BR" sz="900">
                <a:ea typeface="ＭＳ Ｐゴシック"/>
              </a:rPr>
              <a:t>R$269,99</a:t>
            </a:r>
          </a:p>
          <a:p>
            <a:pPr fontAlgn="auto">
              <a:spcBef>
                <a:spcPts val="0"/>
              </a:spcBef>
              <a:spcAft>
                <a:spcPts val="0"/>
              </a:spcAft>
            </a:pPr>
            <a:r>
              <a:rPr lang="pt-BR" sz="800">
                <a:ea typeface="ＭＳ Ｐゴシック"/>
              </a:rPr>
              <a:t>(+2 dep)</a:t>
            </a:r>
          </a:p>
        </p:txBody>
      </p:sp>
      <p:sp>
        <p:nvSpPr>
          <p:cNvPr id="44" name="Rectangle: Rounded Corners 139">
            <a:extLst>
              <a:ext uri="{FF2B5EF4-FFF2-40B4-BE49-F238E27FC236}">
                <a16:creationId xmlns:a16="http://schemas.microsoft.com/office/drawing/2014/main" id="{0ACF803E-8D2B-4104-BC12-00B255CB55FE}"/>
              </a:ext>
            </a:extLst>
          </p:cNvPr>
          <p:cNvSpPr/>
          <p:nvPr userDrawn="1"/>
        </p:nvSpPr>
        <p:spPr>
          <a:xfrm>
            <a:off x="4089093" y="4281444"/>
            <a:ext cx="1251767" cy="459000"/>
          </a:xfrm>
          <a:prstGeom prst="roundRect">
            <a:avLst/>
          </a:prstGeom>
          <a:solidFill>
            <a:srgbClr val="7030A0"/>
          </a:solidFill>
          <a:ln w="12700" cap="flat" cmpd="sng" algn="ctr">
            <a:noFill/>
            <a:prstDash val="solid"/>
            <a:miter lim="800000"/>
          </a:ln>
          <a:effectLst/>
        </p:spPr>
        <p:txBody>
          <a:bodyPr lIns="68564" tIns="34289" rIns="68564" bIns="34289" rtlCol="0" anchor="ctr"/>
          <a:lstStyle/>
          <a:p>
            <a:pPr algn="ctr" defTabSz="685647" fontAlgn="auto">
              <a:spcBef>
                <a:spcPts val="0"/>
              </a:spcBef>
              <a:spcAft>
                <a:spcPts val="0"/>
              </a:spcAft>
              <a:defRPr/>
            </a:pPr>
            <a:endParaRPr lang="pt-BR" sz="900" kern="0">
              <a:solidFill>
                <a:srgbClr val="FFFFFF"/>
              </a:solidFill>
              <a:latin typeface="TIM Sans Medium" pitchFamily="50" charset="0"/>
              <a:ea typeface="ＭＳ Ｐゴシック"/>
            </a:endParaRPr>
          </a:p>
        </p:txBody>
      </p:sp>
      <p:sp>
        <p:nvSpPr>
          <p:cNvPr id="45" name="Rectangle: Rounded Corners 163">
            <a:extLst>
              <a:ext uri="{FF2B5EF4-FFF2-40B4-BE49-F238E27FC236}">
                <a16:creationId xmlns:a16="http://schemas.microsoft.com/office/drawing/2014/main" id="{F4BEFDA5-EDDC-49E7-B0C6-6D7F4B196B18}"/>
              </a:ext>
            </a:extLst>
          </p:cNvPr>
          <p:cNvSpPr/>
          <p:nvPr userDrawn="1"/>
        </p:nvSpPr>
        <p:spPr>
          <a:xfrm>
            <a:off x="4181757" y="3777526"/>
            <a:ext cx="1161000" cy="459000"/>
          </a:xfrm>
          <a:prstGeom prst="roundRect">
            <a:avLst/>
          </a:prstGeom>
          <a:solidFill>
            <a:srgbClr val="7030A0"/>
          </a:solidFill>
          <a:ln w="12700" cap="flat" cmpd="sng" algn="ctr">
            <a:noFill/>
            <a:prstDash val="solid"/>
            <a:miter lim="800000"/>
          </a:ln>
          <a:effectLst/>
        </p:spPr>
        <p:txBody>
          <a:bodyPr lIns="68564" tIns="34289" rIns="68564" bIns="34289" rtlCol="0" anchor="ctr"/>
          <a:lstStyle/>
          <a:p>
            <a:pPr algn="ctr" defTabSz="685647" fontAlgn="auto">
              <a:spcBef>
                <a:spcPts val="0"/>
              </a:spcBef>
              <a:spcAft>
                <a:spcPts val="0"/>
              </a:spcAft>
              <a:defRPr/>
            </a:pPr>
            <a:r>
              <a:rPr lang="pt-BR" sz="900" kern="0">
                <a:solidFill>
                  <a:srgbClr val="FFFFFF"/>
                </a:solidFill>
                <a:latin typeface="TIM Sans Medium" pitchFamily="50" charset="0"/>
                <a:ea typeface="ＭＳ Ｐゴシック"/>
              </a:rPr>
              <a:t>25GB + 25GB + 10GB </a:t>
            </a:r>
            <a:r>
              <a:rPr lang="pt-BR" sz="700" kern="0">
                <a:solidFill>
                  <a:srgbClr val="FFFFFF"/>
                </a:solidFill>
                <a:latin typeface="TIM Sans Medium" pitchFamily="50" charset="0"/>
                <a:ea typeface="ＭＳ Ｐゴシック"/>
              </a:rPr>
              <a:t>(bônus)</a:t>
            </a:r>
            <a:endParaRPr lang="pt-BR" sz="800" kern="0">
              <a:solidFill>
                <a:srgbClr val="FFFFFF"/>
              </a:solidFill>
              <a:latin typeface="TIM Sans Medium" pitchFamily="50" charset="0"/>
              <a:ea typeface="ＭＳ Ｐゴシック"/>
            </a:endParaRPr>
          </a:p>
          <a:p>
            <a:pPr algn="ctr" defTabSz="685647" fontAlgn="auto">
              <a:spcBef>
                <a:spcPts val="0"/>
              </a:spcBef>
              <a:spcAft>
                <a:spcPts val="0"/>
              </a:spcAft>
            </a:pPr>
            <a:r>
              <a:rPr lang="pt-BR" sz="900" kern="0">
                <a:solidFill>
                  <a:srgbClr val="FFFFFF"/>
                </a:solidFill>
                <a:latin typeface="TIM Sans Medium" pitchFamily="50" charset="0"/>
                <a:ea typeface="ＭＳ Ｐゴシック"/>
              </a:rPr>
              <a:t>R$164,99</a:t>
            </a:r>
          </a:p>
        </p:txBody>
      </p:sp>
      <p:sp>
        <p:nvSpPr>
          <p:cNvPr id="46" name="TextBox 196">
            <a:extLst>
              <a:ext uri="{FF2B5EF4-FFF2-40B4-BE49-F238E27FC236}">
                <a16:creationId xmlns:a16="http://schemas.microsoft.com/office/drawing/2014/main" id="{0BAF790B-895A-4DE1-8180-AA6AE154BFD6}"/>
              </a:ext>
            </a:extLst>
          </p:cNvPr>
          <p:cNvSpPr txBox="1"/>
          <p:nvPr userDrawn="1"/>
        </p:nvSpPr>
        <p:spPr>
          <a:xfrm>
            <a:off x="2473226" y="5512156"/>
            <a:ext cx="945000" cy="405000"/>
          </a:xfrm>
          <a:prstGeom prst="roundRect">
            <a:avLst/>
          </a:prstGeom>
          <a:solidFill>
            <a:srgbClr val="004691"/>
          </a:solidFill>
          <a:ln w="12700" cap="flat" cmpd="sng" algn="ctr">
            <a:noFill/>
            <a:prstDash val="solid"/>
            <a:miter lim="800000"/>
          </a:ln>
          <a:effectLst/>
        </p:spPr>
        <p:txBody>
          <a:bodyPr lIns="68564" tIns="34289" rIns="68564" bIns="34289" rtlCol="0" anchor="ctr"/>
          <a:lstStyle>
            <a:defPPr>
              <a:defRPr lang="pt-BR"/>
            </a:defPPr>
            <a:lvl1pPr lvl="0" algn="ctr" defTabSz="914400">
              <a:defRPr sz="900" b="1" kern="0">
                <a:solidFill>
                  <a:srgbClr val="FFFFFF"/>
                </a:solidFill>
                <a:latin typeface="TIM Sans Medium" pitchFamily="50" charset="0"/>
              </a:defRPr>
            </a:lvl1pPr>
          </a:lstStyle>
          <a:p>
            <a:pPr fontAlgn="auto">
              <a:spcBef>
                <a:spcPts val="0"/>
              </a:spcBef>
              <a:spcAft>
                <a:spcPts val="0"/>
              </a:spcAft>
              <a:defRPr/>
            </a:pPr>
            <a:r>
              <a:rPr lang="pt-BR" b="0">
                <a:ea typeface="ＭＳ Ｐゴシック"/>
              </a:rPr>
              <a:t>15GB </a:t>
            </a:r>
          </a:p>
          <a:p>
            <a:pPr fontAlgn="auto">
              <a:spcBef>
                <a:spcPts val="0"/>
              </a:spcBef>
              <a:spcAft>
                <a:spcPts val="0"/>
              </a:spcAft>
              <a:defRPr/>
            </a:pPr>
            <a:r>
              <a:rPr lang="pt-BR" b="0">
                <a:ea typeface="ＭＳ Ｐゴシック"/>
              </a:rPr>
              <a:t>R$ 109,99</a:t>
            </a:r>
          </a:p>
        </p:txBody>
      </p:sp>
      <p:sp>
        <p:nvSpPr>
          <p:cNvPr id="47" name="TextBox 196">
            <a:extLst>
              <a:ext uri="{FF2B5EF4-FFF2-40B4-BE49-F238E27FC236}">
                <a16:creationId xmlns:a16="http://schemas.microsoft.com/office/drawing/2014/main" id="{090F69E7-E47B-4B9C-8EC6-BA7FCFE919CC}"/>
              </a:ext>
            </a:extLst>
          </p:cNvPr>
          <p:cNvSpPr txBox="1"/>
          <p:nvPr userDrawn="1"/>
        </p:nvSpPr>
        <p:spPr>
          <a:xfrm>
            <a:off x="9149699" y="4040656"/>
            <a:ext cx="1080000" cy="513000"/>
          </a:xfrm>
          <a:prstGeom prst="roundRect">
            <a:avLst/>
          </a:prstGeom>
          <a:solidFill>
            <a:schemeClr val="accent6"/>
          </a:solidFill>
          <a:ln w="12700" cap="flat" cmpd="sng" algn="ctr">
            <a:noFill/>
            <a:prstDash val="solid"/>
            <a:miter lim="800000"/>
          </a:ln>
          <a:effectLst/>
        </p:spPr>
        <p:txBody>
          <a:bodyPr lIns="0" tIns="34289" rIns="0" bIns="34289" rtlCol="0" anchor="ctr"/>
          <a:lstStyle>
            <a:defPPr>
              <a:defRPr lang="pt-BR"/>
            </a:defPPr>
            <a:lvl1pPr lvl="0" algn="ctr" defTabSz="914400">
              <a:defRPr sz="1200" b="0" kern="0">
                <a:solidFill>
                  <a:srgbClr val="FFFFFF"/>
                </a:solidFill>
                <a:latin typeface="TIM Sans Medium" pitchFamily="50" charset="0"/>
              </a:defRPr>
            </a:lvl1pPr>
          </a:lstStyle>
          <a:p>
            <a:pPr fontAlgn="auto">
              <a:spcBef>
                <a:spcPts val="0"/>
              </a:spcBef>
              <a:spcAft>
                <a:spcPts val="0"/>
              </a:spcAft>
            </a:pPr>
            <a:r>
              <a:rPr lang="pt-BR" sz="900">
                <a:ea typeface="ＭＳ Ｐゴシック"/>
              </a:rPr>
              <a:t>50GB</a:t>
            </a:r>
          </a:p>
          <a:p>
            <a:pPr fontAlgn="auto">
              <a:spcBef>
                <a:spcPts val="0"/>
              </a:spcBef>
              <a:spcAft>
                <a:spcPts val="0"/>
              </a:spcAft>
            </a:pPr>
            <a:r>
              <a:rPr lang="pt-BR" sz="900">
                <a:ea typeface="ＭＳ Ｐゴシック"/>
              </a:rPr>
              <a:t>R$99,90 </a:t>
            </a:r>
          </a:p>
          <a:p>
            <a:pPr fontAlgn="auto">
              <a:spcBef>
                <a:spcPts val="0"/>
              </a:spcBef>
              <a:spcAft>
                <a:spcPts val="0"/>
              </a:spcAft>
            </a:pPr>
            <a:r>
              <a:rPr lang="pt-BR" sz="800">
                <a:ea typeface="ＭＳ Ｐゴシック"/>
              </a:rPr>
              <a:t>(+4 dep = R$35/cada)</a:t>
            </a:r>
          </a:p>
        </p:txBody>
      </p:sp>
      <p:sp>
        <p:nvSpPr>
          <p:cNvPr id="48" name="TextBox 196">
            <a:extLst>
              <a:ext uri="{FF2B5EF4-FFF2-40B4-BE49-F238E27FC236}">
                <a16:creationId xmlns:a16="http://schemas.microsoft.com/office/drawing/2014/main" id="{D87B9C46-D2CC-49A9-83CE-82286F0CD2D8}"/>
              </a:ext>
            </a:extLst>
          </p:cNvPr>
          <p:cNvSpPr txBox="1"/>
          <p:nvPr userDrawn="1"/>
        </p:nvSpPr>
        <p:spPr>
          <a:xfrm>
            <a:off x="2627414" y="4999708"/>
            <a:ext cx="945000" cy="405000"/>
          </a:xfrm>
          <a:prstGeom prst="roundRect">
            <a:avLst/>
          </a:prstGeom>
          <a:solidFill>
            <a:srgbClr val="004691"/>
          </a:solidFill>
          <a:ln w="12700" cap="flat" cmpd="sng" algn="ctr">
            <a:noFill/>
            <a:prstDash val="solid"/>
            <a:miter lim="800000"/>
          </a:ln>
          <a:effectLst/>
        </p:spPr>
        <p:txBody>
          <a:bodyPr lIns="68564" tIns="34289" rIns="68564" bIns="34289" rtlCol="0" anchor="ctr"/>
          <a:lstStyle>
            <a:defPPr>
              <a:defRPr lang="pt-BR"/>
            </a:defPPr>
            <a:lvl1pPr lvl="0" algn="ctr" defTabSz="914400">
              <a:defRPr sz="900" b="1" kern="0">
                <a:solidFill>
                  <a:srgbClr val="FFFFFF"/>
                </a:solidFill>
                <a:latin typeface="TIM Sans Medium" pitchFamily="50" charset="0"/>
              </a:defRPr>
            </a:lvl1pPr>
          </a:lstStyle>
          <a:p>
            <a:pPr fontAlgn="auto">
              <a:spcBef>
                <a:spcPts val="0"/>
              </a:spcBef>
              <a:spcAft>
                <a:spcPts val="0"/>
              </a:spcAft>
              <a:defRPr/>
            </a:pPr>
            <a:r>
              <a:rPr lang="pt-BR" b="0">
                <a:ea typeface="ＭＳ Ｐゴシック"/>
              </a:rPr>
              <a:t>20GB </a:t>
            </a:r>
          </a:p>
          <a:p>
            <a:pPr fontAlgn="auto">
              <a:spcBef>
                <a:spcPts val="0"/>
              </a:spcBef>
              <a:spcAft>
                <a:spcPts val="0"/>
              </a:spcAft>
              <a:defRPr/>
            </a:pPr>
            <a:r>
              <a:rPr lang="pt-BR" b="0">
                <a:ea typeface="ＭＳ Ｐゴシック"/>
              </a:rPr>
              <a:t>R$ 124,99</a:t>
            </a:r>
          </a:p>
        </p:txBody>
      </p:sp>
      <p:sp>
        <p:nvSpPr>
          <p:cNvPr id="49" name="TextBox 196">
            <a:extLst>
              <a:ext uri="{FF2B5EF4-FFF2-40B4-BE49-F238E27FC236}">
                <a16:creationId xmlns:a16="http://schemas.microsoft.com/office/drawing/2014/main" id="{F3C1F729-7FC6-4E9A-9E33-FFA072B43DB7}"/>
              </a:ext>
            </a:extLst>
          </p:cNvPr>
          <p:cNvSpPr txBox="1"/>
          <p:nvPr userDrawn="1"/>
        </p:nvSpPr>
        <p:spPr>
          <a:xfrm>
            <a:off x="2443132" y="4335444"/>
            <a:ext cx="945000" cy="405000"/>
          </a:xfrm>
          <a:prstGeom prst="roundRect">
            <a:avLst/>
          </a:prstGeom>
          <a:solidFill>
            <a:srgbClr val="004691"/>
          </a:solidFill>
          <a:ln w="12700" cap="flat" cmpd="sng" algn="ctr">
            <a:noFill/>
            <a:prstDash val="solid"/>
            <a:miter lim="800000"/>
          </a:ln>
          <a:effectLst/>
        </p:spPr>
        <p:txBody>
          <a:bodyPr lIns="68564" tIns="34289" rIns="68564" bIns="34289" rtlCol="0" anchor="ctr"/>
          <a:lstStyle>
            <a:defPPr>
              <a:defRPr lang="pt-BR"/>
            </a:defPPr>
            <a:lvl1pPr lvl="0" algn="ctr" defTabSz="914400">
              <a:defRPr sz="900" b="1" kern="0">
                <a:solidFill>
                  <a:srgbClr val="FFFFFF"/>
                </a:solidFill>
                <a:latin typeface="TIM Sans Medium" pitchFamily="50" charset="0"/>
              </a:defRPr>
            </a:lvl1pPr>
          </a:lstStyle>
          <a:p>
            <a:pPr fontAlgn="auto">
              <a:spcBef>
                <a:spcPts val="0"/>
              </a:spcBef>
              <a:spcAft>
                <a:spcPts val="0"/>
              </a:spcAft>
              <a:defRPr/>
            </a:pPr>
            <a:r>
              <a:rPr lang="pt-BR" b="0">
                <a:ea typeface="ＭＳ Ｐゴシック"/>
              </a:rPr>
              <a:t>25GB </a:t>
            </a:r>
          </a:p>
          <a:p>
            <a:pPr fontAlgn="auto">
              <a:spcBef>
                <a:spcPts val="0"/>
              </a:spcBef>
              <a:spcAft>
                <a:spcPts val="0"/>
              </a:spcAft>
              <a:defRPr/>
            </a:pPr>
            <a:r>
              <a:rPr lang="pt-BR" b="0">
                <a:ea typeface="ＭＳ Ｐゴシック"/>
              </a:rPr>
              <a:t>R$ 149,99</a:t>
            </a:r>
          </a:p>
        </p:txBody>
      </p:sp>
      <p:pic>
        <p:nvPicPr>
          <p:cNvPr id="50" name="Picture 2" descr="C:\Users\F8078082\Desktop\NETFLIX.png">
            <a:extLst>
              <a:ext uri="{FF2B5EF4-FFF2-40B4-BE49-F238E27FC236}">
                <a16:creationId xmlns:a16="http://schemas.microsoft.com/office/drawing/2014/main" id="{AE125B09-4679-494C-B7D6-79632688B0EB}"/>
              </a:ext>
            </a:extLst>
          </p:cNvPr>
          <p:cNvPicPr>
            <a:picLocks noChangeAspect="1" noChangeArrowheads="1"/>
          </p:cNvPicPr>
          <p:nvPr userDrawn="1"/>
        </p:nvPicPr>
        <p:blipFill rotWithShape="1">
          <a:blip r:embed="rId8" cstate="print">
            <a:extLst>
              <a:ext uri="{28A0092B-C50C-407E-A947-70E740481C1C}">
                <a14:useLocalDpi xmlns:a14="http://schemas.microsoft.com/office/drawing/2010/main" val="0"/>
              </a:ext>
            </a:extLst>
          </a:blip>
          <a:srcRect l="8523" t="7679" r="7552" b="6372"/>
          <a:stretch/>
        </p:blipFill>
        <p:spPr bwMode="auto">
          <a:xfrm>
            <a:off x="5131186" y="4086717"/>
            <a:ext cx="114013" cy="111389"/>
          </a:xfrm>
          <a:prstGeom prst="roundRect">
            <a:avLst/>
          </a:prstGeom>
          <a:noFill/>
          <a:extLst>
            <a:ext uri="{909E8E84-426E-40DD-AFC4-6F175D3DCCD1}">
              <a14:hiddenFill xmlns:a14="http://schemas.microsoft.com/office/drawing/2010/main">
                <a:solidFill>
                  <a:srgbClr val="FFFFFF"/>
                </a:solidFill>
              </a14:hiddenFill>
            </a:ext>
          </a:extLst>
        </p:spPr>
      </p:pic>
      <p:pic>
        <p:nvPicPr>
          <p:cNvPr id="51" name="Picture 2" descr="Como usar RappiCréditos para pagar pedidos e fretes | Aplicativos ...">
            <a:extLst>
              <a:ext uri="{FF2B5EF4-FFF2-40B4-BE49-F238E27FC236}">
                <a16:creationId xmlns:a16="http://schemas.microsoft.com/office/drawing/2014/main" id="{6098CF31-BB10-4D68-B39F-4F6435A1006F}"/>
              </a:ext>
            </a:extLst>
          </p:cNvPr>
          <p:cNvPicPr>
            <a:picLocks noChangeAspect="1" noChangeArrowheads="1"/>
          </p:cNvPicPr>
          <p:nvPr userDrawn="1"/>
        </p:nvPicPr>
        <p:blipFill rotWithShape="1">
          <a:blip r:embed="rId9" cstate="print">
            <a:extLst>
              <a:ext uri="{28A0092B-C50C-407E-A947-70E740481C1C}">
                <a14:useLocalDpi xmlns:a14="http://schemas.microsoft.com/office/drawing/2010/main" val="0"/>
              </a:ext>
            </a:extLst>
          </a:blip>
          <a:srcRect l="32798" t="19690" r="32985" b="19409"/>
          <a:stretch/>
        </p:blipFill>
        <p:spPr bwMode="auto">
          <a:xfrm>
            <a:off x="4986276" y="4595958"/>
            <a:ext cx="116243" cy="108620"/>
          </a:xfrm>
          <a:prstGeom prst="roundRect">
            <a:avLst/>
          </a:prstGeom>
          <a:noFill/>
          <a:extLst>
            <a:ext uri="{909E8E84-426E-40DD-AFC4-6F175D3DCCD1}">
              <a14:hiddenFill xmlns:a14="http://schemas.microsoft.com/office/drawing/2010/main">
                <a:solidFill>
                  <a:srgbClr val="FFFFFF"/>
                </a:solidFill>
              </a14:hiddenFill>
            </a:ext>
          </a:extLst>
        </p:spPr>
      </p:pic>
      <p:pic>
        <p:nvPicPr>
          <p:cNvPr id="52" name="Picture 2" descr="Branding Guidelines | Spotify for Developers">
            <a:extLst>
              <a:ext uri="{FF2B5EF4-FFF2-40B4-BE49-F238E27FC236}">
                <a16:creationId xmlns:a16="http://schemas.microsoft.com/office/drawing/2014/main" id="{20B21FAA-7D84-40D0-A538-A191514795FB}"/>
              </a:ext>
            </a:extLst>
          </p:cNvPr>
          <p:cNvPicPr>
            <a:picLocks noChangeAspect="1" noChangeArrowheads="1"/>
          </p:cNvPicPr>
          <p:nvPr userDrawn="1"/>
        </p:nvPicPr>
        <p:blipFill rotWithShape="1">
          <a:blip r:embed="rId10" cstate="print">
            <a:extLst>
              <a:ext uri="{28A0092B-C50C-407E-A947-70E740481C1C}">
                <a14:useLocalDpi xmlns:a14="http://schemas.microsoft.com/office/drawing/2010/main" val="0"/>
              </a:ext>
            </a:extLst>
          </a:blip>
          <a:srcRect l="11750" t="10424" r="12876" b="13591"/>
          <a:stretch/>
        </p:blipFill>
        <p:spPr bwMode="auto">
          <a:xfrm>
            <a:off x="5173776" y="4591299"/>
            <a:ext cx="116986" cy="117938"/>
          </a:xfrm>
          <a:prstGeom prst="roundRect">
            <a:avLst/>
          </a:prstGeom>
          <a:noFill/>
          <a:extLst>
            <a:ext uri="{909E8E84-426E-40DD-AFC4-6F175D3DCCD1}">
              <a14:hiddenFill xmlns:a14="http://schemas.microsoft.com/office/drawing/2010/main">
                <a:solidFill>
                  <a:srgbClr val="FFFFFF"/>
                </a:solidFill>
              </a14:hiddenFill>
            </a:ext>
          </a:extLst>
        </p:spPr>
      </p:pic>
      <p:sp>
        <p:nvSpPr>
          <p:cNvPr id="53" name="Rectangle 1">
            <a:extLst>
              <a:ext uri="{FF2B5EF4-FFF2-40B4-BE49-F238E27FC236}">
                <a16:creationId xmlns:a16="http://schemas.microsoft.com/office/drawing/2014/main" id="{6C50C186-170E-4559-A025-8CC0921E45FE}"/>
              </a:ext>
            </a:extLst>
          </p:cNvPr>
          <p:cNvSpPr/>
          <p:nvPr userDrawn="1"/>
        </p:nvSpPr>
        <p:spPr>
          <a:xfrm>
            <a:off x="5053586" y="4553656"/>
            <a:ext cx="167351" cy="196206"/>
          </a:xfrm>
          <a:prstGeom prst="rect">
            <a:avLst/>
          </a:prstGeom>
        </p:spPr>
        <p:txBody>
          <a:bodyPr wrap="none" lIns="68577" tIns="34289" rIns="68577" bIns="34289">
            <a:spAutoFit/>
          </a:bodyPr>
          <a:lstStyle/>
          <a:p>
            <a:pPr defTabSz="685426" fontAlgn="auto">
              <a:spcBef>
                <a:spcPts val="0"/>
              </a:spcBef>
              <a:spcAft>
                <a:spcPts val="0"/>
              </a:spcAft>
            </a:pPr>
            <a:r>
              <a:rPr lang="pt-BR" sz="800" kern="0">
                <a:solidFill>
                  <a:srgbClr val="FFFFFF"/>
                </a:solidFill>
                <a:latin typeface="TIM Sans Medium" pitchFamily="50" charset="0"/>
                <a:ea typeface="ＭＳ Ｐゴシック"/>
              </a:rPr>
              <a:t>|</a:t>
            </a:r>
            <a:endParaRPr lang="en-US" sz="800">
              <a:solidFill>
                <a:srgbClr val="004691"/>
              </a:solidFill>
              <a:latin typeface="TIM Sans"/>
              <a:ea typeface="ＭＳ Ｐゴシック"/>
            </a:endParaRPr>
          </a:p>
        </p:txBody>
      </p:sp>
      <p:sp>
        <p:nvSpPr>
          <p:cNvPr id="54" name="Rectangle 3">
            <a:extLst>
              <a:ext uri="{FF2B5EF4-FFF2-40B4-BE49-F238E27FC236}">
                <a16:creationId xmlns:a16="http://schemas.microsoft.com/office/drawing/2014/main" id="{E44D521D-31D3-41E8-B967-5E4F3E394848}"/>
              </a:ext>
            </a:extLst>
          </p:cNvPr>
          <p:cNvSpPr/>
          <p:nvPr userDrawn="1"/>
        </p:nvSpPr>
        <p:spPr>
          <a:xfrm>
            <a:off x="4105958" y="4267830"/>
            <a:ext cx="1112991" cy="484748"/>
          </a:xfrm>
          <a:prstGeom prst="rect">
            <a:avLst/>
          </a:prstGeom>
        </p:spPr>
        <p:txBody>
          <a:bodyPr wrap="square" lIns="68577" tIns="34289" rIns="68577" bIns="34289">
            <a:spAutoFit/>
          </a:bodyPr>
          <a:lstStyle/>
          <a:p>
            <a:pPr algn="ctr" defTabSz="685647" fontAlgn="auto">
              <a:spcBef>
                <a:spcPts val="0"/>
              </a:spcBef>
              <a:spcAft>
                <a:spcPts val="0"/>
              </a:spcAft>
              <a:defRPr/>
            </a:pPr>
            <a:r>
              <a:rPr lang="pt-BR" sz="900" kern="0">
                <a:solidFill>
                  <a:srgbClr val="FFFFFF"/>
                </a:solidFill>
                <a:latin typeface="TIM Sans Medium" pitchFamily="50" charset="0"/>
                <a:ea typeface="ＭＳ Ｐゴシック"/>
              </a:rPr>
              <a:t>25GB + 25GB + 10GB </a:t>
            </a:r>
            <a:r>
              <a:rPr lang="pt-BR" sz="700" kern="0">
                <a:solidFill>
                  <a:srgbClr val="FFFFFF"/>
                </a:solidFill>
                <a:latin typeface="TIM Sans Medium" pitchFamily="50" charset="0"/>
                <a:ea typeface="ＭＳ Ｐゴシック"/>
              </a:rPr>
              <a:t>(bônus)</a:t>
            </a:r>
            <a:endParaRPr lang="pt-BR" sz="800" kern="0">
              <a:solidFill>
                <a:srgbClr val="FFFFFF"/>
              </a:solidFill>
              <a:latin typeface="TIM Sans Medium" pitchFamily="50" charset="0"/>
              <a:ea typeface="ＭＳ Ｐゴシック"/>
            </a:endParaRPr>
          </a:p>
          <a:p>
            <a:pPr algn="ctr" defTabSz="685647" fontAlgn="auto">
              <a:spcBef>
                <a:spcPts val="0"/>
              </a:spcBef>
              <a:spcAft>
                <a:spcPts val="0"/>
              </a:spcAft>
              <a:defRPr/>
            </a:pPr>
            <a:r>
              <a:rPr lang="pt-BR" sz="900" kern="0">
                <a:solidFill>
                  <a:srgbClr val="FFFFFF"/>
                </a:solidFill>
                <a:latin typeface="TIM Sans Medium" pitchFamily="50" charset="0"/>
                <a:ea typeface="ＭＳ Ｐゴシック"/>
              </a:rPr>
              <a:t>R$149,99</a:t>
            </a:r>
          </a:p>
        </p:txBody>
      </p:sp>
      <p:pic>
        <p:nvPicPr>
          <p:cNvPr id="55" name="Picture 2" descr="C:\Users\F8078082\Desktop\NETFLIX.png">
            <a:extLst>
              <a:ext uri="{FF2B5EF4-FFF2-40B4-BE49-F238E27FC236}">
                <a16:creationId xmlns:a16="http://schemas.microsoft.com/office/drawing/2014/main" id="{0BC99C85-3A06-4529-8696-BDC0C28A4105}"/>
              </a:ext>
            </a:extLst>
          </p:cNvPr>
          <p:cNvPicPr>
            <a:picLocks noChangeAspect="1" noChangeArrowheads="1"/>
          </p:cNvPicPr>
          <p:nvPr userDrawn="1"/>
        </p:nvPicPr>
        <p:blipFill rotWithShape="1">
          <a:blip r:embed="rId8" cstate="print">
            <a:extLst>
              <a:ext uri="{28A0092B-C50C-407E-A947-70E740481C1C}">
                <a14:useLocalDpi xmlns:a14="http://schemas.microsoft.com/office/drawing/2010/main" val="0"/>
              </a:ext>
            </a:extLst>
          </a:blip>
          <a:srcRect l="8523" t="7679" r="7552" b="6372"/>
          <a:stretch/>
        </p:blipFill>
        <p:spPr bwMode="auto">
          <a:xfrm>
            <a:off x="3304216" y="2623932"/>
            <a:ext cx="114013" cy="111389"/>
          </a:xfrm>
          <a:prstGeom prst="roundRect">
            <a:avLst/>
          </a:prstGeom>
          <a:noFill/>
          <a:extLst>
            <a:ext uri="{909E8E84-426E-40DD-AFC4-6F175D3DCCD1}">
              <a14:hiddenFill xmlns:a14="http://schemas.microsoft.com/office/drawing/2010/main">
                <a:solidFill>
                  <a:srgbClr val="FFFFFF"/>
                </a:solidFill>
              </a14:hiddenFill>
            </a:ext>
          </a:extLst>
        </p:spPr>
      </p:pic>
      <p:pic>
        <p:nvPicPr>
          <p:cNvPr id="56" name="Picture 2" descr="C:\Users\F8078082\Desktop\NETFLIX.png">
            <a:extLst>
              <a:ext uri="{FF2B5EF4-FFF2-40B4-BE49-F238E27FC236}">
                <a16:creationId xmlns:a16="http://schemas.microsoft.com/office/drawing/2014/main" id="{92133559-FB8F-4D78-B549-AA9AF9496548}"/>
              </a:ext>
            </a:extLst>
          </p:cNvPr>
          <p:cNvPicPr>
            <a:picLocks noChangeAspect="1" noChangeArrowheads="1"/>
          </p:cNvPicPr>
          <p:nvPr userDrawn="1"/>
        </p:nvPicPr>
        <p:blipFill rotWithShape="1">
          <a:blip r:embed="rId8" cstate="print">
            <a:extLst>
              <a:ext uri="{28A0092B-C50C-407E-A947-70E740481C1C}">
                <a14:useLocalDpi xmlns:a14="http://schemas.microsoft.com/office/drawing/2010/main" val="0"/>
              </a:ext>
            </a:extLst>
          </a:blip>
          <a:srcRect l="8523" t="7679" r="7552" b="6372"/>
          <a:stretch/>
        </p:blipFill>
        <p:spPr bwMode="auto">
          <a:xfrm>
            <a:off x="3392564" y="2095066"/>
            <a:ext cx="114013" cy="111389"/>
          </a:xfrm>
          <a:prstGeom prst="roundRect">
            <a:avLst/>
          </a:prstGeom>
          <a:noFill/>
          <a:extLst>
            <a:ext uri="{909E8E84-426E-40DD-AFC4-6F175D3DCCD1}">
              <a14:hiddenFill xmlns:a14="http://schemas.microsoft.com/office/drawing/2010/main">
                <a:solidFill>
                  <a:srgbClr val="FFFFFF"/>
                </a:solidFill>
              </a14:hiddenFill>
            </a:ext>
          </a:extLst>
        </p:spPr>
      </p:pic>
      <p:sp>
        <p:nvSpPr>
          <p:cNvPr id="57" name="Rounded Rectangle 4">
            <a:extLst>
              <a:ext uri="{FF2B5EF4-FFF2-40B4-BE49-F238E27FC236}">
                <a16:creationId xmlns:a16="http://schemas.microsoft.com/office/drawing/2014/main" id="{02C584AD-925B-476D-9744-C65173641F6C}"/>
              </a:ext>
            </a:extLst>
          </p:cNvPr>
          <p:cNvSpPr/>
          <p:nvPr userDrawn="1"/>
        </p:nvSpPr>
        <p:spPr>
          <a:xfrm>
            <a:off x="2416132" y="4308444"/>
            <a:ext cx="999000" cy="459000"/>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defTabSz="685426" fontAlgn="auto">
              <a:spcBef>
                <a:spcPts val="0"/>
              </a:spcBef>
              <a:spcAft>
                <a:spcPts val="0"/>
              </a:spcAft>
            </a:pPr>
            <a:endParaRPr lang="en-US" sz="1400">
              <a:solidFill>
                <a:srgbClr val="FFFFFF"/>
              </a:solidFill>
            </a:endParaRPr>
          </a:p>
        </p:txBody>
      </p:sp>
      <p:sp>
        <p:nvSpPr>
          <p:cNvPr id="58" name="TextBox 5">
            <a:extLst>
              <a:ext uri="{FF2B5EF4-FFF2-40B4-BE49-F238E27FC236}">
                <a16:creationId xmlns:a16="http://schemas.microsoft.com/office/drawing/2014/main" id="{5F81EB2A-3474-40BA-943F-CB737A6AB979}"/>
              </a:ext>
            </a:extLst>
          </p:cNvPr>
          <p:cNvSpPr txBox="1"/>
          <p:nvPr userDrawn="1"/>
        </p:nvSpPr>
        <p:spPr>
          <a:xfrm rot="16200000">
            <a:off x="2051818" y="4464114"/>
            <a:ext cx="577716" cy="146192"/>
          </a:xfrm>
          <a:prstGeom prst="rect">
            <a:avLst/>
          </a:prstGeom>
          <a:noFill/>
        </p:spPr>
        <p:txBody>
          <a:bodyPr wrap="none" lIns="68577" tIns="34289" rIns="68577" bIns="34289" rtlCol="0">
            <a:spAutoFit/>
          </a:bodyPr>
          <a:lstStyle/>
          <a:p>
            <a:pPr algn="ctr" defTabSz="685426" fontAlgn="auto">
              <a:spcBef>
                <a:spcPts val="0"/>
              </a:spcBef>
              <a:spcAft>
                <a:spcPts val="0"/>
              </a:spcAft>
            </a:pPr>
            <a:r>
              <a:rPr lang="pt-BR" sz="500" b="1">
                <a:solidFill>
                  <a:srgbClr val="FF0000"/>
                </a:solidFill>
                <a:latin typeface="TIM Sans"/>
                <a:ea typeface="ＭＳ Ｐゴシック"/>
              </a:rPr>
              <a:t>OFERTA FOCO</a:t>
            </a:r>
            <a:endParaRPr lang="en-US" sz="500" b="1">
              <a:solidFill>
                <a:srgbClr val="FF0000"/>
              </a:solidFill>
              <a:latin typeface="TIM Sans"/>
              <a:ea typeface="ＭＳ Ｐゴシック"/>
            </a:endParaRPr>
          </a:p>
        </p:txBody>
      </p:sp>
      <p:sp>
        <p:nvSpPr>
          <p:cNvPr id="59" name="Rounded Rectangle 48">
            <a:extLst>
              <a:ext uri="{FF2B5EF4-FFF2-40B4-BE49-F238E27FC236}">
                <a16:creationId xmlns:a16="http://schemas.microsoft.com/office/drawing/2014/main" id="{D38B2EC7-18DC-4A60-BC8F-2DFB3BBD573D}"/>
              </a:ext>
            </a:extLst>
          </p:cNvPr>
          <p:cNvSpPr/>
          <p:nvPr userDrawn="1"/>
        </p:nvSpPr>
        <p:spPr>
          <a:xfrm>
            <a:off x="2600414" y="1753648"/>
            <a:ext cx="999000" cy="513000"/>
          </a:xfrm>
          <a:prstGeom prst="roundRect">
            <a:avLst/>
          </a:prstGeom>
          <a:noFill/>
          <a:ln>
            <a:solidFill>
              <a:srgbClr val="FF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rtlCol="0" anchor="ctr"/>
          <a:lstStyle/>
          <a:p>
            <a:pPr algn="ctr" defTabSz="685426" fontAlgn="auto">
              <a:spcBef>
                <a:spcPts val="0"/>
              </a:spcBef>
              <a:spcAft>
                <a:spcPts val="0"/>
              </a:spcAft>
            </a:pPr>
            <a:endParaRPr lang="en-US" sz="1400">
              <a:solidFill>
                <a:srgbClr val="FFFFFF"/>
              </a:solidFill>
            </a:endParaRPr>
          </a:p>
        </p:txBody>
      </p:sp>
      <p:sp>
        <p:nvSpPr>
          <p:cNvPr id="60" name="TextBox 49">
            <a:extLst>
              <a:ext uri="{FF2B5EF4-FFF2-40B4-BE49-F238E27FC236}">
                <a16:creationId xmlns:a16="http://schemas.microsoft.com/office/drawing/2014/main" id="{CBEC6C14-A422-434B-A34B-FD97D81E5E76}"/>
              </a:ext>
            </a:extLst>
          </p:cNvPr>
          <p:cNvSpPr txBox="1"/>
          <p:nvPr userDrawn="1"/>
        </p:nvSpPr>
        <p:spPr>
          <a:xfrm rot="16200000">
            <a:off x="2234636" y="1937052"/>
            <a:ext cx="577716" cy="146192"/>
          </a:xfrm>
          <a:prstGeom prst="rect">
            <a:avLst/>
          </a:prstGeom>
          <a:noFill/>
        </p:spPr>
        <p:txBody>
          <a:bodyPr wrap="none" lIns="68577" tIns="34289" rIns="68577" bIns="34289" rtlCol="0">
            <a:spAutoFit/>
          </a:bodyPr>
          <a:lstStyle/>
          <a:p>
            <a:pPr algn="ctr" defTabSz="685426" fontAlgn="auto">
              <a:spcBef>
                <a:spcPts val="0"/>
              </a:spcBef>
              <a:spcAft>
                <a:spcPts val="0"/>
              </a:spcAft>
            </a:pPr>
            <a:r>
              <a:rPr lang="pt-BR" sz="500" b="1">
                <a:solidFill>
                  <a:srgbClr val="FF0000"/>
                </a:solidFill>
                <a:latin typeface="TIM Sans"/>
                <a:ea typeface="ＭＳ Ｐゴシック"/>
              </a:rPr>
              <a:t>OFERTA FOCO</a:t>
            </a:r>
            <a:endParaRPr lang="en-US" sz="500" b="1">
              <a:solidFill>
                <a:srgbClr val="FF0000"/>
              </a:solidFill>
              <a:latin typeface="TIM Sans"/>
              <a:ea typeface="ＭＳ Ｐゴシック"/>
            </a:endParaRPr>
          </a:p>
        </p:txBody>
      </p:sp>
      <p:sp>
        <p:nvSpPr>
          <p:cNvPr id="61" name="Rectangle: Rounded Corners 163">
            <a:extLst>
              <a:ext uri="{FF2B5EF4-FFF2-40B4-BE49-F238E27FC236}">
                <a16:creationId xmlns:a16="http://schemas.microsoft.com/office/drawing/2014/main" id="{96D06537-DC8A-423E-BAFE-E3DBFB5F7217}"/>
              </a:ext>
            </a:extLst>
          </p:cNvPr>
          <p:cNvSpPr/>
          <p:nvPr userDrawn="1"/>
        </p:nvSpPr>
        <p:spPr>
          <a:xfrm>
            <a:off x="5360861" y="2940150"/>
            <a:ext cx="1161000" cy="459000"/>
          </a:xfrm>
          <a:prstGeom prst="roundRect">
            <a:avLst/>
          </a:prstGeom>
          <a:solidFill>
            <a:srgbClr val="7030A0"/>
          </a:solidFill>
          <a:ln w="12700" cap="flat" cmpd="sng" algn="ctr">
            <a:noFill/>
            <a:prstDash val="solid"/>
            <a:miter lim="800000"/>
          </a:ln>
          <a:effectLst/>
        </p:spPr>
        <p:txBody>
          <a:bodyPr lIns="68564" tIns="34289" rIns="68564" bIns="34289" rtlCol="0" anchor="ctr"/>
          <a:lstStyle/>
          <a:p>
            <a:pPr algn="ctr" defTabSz="685647" fontAlgn="auto">
              <a:spcBef>
                <a:spcPts val="0"/>
              </a:spcBef>
              <a:spcAft>
                <a:spcPts val="0"/>
              </a:spcAft>
              <a:defRPr/>
            </a:pPr>
            <a:r>
              <a:rPr lang="pt-BR" sz="900" kern="0">
                <a:solidFill>
                  <a:srgbClr val="FFFFFF"/>
                </a:solidFill>
                <a:latin typeface="TIM Sans Medium" pitchFamily="50" charset="0"/>
                <a:ea typeface="ＭＳ Ｐゴシック"/>
              </a:rPr>
              <a:t>35GB + 35GB + 10GB </a:t>
            </a:r>
            <a:r>
              <a:rPr lang="pt-BR" sz="700" kern="0">
                <a:solidFill>
                  <a:srgbClr val="FFFFFF"/>
                </a:solidFill>
                <a:latin typeface="TIM Sans Medium" pitchFamily="50" charset="0"/>
                <a:ea typeface="ＭＳ Ｐゴシック"/>
              </a:rPr>
              <a:t>(bônus)</a:t>
            </a:r>
            <a:endParaRPr lang="pt-BR" sz="800" kern="0">
              <a:solidFill>
                <a:srgbClr val="FFFFFF"/>
              </a:solidFill>
              <a:latin typeface="TIM Sans Medium" pitchFamily="50" charset="0"/>
              <a:ea typeface="ＭＳ Ｐゴシック"/>
            </a:endParaRPr>
          </a:p>
          <a:p>
            <a:pPr algn="ctr" defTabSz="685647" fontAlgn="auto">
              <a:spcBef>
                <a:spcPts val="0"/>
              </a:spcBef>
              <a:spcAft>
                <a:spcPts val="0"/>
              </a:spcAft>
            </a:pPr>
            <a:r>
              <a:rPr lang="pt-BR" sz="900" kern="0">
                <a:solidFill>
                  <a:srgbClr val="FFFFFF"/>
                </a:solidFill>
                <a:latin typeface="TIM Sans Medium" pitchFamily="50" charset="0"/>
                <a:ea typeface="ＭＳ Ｐゴシック"/>
              </a:rPr>
              <a:t>R$199,99</a:t>
            </a:r>
          </a:p>
        </p:txBody>
      </p:sp>
      <p:pic>
        <p:nvPicPr>
          <p:cNvPr id="62" name="Picture 2" descr="Premiere - Apps on Google Play">
            <a:extLst>
              <a:ext uri="{FF2B5EF4-FFF2-40B4-BE49-F238E27FC236}">
                <a16:creationId xmlns:a16="http://schemas.microsoft.com/office/drawing/2014/main" id="{11516552-0461-4B7A-8F15-5819054367E4}"/>
              </a:ext>
            </a:extLst>
          </p:cNvPr>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6309408" y="3231014"/>
            <a:ext cx="130152" cy="130152"/>
          </a:xfrm>
          <a:prstGeom prst="rect">
            <a:avLst/>
          </a:prstGeom>
          <a:noFill/>
          <a:extLst>
            <a:ext uri="{909E8E84-426E-40DD-AFC4-6F175D3DCCD1}">
              <a14:hiddenFill xmlns:a14="http://schemas.microsoft.com/office/drawing/2010/main">
                <a:solidFill>
                  <a:srgbClr val="FFFFFF"/>
                </a:solidFill>
              </a14:hiddenFill>
            </a:ext>
          </a:extLst>
        </p:spPr>
      </p:pic>
      <p:sp>
        <p:nvSpPr>
          <p:cNvPr id="63" name="Rectangle: Rounded Corners 135">
            <a:extLst>
              <a:ext uri="{FF2B5EF4-FFF2-40B4-BE49-F238E27FC236}">
                <a16:creationId xmlns:a16="http://schemas.microsoft.com/office/drawing/2014/main" id="{D3687022-EDDE-4E8B-8E1B-E61471192D3E}"/>
              </a:ext>
            </a:extLst>
          </p:cNvPr>
          <p:cNvSpPr/>
          <p:nvPr userDrawn="1"/>
        </p:nvSpPr>
        <p:spPr>
          <a:xfrm>
            <a:off x="4093494" y="5512156"/>
            <a:ext cx="1107000" cy="405000"/>
          </a:xfrm>
          <a:prstGeom prst="roundRect">
            <a:avLst/>
          </a:prstGeom>
          <a:solidFill>
            <a:srgbClr val="7030A0"/>
          </a:solidFill>
          <a:ln w="12700" cap="flat" cmpd="sng" algn="ctr">
            <a:noFill/>
            <a:prstDash val="solid"/>
            <a:miter lim="800000"/>
          </a:ln>
          <a:effectLst/>
        </p:spPr>
        <p:txBody>
          <a:bodyPr lIns="0" tIns="34289" rIns="0" bIns="34289" rtlCol="0" anchor="ctr"/>
          <a:lstStyle/>
          <a:p>
            <a:pPr algn="ctr" defTabSz="685647" fontAlgn="auto">
              <a:spcBef>
                <a:spcPts val="0"/>
              </a:spcBef>
              <a:spcAft>
                <a:spcPts val="0"/>
              </a:spcAft>
              <a:defRPr/>
            </a:pPr>
            <a:r>
              <a:rPr lang="pt-BR" sz="900" kern="0">
                <a:solidFill>
                  <a:srgbClr val="FFFFFF"/>
                </a:solidFill>
                <a:latin typeface="TIM Sans Medium" pitchFamily="50" charset="0"/>
                <a:ea typeface="ＭＳ Ｐゴシック"/>
              </a:rPr>
              <a:t>10GB</a:t>
            </a:r>
            <a:endParaRPr lang="pt-BR" sz="800" kern="0">
              <a:solidFill>
                <a:srgbClr val="FFFFFF"/>
              </a:solidFill>
              <a:latin typeface="TIM Sans Medium" pitchFamily="50" charset="0"/>
              <a:ea typeface="ＭＳ Ｐゴシック"/>
            </a:endParaRPr>
          </a:p>
          <a:p>
            <a:pPr algn="ctr" defTabSz="685647" fontAlgn="auto">
              <a:spcBef>
                <a:spcPts val="0"/>
              </a:spcBef>
              <a:spcAft>
                <a:spcPts val="0"/>
              </a:spcAft>
              <a:defRPr/>
            </a:pPr>
            <a:r>
              <a:rPr lang="pt-BR" sz="900" kern="0">
                <a:solidFill>
                  <a:srgbClr val="FFFFFF"/>
                </a:solidFill>
                <a:latin typeface="TIM Sans Medium" pitchFamily="50" charset="0"/>
                <a:ea typeface="ＭＳ Ｐゴシック"/>
              </a:rPr>
              <a:t> R$109,99</a:t>
            </a:r>
          </a:p>
        </p:txBody>
      </p:sp>
    </p:spTree>
    <p:extLst>
      <p:ext uri="{BB962C8B-B14F-4D97-AF65-F5344CB8AC3E}">
        <p14:creationId xmlns:p14="http://schemas.microsoft.com/office/powerpoint/2010/main" val="2009728140"/>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OVERVIEW DO PORTFÓLIO ATUALIZADO">
    <p:spTree>
      <p:nvGrpSpPr>
        <p:cNvPr id="1" name=""/>
        <p:cNvGrpSpPr/>
        <p:nvPr/>
      </p:nvGrpSpPr>
      <p:grpSpPr>
        <a:xfrm>
          <a:off x="0" y="0"/>
          <a:ext cx="0" cy="0"/>
          <a:chOff x="0" y="0"/>
          <a:chExt cx="0" cy="0"/>
        </a:xfrm>
      </p:grpSpPr>
      <p:sp>
        <p:nvSpPr>
          <p:cNvPr id="151" name="Retângulo 150">
            <a:extLst>
              <a:ext uri="{FF2B5EF4-FFF2-40B4-BE49-F238E27FC236}">
                <a16:creationId xmlns:a16="http://schemas.microsoft.com/office/drawing/2014/main" id="{94539554-914F-4EF9-A710-8F87D8165A97}"/>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7" name="Retângulo: Cantos Superiores Arredondados 6">
            <a:extLst>
              <a:ext uri="{FF2B5EF4-FFF2-40B4-BE49-F238E27FC236}">
                <a16:creationId xmlns:a16="http://schemas.microsoft.com/office/drawing/2014/main" id="{745B70DB-D43D-4D97-919A-41C3DD7F8B26}"/>
              </a:ext>
            </a:extLst>
          </p:cNvPr>
          <p:cNvSpPr/>
          <p:nvPr userDrawn="1"/>
        </p:nvSpPr>
        <p:spPr>
          <a:xfrm>
            <a:off x="188072" y="809599"/>
            <a:ext cx="11811698" cy="5551352"/>
          </a:xfrm>
          <a:prstGeom prst="round2SameRect">
            <a:avLst>
              <a:gd name="adj1" fmla="val 5299"/>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pt-BR" sz="1400" b="1">
              <a:latin typeface="Arial Narrow" panose="020B0606020202030204" pitchFamily="34" charset="0"/>
            </a:endParaRP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501735" y="1157600"/>
            <a:ext cx="11226701" cy="4998252"/>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47" name="Retângulo: Cantos Arredondados 146">
            <a:extLst>
              <a:ext uri="{FF2B5EF4-FFF2-40B4-BE49-F238E27FC236}">
                <a16:creationId xmlns:a16="http://schemas.microsoft.com/office/drawing/2014/main" id="{9229C4AE-376F-4605-8153-F8723D076920}"/>
              </a:ext>
            </a:extLst>
          </p:cNvPr>
          <p:cNvSpPr/>
          <p:nvPr userDrawn="1"/>
        </p:nvSpPr>
        <p:spPr>
          <a:xfrm>
            <a:off x="669390" y="179801"/>
            <a:ext cx="5426609"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OVERVIEW DO PORTFÓLIO ATUALIZADO</a:t>
            </a:r>
          </a:p>
        </p:txBody>
      </p:sp>
      <p:pic>
        <p:nvPicPr>
          <p:cNvPr id="149" name="Immagine 7" descr="secondario_rgb.png">
            <a:extLst>
              <a:ext uri="{FF2B5EF4-FFF2-40B4-BE49-F238E27FC236}">
                <a16:creationId xmlns:a16="http://schemas.microsoft.com/office/drawing/2014/main" id="{E5C6C0CA-158B-4838-AA4D-78D04351509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
        <p:nvSpPr>
          <p:cNvPr id="12" name="Rectangle 50">
            <a:extLst>
              <a:ext uri="{FF2B5EF4-FFF2-40B4-BE49-F238E27FC236}">
                <a16:creationId xmlns:a16="http://schemas.microsoft.com/office/drawing/2014/main" id="{9D8897B4-B8F8-43A9-90E8-14D5C1E416EC}"/>
              </a:ext>
            </a:extLst>
          </p:cNvPr>
          <p:cNvSpPr/>
          <p:nvPr userDrawn="1"/>
        </p:nvSpPr>
        <p:spPr>
          <a:xfrm>
            <a:off x="1653380" y="5683515"/>
            <a:ext cx="8885238" cy="36488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91400" tIns="45700" rIns="91400" bIns="45700" anchor="ctr"/>
          <a:lstStyle/>
          <a:p>
            <a:pPr algn="ctr" defTabSz="685443" fontAlgn="auto">
              <a:spcBef>
                <a:spcPts val="0"/>
              </a:spcBef>
              <a:spcAft>
                <a:spcPts val="0"/>
              </a:spcAft>
              <a:defRPr/>
            </a:pPr>
            <a:endParaRPr lang="en-US" sz="1400">
              <a:solidFill>
                <a:srgbClr val="FFFFFF"/>
              </a:solidFill>
            </a:endParaRPr>
          </a:p>
        </p:txBody>
      </p:sp>
      <p:cxnSp>
        <p:nvCxnSpPr>
          <p:cNvPr id="13" name="Straight Connector 74">
            <a:extLst>
              <a:ext uri="{FF2B5EF4-FFF2-40B4-BE49-F238E27FC236}">
                <a16:creationId xmlns:a16="http://schemas.microsoft.com/office/drawing/2014/main" id="{B66658E3-DA6A-409B-B37B-C319966BBF00}"/>
              </a:ext>
            </a:extLst>
          </p:cNvPr>
          <p:cNvCxnSpPr/>
          <p:nvPr userDrawn="1"/>
        </p:nvCxnSpPr>
        <p:spPr>
          <a:xfrm>
            <a:off x="1618490" y="4793392"/>
            <a:ext cx="8696700" cy="0"/>
          </a:xfrm>
          <a:prstGeom prst="line">
            <a:avLst/>
          </a:prstGeom>
          <a:noFill/>
          <a:ln w="6350" cap="flat" cmpd="sng" algn="ctr">
            <a:solidFill>
              <a:schemeClr val="bg1">
                <a:lumMod val="85000"/>
              </a:schemeClr>
            </a:solidFill>
            <a:prstDash val="solid"/>
            <a:miter lim="800000"/>
          </a:ln>
          <a:effectLst/>
        </p:spPr>
      </p:cxnSp>
      <p:cxnSp>
        <p:nvCxnSpPr>
          <p:cNvPr id="14" name="Straight Connector 75">
            <a:extLst>
              <a:ext uri="{FF2B5EF4-FFF2-40B4-BE49-F238E27FC236}">
                <a16:creationId xmlns:a16="http://schemas.microsoft.com/office/drawing/2014/main" id="{EE904C8F-1BF9-4E78-98FD-BFFDD350D497}"/>
              </a:ext>
            </a:extLst>
          </p:cNvPr>
          <p:cNvCxnSpPr/>
          <p:nvPr userDrawn="1"/>
        </p:nvCxnSpPr>
        <p:spPr>
          <a:xfrm>
            <a:off x="1669204" y="3251779"/>
            <a:ext cx="8667000" cy="0"/>
          </a:xfrm>
          <a:prstGeom prst="line">
            <a:avLst/>
          </a:prstGeom>
          <a:noFill/>
          <a:ln w="6350" cap="flat" cmpd="sng" algn="ctr">
            <a:solidFill>
              <a:schemeClr val="bg1">
                <a:lumMod val="85000"/>
              </a:schemeClr>
            </a:solidFill>
            <a:prstDash val="solid"/>
            <a:miter lim="800000"/>
          </a:ln>
          <a:effectLst/>
        </p:spPr>
      </p:cxnSp>
      <p:cxnSp>
        <p:nvCxnSpPr>
          <p:cNvPr id="15" name="Straight Connector 17">
            <a:extLst>
              <a:ext uri="{FF2B5EF4-FFF2-40B4-BE49-F238E27FC236}">
                <a16:creationId xmlns:a16="http://schemas.microsoft.com/office/drawing/2014/main" id="{1833A7CA-4319-4204-8E9A-1344736362CD}"/>
              </a:ext>
            </a:extLst>
          </p:cNvPr>
          <p:cNvCxnSpPr/>
          <p:nvPr userDrawn="1"/>
        </p:nvCxnSpPr>
        <p:spPr>
          <a:xfrm>
            <a:off x="2062172" y="1862538"/>
            <a:ext cx="0" cy="4050000"/>
          </a:xfrm>
          <a:prstGeom prst="line">
            <a:avLst/>
          </a:prstGeom>
          <a:noFill/>
          <a:ln w="6350" cap="flat" cmpd="sng" algn="ctr">
            <a:solidFill>
              <a:srgbClr val="004691"/>
            </a:solidFill>
            <a:prstDash val="solid"/>
            <a:miter lim="800000"/>
            <a:headEnd type="triangle" w="med" len="med"/>
            <a:tailEnd type="triangle" w="med" len="med"/>
          </a:ln>
          <a:effectLst/>
        </p:spPr>
      </p:cxnSp>
      <p:pic>
        <p:nvPicPr>
          <p:cNvPr id="18" name="Picture 16" descr="Resultado de imagem para tim logo">
            <a:extLst>
              <a:ext uri="{FF2B5EF4-FFF2-40B4-BE49-F238E27FC236}">
                <a16:creationId xmlns:a16="http://schemas.microsoft.com/office/drawing/2014/main" id="{36227586-8D2F-46C3-9CED-1FDA78D5F74B}"/>
              </a:ext>
            </a:extLst>
          </p:cNvPr>
          <p:cNvPicPr>
            <a:picLocks noChangeAspect="1" noChangeArrowheads="1"/>
          </p:cNvPicPr>
          <p:nvPr userDrawn="1"/>
        </p:nvPicPr>
        <p:blipFill>
          <a:blip r:embed="rId4" cstate="screen">
            <a:extLst>
              <a:ext uri="{28A0092B-C50C-407E-A947-70E740481C1C}">
                <a14:useLocalDpi xmlns:a14="http://schemas.microsoft.com/office/drawing/2010/main"/>
              </a:ext>
            </a:extLst>
          </a:blip>
          <a:srcRect/>
          <a:stretch>
            <a:fillRect/>
          </a:stretch>
        </p:blipFill>
        <p:spPr bwMode="auto">
          <a:xfrm>
            <a:off x="2740850" y="1495540"/>
            <a:ext cx="641844" cy="169875"/>
          </a:xfrm>
          <a:prstGeom prst="rect">
            <a:avLst/>
          </a:prstGeom>
          <a:noFill/>
          <a:extLst>
            <a:ext uri="{909E8E84-426E-40DD-AFC4-6F175D3DCCD1}">
              <a14:hiddenFill xmlns:a14="http://schemas.microsoft.com/office/drawing/2010/main">
                <a:solidFill>
                  <a:srgbClr val="FFFFFF"/>
                </a:solidFill>
              </a14:hiddenFill>
            </a:ext>
          </a:extLst>
        </p:spPr>
      </p:pic>
      <p:cxnSp>
        <p:nvCxnSpPr>
          <p:cNvPr id="19" name="Straight Connector 95">
            <a:extLst>
              <a:ext uri="{FF2B5EF4-FFF2-40B4-BE49-F238E27FC236}">
                <a16:creationId xmlns:a16="http://schemas.microsoft.com/office/drawing/2014/main" id="{B1D41F84-739B-4CBE-A726-5BD49D3FC571}"/>
              </a:ext>
            </a:extLst>
          </p:cNvPr>
          <p:cNvCxnSpPr/>
          <p:nvPr userDrawn="1"/>
        </p:nvCxnSpPr>
        <p:spPr>
          <a:xfrm flipH="1">
            <a:off x="3978547" y="1862538"/>
            <a:ext cx="11779" cy="4050000"/>
          </a:xfrm>
          <a:prstGeom prst="line">
            <a:avLst/>
          </a:prstGeom>
          <a:noFill/>
          <a:ln w="6350" cap="flat" cmpd="sng" algn="ctr">
            <a:solidFill>
              <a:srgbClr val="7030A0"/>
            </a:solidFill>
            <a:prstDash val="solid"/>
            <a:miter lim="800000"/>
            <a:headEnd type="triangle" w="med" len="med"/>
            <a:tailEnd type="triangle" w="med" len="med"/>
          </a:ln>
          <a:effectLst/>
        </p:spPr>
      </p:cxnSp>
      <p:cxnSp>
        <p:nvCxnSpPr>
          <p:cNvPr id="21" name="Straight Connector 122">
            <a:extLst>
              <a:ext uri="{FF2B5EF4-FFF2-40B4-BE49-F238E27FC236}">
                <a16:creationId xmlns:a16="http://schemas.microsoft.com/office/drawing/2014/main" id="{2516AFB2-3E01-4612-B756-CBDCE8B6E8C3}"/>
              </a:ext>
            </a:extLst>
          </p:cNvPr>
          <p:cNvCxnSpPr/>
          <p:nvPr userDrawn="1"/>
        </p:nvCxnSpPr>
        <p:spPr>
          <a:xfrm>
            <a:off x="6615860" y="1862538"/>
            <a:ext cx="0" cy="4050000"/>
          </a:xfrm>
          <a:prstGeom prst="line">
            <a:avLst/>
          </a:prstGeom>
          <a:noFill/>
          <a:ln w="6350" cap="flat" cmpd="sng" algn="ctr">
            <a:solidFill>
              <a:srgbClr val="C00000"/>
            </a:solidFill>
            <a:prstDash val="solid"/>
            <a:miter lim="800000"/>
            <a:headEnd type="triangle" w="med" len="med"/>
            <a:tailEnd type="triangle" w="med" len="med"/>
          </a:ln>
          <a:effectLst/>
        </p:spPr>
      </p:cxnSp>
      <p:cxnSp>
        <p:nvCxnSpPr>
          <p:cNvPr id="31" name="Straight Connector 99">
            <a:extLst>
              <a:ext uri="{FF2B5EF4-FFF2-40B4-BE49-F238E27FC236}">
                <a16:creationId xmlns:a16="http://schemas.microsoft.com/office/drawing/2014/main" id="{C3B81766-43AA-4FC8-952A-6AE3E43DC8FA}"/>
              </a:ext>
            </a:extLst>
          </p:cNvPr>
          <p:cNvCxnSpPr/>
          <p:nvPr userDrawn="1"/>
        </p:nvCxnSpPr>
        <p:spPr>
          <a:xfrm>
            <a:off x="8914367" y="1862538"/>
            <a:ext cx="0" cy="4050000"/>
          </a:xfrm>
          <a:prstGeom prst="line">
            <a:avLst/>
          </a:prstGeom>
          <a:noFill/>
          <a:ln w="6350" cap="flat" cmpd="sng" algn="ctr">
            <a:solidFill>
              <a:schemeClr val="accent6"/>
            </a:solidFill>
            <a:prstDash val="solid"/>
            <a:miter lim="800000"/>
            <a:headEnd type="triangle" w="med" len="med"/>
            <a:tailEnd type="triangle" w="med" len="med"/>
          </a:ln>
          <a:effectLst/>
        </p:spPr>
      </p:cxnSp>
      <p:sp>
        <p:nvSpPr>
          <p:cNvPr id="38" name="TextBox 196">
            <a:extLst>
              <a:ext uri="{FF2B5EF4-FFF2-40B4-BE49-F238E27FC236}">
                <a16:creationId xmlns:a16="http://schemas.microsoft.com/office/drawing/2014/main" id="{40DDF11A-6B80-411F-AF23-460687AB960D}"/>
              </a:ext>
            </a:extLst>
          </p:cNvPr>
          <p:cNvSpPr txBox="1"/>
          <p:nvPr userDrawn="1"/>
        </p:nvSpPr>
        <p:spPr>
          <a:xfrm>
            <a:off x="1450478" y="2417032"/>
            <a:ext cx="327646" cy="161581"/>
          </a:xfrm>
          <a:prstGeom prst="rect">
            <a:avLst/>
          </a:prstGeom>
          <a:solidFill>
            <a:schemeClr val="bg1"/>
          </a:solidFill>
        </p:spPr>
        <p:txBody>
          <a:bodyPr wrap="none" lIns="68564" tIns="34289" rIns="68564" bIns="34289" rtlCol="0">
            <a:spAutoFit/>
          </a:bodyPr>
          <a:lstStyle/>
          <a:p>
            <a:pPr algn="ctr" defTabSz="685562" fontAlgn="auto">
              <a:spcBef>
                <a:spcPts val="0"/>
              </a:spcBef>
              <a:spcAft>
                <a:spcPts val="0"/>
              </a:spcAft>
              <a:defRPr/>
            </a:pPr>
            <a:r>
              <a:rPr lang="pt-BR" sz="600" u="sng" kern="0">
                <a:solidFill>
                  <a:srgbClr val="FFFFFF">
                    <a:lumMod val="65000"/>
                  </a:srgbClr>
                </a:solidFill>
                <a:latin typeface="TIM Sans Medium" pitchFamily="50" charset="0"/>
                <a:ea typeface="ＭＳ Ｐゴシック"/>
              </a:rPr>
              <a:t>HIGH</a:t>
            </a:r>
          </a:p>
        </p:txBody>
      </p:sp>
      <p:sp>
        <p:nvSpPr>
          <p:cNvPr id="39" name="TextBox 196">
            <a:extLst>
              <a:ext uri="{FF2B5EF4-FFF2-40B4-BE49-F238E27FC236}">
                <a16:creationId xmlns:a16="http://schemas.microsoft.com/office/drawing/2014/main" id="{C3AEBCAC-7D9A-4DA9-A577-FACAD80CC0C3}"/>
              </a:ext>
            </a:extLst>
          </p:cNvPr>
          <p:cNvSpPr txBox="1"/>
          <p:nvPr userDrawn="1"/>
        </p:nvSpPr>
        <p:spPr>
          <a:xfrm>
            <a:off x="1450479" y="3941797"/>
            <a:ext cx="447871" cy="161581"/>
          </a:xfrm>
          <a:prstGeom prst="rect">
            <a:avLst/>
          </a:prstGeom>
          <a:solidFill>
            <a:schemeClr val="bg1"/>
          </a:solidFill>
        </p:spPr>
        <p:txBody>
          <a:bodyPr wrap="none" lIns="68564" tIns="34289" rIns="68564" bIns="34289" rtlCol="0">
            <a:spAutoFit/>
          </a:bodyPr>
          <a:lstStyle/>
          <a:p>
            <a:pPr algn="ctr" defTabSz="685562" fontAlgn="auto">
              <a:spcBef>
                <a:spcPts val="0"/>
              </a:spcBef>
              <a:spcAft>
                <a:spcPts val="0"/>
              </a:spcAft>
              <a:defRPr/>
            </a:pPr>
            <a:r>
              <a:rPr lang="pt-BR" sz="600" u="sng" kern="0">
                <a:solidFill>
                  <a:srgbClr val="FFFFFF">
                    <a:lumMod val="65000"/>
                  </a:srgbClr>
                </a:solidFill>
                <a:latin typeface="TIM Sans Medium" pitchFamily="50" charset="0"/>
                <a:ea typeface="ＭＳ Ｐゴシック"/>
              </a:rPr>
              <a:t>MEDIUM</a:t>
            </a:r>
          </a:p>
        </p:txBody>
      </p:sp>
      <p:sp>
        <p:nvSpPr>
          <p:cNvPr id="40" name="TextBox 196">
            <a:extLst>
              <a:ext uri="{FF2B5EF4-FFF2-40B4-BE49-F238E27FC236}">
                <a16:creationId xmlns:a16="http://schemas.microsoft.com/office/drawing/2014/main" id="{E3BE67AC-C787-415F-A79B-F7BD6381572B}"/>
              </a:ext>
            </a:extLst>
          </p:cNvPr>
          <p:cNvSpPr txBox="1"/>
          <p:nvPr userDrawn="1"/>
        </p:nvSpPr>
        <p:spPr>
          <a:xfrm>
            <a:off x="1450479" y="5293513"/>
            <a:ext cx="318029" cy="161581"/>
          </a:xfrm>
          <a:prstGeom prst="rect">
            <a:avLst/>
          </a:prstGeom>
          <a:solidFill>
            <a:schemeClr val="bg1"/>
          </a:solidFill>
        </p:spPr>
        <p:txBody>
          <a:bodyPr wrap="none" lIns="68564" tIns="34289" rIns="68564" bIns="34289" rtlCol="0">
            <a:spAutoFit/>
          </a:bodyPr>
          <a:lstStyle/>
          <a:p>
            <a:pPr algn="ctr" defTabSz="685562" fontAlgn="auto">
              <a:spcBef>
                <a:spcPts val="0"/>
              </a:spcBef>
              <a:spcAft>
                <a:spcPts val="0"/>
              </a:spcAft>
              <a:defRPr/>
            </a:pPr>
            <a:r>
              <a:rPr lang="pt-BR" sz="600" u="sng" kern="0">
                <a:solidFill>
                  <a:srgbClr val="FFFFFF">
                    <a:lumMod val="65000"/>
                  </a:srgbClr>
                </a:solidFill>
                <a:latin typeface="TIM Sans Medium" pitchFamily="50" charset="0"/>
                <a:ea typeface="ＭＳ Ｐゴシック"/>
              </a:rPr>
              <a:t>LOW</a:t>
            </a:r>
          </a:p>
        </p:txBody>
      </p:sp>
    </p:spTree>
    <p:extLst>
      <p:ext uri="{BB962C8B-B14F-4D97-AF65-F5344CB8AC3E}">
        <p14:creationId xmlns:p14="http://schemas.microsoft.com/office/powerpoint/2010/main" val="154748439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MPETITIVE OVERVIEW – TO BE - MODELO">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65FAEDF1-FF87-466B-AE89-570B5E66E2CD}"/>
              </a:ext>
            </a:extLst>
          </p:cNvPr>
          <p:cNvSpPr/>
          <p:nvPr userDrawn="1"/>
        </p:nvSpPr>
        <p:spPr>
          <a:xfrm>
            <a:off x="-7116"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6" name="Retângulo: Cantos Superiores Arredondados 5">
            <a:extLst>
              <a:ext uri="{FF2B5EF4-FFF2-40B4-BE49-F238E27FC236}">
                <a16:creationId xmlns:a16="http://schemas.microsoft.com/office/drawing/2014/main" id="{58280137-A574-49A2-B09A-F3051C4607DC}"/>
              </a:ext>
            </a:extLst>
          </p:cNvPr>
          <p:cNvSpPr/>
          <p:nvPr userDrawn="1"/>
        </p:nvSpPr>
        <p:spPr>
          <a:xfrm>
            <a:off x="202258" y="758814"/>
            <a:ext cx="11787484" cy="5658727"/>
          </a:xfrm>
          <a:prstGeom prst="round2SameRect">
            <a:avLst>
              <a:gd name="adj1" fmla="val 3194"/>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TIM SE ENCONTRA....</a:t>
            </a: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512114" y="1195778"/>
            <a:ext cx="11197665" cy="50194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2" name="Retângulo: Cantos Arredondados 1">
            <a:extLst>
              <a:ext uri="{FF2B5EF4-FFF2-40B4-BE49-F238E27FC236}">
                <a16:creationId xmlns:a16="http://schemas.microsoft.com/office/drawing/2014/main" id="{F493033D-E5EB-4D57-BC5C-E6ED19E15ABB}"/>
              </a:ext>
            </a:extLst>
          </p:cNvPr>
          <p:cNvSpPr/>
          <p:nvPr userDrawn="1"/>
        </p:nvSpPr>
        <p:spPr>
          <a:xfrm>
            <a:off x="669391" y="179801"/>
            <a:ext cx="618428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COMPETITIVE OVERVIEW – TO BE - EXEMPLO</a:t>
            </a:r>
          </a:p>
        </p:txBody>
      </p:sp>
      <p:sp>
        <p:nvSpPr>
          <p:cNvPr id="3" name="object 30">
            <a:extLst>
              <a:ext uri="{FF2B5EF4-FFF2-40B4-BE49-F238E27FC236}">
                <a16:creationId xmlns:a16="http://schemas.microsoft.com/office/drawing/2014/main" id="{A1502214-612A-4873-AB04-BA706CA8483D}"/>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4" name="object 31">
            <a:extLst>
              <a:ext uri="{FF2B5EF4-FFF2-40B4-BE49-F238E27FC236}">
                <a16:creationId xmlns:a16="http://schemas.microsoft.com/office/drawing/2014/main" id="{41469CE5-9CED-43C0-9FDC-ECDE2ABE0849}"/>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5" name="Imagem 4">
            <a:extLst>
              <a:ext uri="{FF2B5EF4-FFF2-40B4-BE49-F238E27FC236}">
                <a16:creationId xmlns:a16="http://schemas.microsoft.com/office/drawing/2014/main" id="{C0CBF0DC-E284-4A17-9275-67B6F10E26C8}"/>
              </a:ext>
            </a:extLst>
          </p:cNvPr>
          <p:cNvPicPr>
            <a:picLocks noChangeAspect="1"/>
          </p:cNvPicPr>
          <p:nvPr userDrawn="1"/>
        </p:nvPicPr>
        <p:blipFill>
          <a:blip r:embed="rId19"/>
          <a:srcRect/>
          <a:stretch/>
        </p:blipFill>
        <p:spPr>
          <a:xfrm>
            <a:off x="255313" y="6480194"/>
            <a:ext cx="256801" cy="208487"/>
          </a:xfrm>
          <a:prstGeom prst="rect">
            <a:avLst/>
          </a:prstGeom>
        </p:spPr>
      </p:pic>
      <p:pic>
        <p:nvPicPr>
          <p:cNvPr id="32" name="Immagine 7" descr="secondario_rgb.png">
            <a:extLst>
              <a:ext uri="{FF2B5EF4-FFF2-40B4-BE49-F238E27FC236}">
                <a16:creationId xmlns:a16="http://schemas.microsoft.com/office/drawing/2014/main" id="{B11DDA16-505C-4E48-AE7E-F60AD8430A8C}"/>
              </a:ext>
            </a:extLst>
          </p:cNvPr>
          <p:cNvPicPr>
            <a:picLocks noChangeAspect="1"/>
          </p:cNvPicPr>
          <p:nvPr userDrawn="1"/>
        </p:nvPicPr>
        <p:blipFill>
          <a:blip r:embed="rId20"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6" name="Segnaposto numero diapositiva 1">
            <a:extLst>
              <a:ext uri="{FF2B5EF4-FFF2-40B4-BE49-F238E27FC236}">
                <a16:creationId xmlns:a16="http://schemas.microsoft.com/office/drawing/2014/main" id="{3ECDCA88-62C1-448A-BC05-813BB6A92A3D}"/>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pic>
        <p:nvPicPr>
          <p:cNvPr id="7" name="Immagine 7" descr="secondario_rgb.png">
            <a:extLst>
              <a:ext uri="{FF2B5EF4-FFF2-40B4-BE49-F238E27FC236}">
                <a16:creationId xmlns:a16="http://schemas.microsoft.com/office/drawing/2014/main" id="{FCF190C9-8F4C-4F28-9D37-83C32001E727}"/>
              </a:ext>
            </a:extLst>
          </p:cNvPr>
          <p:cNvPicPr>
            <a:picLocks noChangeAspect="1"/>
          </p:cNvPicPr>
          <p:nvPr userDrawn="1"/>
        </p:nvPicPr>
        <p:blipFill>
          <a:blip r:embed="rId20" cstate="print">
            <a:extLst>
              <a:ext uri="{28A0092B-C50C-407E-A947-70E740481C1C}">
                <a14:useLocalDpi xmlns:a14="http://schemas.microsoft.com/office/drawing/2010/main"/>
              </a:ext>
            </a:extLst>
          </a:blip>
          <a:stretch>
            <a:fillRect/>
          </a:stretch>
        </p:blipFill>
        <p:spPr>
          <a:xfrm>
            <a:off x="10910659" y="301729"/>
            <a:ext cx="985433" cy="260903"/>
          </a:xfrm>
          <a:prstGeom prst="rect">
            <a:avLst/>
          </a:prstGeom>
        </p:spPr>
      </p:pic>
      <p:pic>
        <p:nvPicPr>
          <p:cNvPr id="15" name="Immagine 13">
            <a:extLst>
              <a:ext uri="{FF2B5EF4-FFF2-40B4-BE49-F238E27FC236}">
                <a16:creationId xmlns:a16="http://schemas.microsoft.com/office/drawing/2014/main" id="{CF739C4B-6CD2-4882-B83D-0CCD9C01D9EE}"/>
              </a:ext>
            </a:extLst>
          </p:cNvPr>
          <p:cNvPicPr>
            <a:picLocks noChangeAspect="1"/>
          </p:cNvPicPr>
          <p:nvPr userDrawn="1">
            <p:custDataLst>
              <p:tags r:id="rId1"/>
            </p:custDataLst>
          </p:nvPr>
        </p:nvPicPr>
        <p:blipFill>
          <a:blip r:embed="rId21" cstate="print">
            <a:duotone>
              <a:srgbClr val="006EB8">
                <a:shade val="45000"/>
                <a:satMod val="135000"/>
              </a:srgbClr>
              <a:prstClr val="white"/>
            </a:duotone>
            <a:extLst>
              <a:ext uri="{28A0092B-C50C-407E-A947-70E740481C1C}">
                <a14:useLocalDpi xmlns:a14="http://schemas.microsoft.com/office/drawing/2010/main" val="0"/>
              </a:ext>
            </a:extLst>
          </a:blip>
          <a:stretch>
            <a:fillRect/>
          </a:stretch>
        </p:blipFill>
        <p:spPr>
          <a:xfrm>
            <a:off x="1805712" y="3094472"/>
            <a:ext cx="295079" cy="308293"/>
          </a:xfrm>
          <a:prstGeom prst="rect">
            <a:avLst/>
          </a:prstGeom>
        </p:spPr>
      </p:pic>
      <p:pic>
        <p:nvPicPr>
          <p:cNvPr id="16" name="Immagine 48">
            <a:extLst>
              <a:ext uri="{FF2B5EF4-FFF2-40B4-BE49-F238E27FC236}">
                <a16:creationId xmlns:a16="http://schemas.microsoft.com/office/drawing/2014/main" id="{6EABBD05-ED7E-4939-A075-C8D559BF03F5}"/>
              </a:ext>
            </a:extLst>
          </p:cNvPr>
          <p:cNvPicPr>
            <a:picLocks noChangeAspect="1"/>
          </p:cNvPicPr>
          <p:nvPr userDrawn="1">
            <p:custDataLst>
              <p:tags r:id="rId2"/>
            </p:custDataLst>
          </p:nvPr>
        </p:nvPicPr>
        <p:blipFill>
          <a:blip r:embed="rId22" cstate="print">
            <a:duotone>
              <a:srgbClr val="006EB8">
                <a:shade val="45000"/>
                <a:satMod val="135000"/>
              </a:srgbClr>
              <a:prstClr val="white"/>
            </a:duotone>
            <a:extLst>
              <a:ext uri="{28A0092B-C50C-407E-A947-70E740481C1C}">
                <a14:useLocalDpi xmlns:a14="http://schemas.microsoft.com/office/drawing/2010/main" val="0"/>
              </a:ext>
            </a:extLst>
          </a:blip>
          <a:stretch>
            <a:fillRect/>
          </a:stretch>
        </p:blipFill>
        <p:spPr>
          <a:xfrm>
            <a:off x="1810687" y="2372885"/>
            <a:ext cx="293180" cy="344937"/>
          </a:xfrm>
          <a:prstGeom prst="rect">
            <a:avLst/>
          </a:prstGeom>
        </p:spPr>
      </p:pic>
      <p:cxnSp>
        <p:nvCxnSpPr>
          <p:cNvPr id="17" name="Straight Connector 81">
            <a:extLst>
              <a:ext uri="{FF2B5EF4-FFF2-40B4-BE49-F238E27FC236}">
                <a16:creationId xmlns:a16="http://schemas.microsoft.com/office/drawing/2014/main" id="{3CFF1528-1D17-4287-96D9-768B81F3B566}"/>
              </a:ext>
            </a:extLst>
          </p:cNvPr>
          <p:cNvCxnSpPr/>
          <p:nvPr userDrawn="1">
            <p:custDataLst>
              <p:tags r:id="rId3"/>
            </p:custDataLst>
          </p:nvPr>
        </p:nvCxnSpPr>
        <p:spPr>
          <a:xfrm>
            <a:off x="2347413" y="3579654"/>
            <a:ext cx="8158538" cy="0"/>
          </a:xfrm>
          <a:prstGeom prst="line">
            <a:avLst/>
          </a:prstGeom>
          <a:noFill/>
          <a:ln w="6350" cap="flat" cmpd="sng" algn="ctr">
            <a:solidFill>
              <a:srgbClr val="FFFFFF">
                <a:lumMod val="85000"/>
              </a:srgbClr>
            </a:solidFill>
            <a:prstDash val="solid"/>
            <a:miter lim="800000"/>
          </a:ln>
          <a:effectLst/>
        </p:spPr>
      </p:cxnSp>
      <p:cxnSp>
        <p:nvCxnSpPr>
          <p:cNvPr id="18" name="Straight Connector 82">
            <a:extLst>
              <a:ext uri="{FF2B5EF4-FFF2-40B4-BE49-F238E27FC236}">
                <a16:creationId xmlns:a16="http://schemas.microsoft.com/office/drawing/2014/main" id="{89DA8049-42E6-4705-ACFA-6FDD0D833889}"/>
              </a:ext>
            </a:extLst>
          </p:cNvPr>
          <p:cNvCxnSpPr/>
          <p:nvPr userDrawn="1">
            <p:custDataLst>
              <p:tags r:id="rId4"/>
            </p:custDataLst>
          </p:nvPr>
        </p:nvCxnSpPr>
        <p:spPr>
          <a:xfrm>
            <a:off x="2347413" y="4972517"/>
            <a:ext cx="8158538" cy="0"/>
          </a:xfrm>
          <a:prstGeom prst="line">
            <a:avLst/>
          </a:prstGeom>
          <a:noFill/>
          <a:ln w="6350" cap="flat" cmpd="sng" algn="ctr">
            <a:solidFill>
              <a:srgbClr val="FFFFFF">
                <a:lumMod val="85000"/>
              </a:srgbClr>
            </a:solidFill>
            <a:prstDash val="solid"/>
            <a:miter lim="800000"/>
          </a:ln>
          <a:effectLst/>
        </p:spPr>
      </p:cxnSp>
      <p:cxnSp>
        <p:nvCxnSpPr>
          <p:cNvPr id="19" name="Straight Connector 83">
            <a:extLst>
              <a:ext uri="{FF2B5EF4-FFF2-40B4-BE49-F238E27FC236}">
                <a16:creationId xmlns:a16="http://schemas.microsoft.com/office/drawing/2014/main" id="{D717DC16-8D65-4183-870D-CC56420E2701}"/>
              </a:ext>
            </a:extLst>
          </p:cNvPr>
          <p:cNvCxnSpPr/>
          <p:nvPr userDrawn="1">
            <p:custDataLst>
              <p:tags r:id="rId5"/>
            </p:custDataLst>
          </p:nvPr>
        </p:nvCxnSpPr>
        <p:spPr>
          <a:xfrm>
            <a:off x="2347413" y="2942785"/>
            <a:ext cx="8158538" cy="0"/>
          </a:xfrm>
          <a:prstGeom prst="line">
            <a:avLst/>
          </a:prstGeom>
          <a:noFill/>
          <a:ln w="6350" cap="flat" cmpd="sng" algn="ctr">
            <a:solidFill>
              <a:srgbClr val="FFFFFF">
                <a:lumMod val="85000"/>
              </a:srgbClr>
            </a:solidFill>
            <a:prstDash val="solid"/>
            <a:miter lim="800000"/>
          </a:ln>
          <a:effectLst/>
        </p:spPr>
      </p:cxnSp>
      <p:pic>
        <p:nvPicPr>
          <p:cNvPr id="20" name="Immagine 30">
            <a:extLst>
              <a:ext uri="{FF2B5EF4-FFF2-40B4-BE49-F238E27FC236}">
                <a16:creationId xmlns:a16="http://schemas.microsoft.com/office/drawing/2014/main" id="{234B660D-2FBA-4221-ABC0-195F174624EC}"/>
              </a:ext>
            </a:extLst>
          </p:cNvPr>
          <p:cNvPicPr>
            <a:picLocks noChangeAspect="1"/>
          </p:cNvPicPr>
          <p:nvPr userDrawn="1"/>
        </p:nvPicPr>
        <p:blipFill>
          <a:blip r:embed="rId23" cstate="print">
            <a:duotone>
              <a:srgbClr val="006EB8">
                <a:shade val="45000"/>
                <a:satMod val="135000"/>
              </a:srgbClr>
              <a:prstClr val="white"/>
            </a:duotone>
            <a:extLst>
              <a:ext uri="{28A0092B-C50C-407E-A947-70E740481C1C}">
                <a14:useLocalDpi xmlns:a14="http://schemas.microsoft.com/office/drawing/2010/main" val="0"/>
              </a:ext>
            </a:extLst>
          </a:blip>
          <a:stretch>
            <a:fillRect/>
          </a:stretch>
        </p:blipFill>
        <p:spPr>
          <a:xfrm>
            <a:off x="1777195" y="5118133"/>
            <a:ext cx="376334" cy="300130"/>
          </a:xfrm>
          <a:prstGeom prst="rect">
            <a:avLst/>
          </a:prstGeom>
        </p:spPr>
      </p:pic>
      <p:pic>
        <p:nvPicPr>
          <p:cNvPr id="21" name="Picture 86">
            <a:extLst>
              <a:ext uri="{FF2B5EF4-FFF2-40B4-BE49-F238E27FC236}">
                <a16:creationId xmlns:a16="http://schemas.microsoft.com/office/drawing/2014/main" id="{61BA8B9D-E48B-494F-B8B1-00CED43425FB}"/>
              </a:ext>
            </a:extLst>
          </p:cNvPr>
          <p:cNvPicPr>
            <a:picLocks noChangeAspect="1"/>
          </p:cNvPicPr>
          <p:nvPr userDrawn="1"/>
        </p:nvPicPr>
        <p:blipFill>
          <a:blip r:embed="rId24" cstate="print">
            <a:extLst>
              <a:ext uri="{28A0092B-C50C-407E-A947-70E740481C1C}">
                <a14:useLocalDpi xmlns:a14="http://schemas.microsoft.com/office/drawing/2010/main" val="0"/>
              </a:ext>
            </a:extLst>
          </a:blip>
          <a:stretch>
            <a:fillRect/>
          </a:stretch>
        </p:blipFill>
        <p:spPr>
          <a:xfrm>
            <a:off x="2807047" y="1812005"/>
            <a:ext cx="767060" cy="219468"/>
          </a:xfrm>
          <a:prstGeom prst="rect">
            <a:avLst/>
          </a:prstGeom>
        </p:spPr>
      </p:pic>
      <p:sp>
        <p:nvSpPr>
          <p:cNvPr id="22" name="Segnaposto contenuto 2">
            <a:extLst>
              <a:ext uri="{FF2B5EF4-FFF2-40B4-BE49-F238E27FC236}">
                <a16:creationId xmlns:a16="http://schemas.microsoft.com/office/drawing/2014/main" id="{4F26594E-627F-4E3A-9081-24BF79DFEA10}"/>
              </a:ext>
            </a:extLst>
          </p:cNvPr>
          <p:cNvSpPr txBox="1">
            <a:spLocks/>
          </p:cNvSpPr>
          <p:nvPr userDrawn="1">
            <p:custDataLst>
              <p:tags r:id="rId6"/>
            </p:custDataLst>
          </p:nvPr>
        </p:nvSpPr>
        <p:spPr bwMode="auto">
          <a:xfrm>
            <a:off x="2313276" y="5197948"/>
            <a:ext cx="922319" cy="197946"/>
          </a:xfrm>
          <a:prstGeom prst="rect">
            <a:avLst/>
          </a:prstGeom>
          <a:noFill/>
          <a:ln>
            <a:noFill/>
          </a:ln>
          <a:effectLst/>
        </p:spPr>
        <p:txBody>
          <a:bodyPr lIns="24872" tIns="12434" rIns="24872" bIns="12434" anchor="ctr"/>
          <a:lstStyle>
            <a:defPPr>
              <a:defRPr lang="pt-BR"/>
            </a:defPPr>
            <a:lvl1pPr indent="0" algn="ctr" defTabSz="514337">
              <a:lnSpc>
                <a:spcPct val="120000"/>
              </a:lnSpc>
              <a:spcBef>
                <a:spcPts val="563"/>
              </a:spcBef>
              <a:buFontTx/>
              <a:buNone/>
              <a:defRPr sz="1333" b="1">
                <a:solidFill>
                  <a:srgbClr val="004691"/>
                </a:solidFill>
                <a:latin typeface="TIM Sans" panose="00000500000000000000" pitchFamily="50" charset="0"/>
              </a:defRPr>
            </a:lvl1pPr>
            <a:lvl2pPr marL="257168" indent="0" defTabSz="514337">
              <a:lnSpc>
                <a:spcPct val="120000"/>
              </a:lnSpc>
              <a:spcBef>
                <a:spcPts val="281"/>
              </a:spcBef>
              <a:buFontTx/>
              <a:buNone/>
              <a:defRPr sz="1200">
                <a:solidFill>
                  <a:schemeClr val="accent5"/>
                </a:solidFill>
                <a:latin typeface="TIM Sans" panose="00000500000000000000" pitchFamily="50" charset="0"/>
              </a:defRPr>
            </a:lvl2pPr>
            <a:lvl3pPr marL="514337" indent="0" defTabSz="514337">
              <a:lnSpc>
                <a:spcPct val="120000"/>
              </a:lnSpc>
              <a:spcBef>
                <a:spcPts val="281"/>
              </a:spcBef>
              <a:buFontTx/>
              <a:buNone/>
              <a:defRPr sz="1100">
                <a:solidFill>
                  <a:schemeClr val="accent5"/>
                </a:solidFill>
                <a:latin typeface="TIM Sans" panose="00000500000000000000" pitchFamily="50" charset="0"/>
              </a:defRPr>
            </a:lvl3pPr>
            <a:lvl4pPr marL="900091" indent="-128585" defTabSz="514337">
              <a:lnSpc>
                <a:spcPct val="90000"/>
              </a:lnSpc>
              <a:spcBef>
                <a:spcPts val="281"/>
              </a:spcBef>
              <a:buFont typeface="Arial" panose="020B0604020202020204" pitchFamily="34" charset="0"/>
              <a:buChar char="•"/>
              <a:defRPr sz="1000"/>
            </a:lvl4pPr>
            <a:lvl5pPr marL="1157259" indent="-128585" defTabSz="514337">
              <a:lnSpc>
                <a:spcPct val="90000"/>
              </a:lnSpc>
              <a:spcBef>
                <a:spcPts val="281"/>
              </a:spcBef>
              <a:buFont typeface="Arial" panose="020B0604020202020204" pitchFamily="34" charset="0"/>
              <a:buChar char="•"/>
              <a:defRPr sz="1000"/>
            </a:lvl5pPr>
            <a:lvl6pPr marL="1414428" indent="-128585" defTabSz="514337">
              <a:lnSpc>
                <a:spcPct val="90000"/>
              </a:lnSpc>
              <a:spcBef>
                <a:spcPts val="281"/>
              </a:spcBef>
              <a:buFont typeface="Arial" panose="020B0604020202020204" pitchFamily="34" charset="0"/>
              <a:buChar char="•"/>
              <a:defRPr sz="1000"/>
            </a:lvl6pPr>
            <a:lvl7pPr marL="1671596" indent="-128585" defTabSz="514337">
              <a:lnSpc>
                <a:spcPct val="90000"/>
              </a:lnSpc>
              <a:spcBef>
                <a:spcPts val="281"/>
              </a:spcBef>
              <a:buFont typeface="Arial" panose="020B0604020202020204" pitchFamily="34" charset="0"/>
              <a:buChar char="•"/>
              <a:defRPr sz="1000"/>
            </a:lvl7pPr>
            <a:lvl8pPr marL="1928765" indent="-128585" defTabSz="514337">
              <a:lnSpc>
                <a:spcPct val="90000"/>
              </a:lnSpc>
              <a:spcBef>
                <a:spcPts val="281"/>
              </a:spcBef>
              <a:buFont typeface="Arial" panose="020B0604020202020204" pitchFamily="34" charset="0"/>
              <a:buChar char="•"/>
              <a:defRPr sz="1000"/>
            </a:lvl8pPr>
            <a:lvl9pPr marL="2185934" indent="-128585" defTabSz="514337">
              <a:lnSpc>
                <a:spcPct val="90000"/>
              </a:lnSpc>
              <a:spcBef>
                <a:spcPts val="281"/>
              </a:spcBef>
              <a:buFont typeface="Arial" panose="020B0604020202020204" pitchFamily="34" charset="0"/>
              <a:buChar char="•"/>
              <a:defRPr sz="1000"/>
            </a:lvl9pPr>
          </a:lstStyle>
          <a:p>
            <a:pPr defTabSz="186300" fontAlgn="auto">
              <a:spcBef>
                <a:spcPts val="205"/>
              </a:spcBef>
              <a:spcAft>
                <a:spcPts val="0"/>
              </a:spcAft>
              <a:defRPr/>
            </a:pPr>
            <a:r>
              <a:rPr lang="pt-BR" sz="900" kern="0">
                <a:latin typeface="TIM Sans Light" panose="00000400000000000000" pitchFamily="50" charset="0"/>
                <a:ea typeface="ＭＳ Ｐゴシック" charset="0"/>
                <a:cs typeface="Arial"/>
              </a:rPr>
              <a:t>R$269,99</a:t>
            </a:r>
            <a:endParaRPr lang="it-IT" sz="900" kern="0">
              <a:latin typeface="TIM Sans Light" panose="00000400000000000000" pitchFamily="50" charset="0"/>
              <a:ea typeface="ＭＳ Ｐゴシック" charset="0"/>
              <a:cs typeface="Arial"/>
            </a:endParaRPr>
          </a:p>
        </p:txBody>
      </p:sp>
      <p:pic>
        <p:nvPicPr>
          <p:cNvPr id="23" name="Picture 89" descr="C:\Users\F8061436\Desktop\icons\vivo-logo.png">
            <a:extLst>
              <a:ext uri="{FF2B5EF4-FFF2-40B4-BE49-F238E27FC236}">
                <a16:creationId xmlns:a16="http://schemas.microsoft.com/office/drawing/2014/main" id="{8FDA8A9F-38C0-49B0-8A81-93078227F037}"/>
              </a:ext>
            </a:extLst>
          </p:cNvPr>
          <p:cNvPicPr>
            <a:picLocks noChangeAspect="1" noChangeArrowheads="1"/>
          </p:cNvPicPr>
          <p:nvPr userDrawn="1"/>
        </p:nvPicPr>
        <p:blipFill>
          <a:blip r:embed="rId25" cstate="print">
            <a:extLst>
              <a:ext uri="{28A0092B-C50C-407E-A947-70E740481C1C}">
                <a14:useLocalDpi xmlns:a14="http://schemas.microsoft.com/office/drawing/2010/main" val="0"/>
              </a:ext>
            </a:extLst>
          </a:blip>
          <a:srcRect/>
          <a:stretch>
            <a:fillRect/>
          </a:stretch>
        </p:blipFill>
        <p:spPr bwMode="auto">
          <a:xfrm>
            <a:off x="4903504" y="1766516"/>
            <a:ext cx="723491" cy="281312"/>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90">
            <a:extLst>
              <a:ext uri="{FF2B5EF4-FFF2-40B4-BE49-F238E27FC236}">
                <a16:creationId xmlns:a16="http://schemas.microsoft.com/office/drawing/2014/main" id="{D4FE88ED-018B-4A69-A49D-DE7E67F6F8C5}"/>
              </a:ext>
            </a:extLst>
          </p:cNvPr>
          <p:cNvPicPr>
            <a:picLocks noChangeAspect="1"/>
          </p:cNvPicPr>
          <p:nvPr userDrawn="1"/>
        </p:nvPicPr>
        <p:blipFill>
          <a:blip r:embed="rId26" cstate="print">
            <a:extLst>
              <a:ext uri="{28A0092B-C50C-407E-A947-70E740481C1C}">
                <a14:useLocalDpi xmlns:a14="http://schemas.microsoft.com/office/drawing/2010/main" val="0"/>
              </a:ext>
            </a:extLst>
          </a:blip>
          <a:stretch>
            <a:fillRect/>
          </a:stretch>
        </p:blipFill>
        <p:spPr>
          <a:xfrm>
            <a:off x="4869613" y="3344939"/>
            <a:ext cx="185601" cy="209328"/>
          </a:xfrm>
          <a:prstGeom prst="rect">
            <a:avLst/>
          </a:prstGeom>
        </p:spPr>
      </p:pic>
      <p:sp>
        <p:nvSpPr>
          <p:cNvPr id="25" name="Segnaposto contenuto 2">
            <a:extLst>
              <a:ext uri="{FF2B5EF4-FFF2-40B4-BE49-F238E27FC236}">
                <a16:creationId xmlns:a16="http://schemas.microsoft.com/office/drawing/2014/main" id="{93A29A6F-ED2C-4F74-83BE-5DDB2B24ECC4}"/>
              </a:ext>
            </a:extLst>
          </p:cNvPr>
          <p:cNvSpPr txBox="1">
            <a:spLocks/>
          </p:cNvSpPr>
          <p:nvPr userDrawn="1">
            <p:custDataLst>
              <p:tags r:id="rId7"/>
            </p:custDataLst>
          </p:nvPr>
        </p:nvSpPr>
        <p:spPr bwMode="auto">
          <a:xfrm>
            <a:off x="4522293" y="5197422"/>
            <a:ext cx="1485890" cy="198908"/>
          </a:xfrm>
          <a:prstGeom prst="rect">
            <a:avLst/>
          </a:prstGeom>
          <a:noFill/>
          <a:ln>
            <a:noFill/>
          </a:ln>
          <a:effectLst/>
        </p:spPr>
        <p:txBody>
          <a:bodyPr lIns="24872" tIns="12434" rIns="24872" bIns="12434" anchor="ctr"/>
          <a:lstStyle>
            <a:defPPr>
              <a:defRPr lang="pt-BR"/>
            </a:defPPr>
            <a:lvl1pPr indent="0" algn="ctr" defTabSz="514337">
              <a:lnSpc>
                <a:spcPct val="120000"/>
              </a:lnSpc>
              <a:spcBef>
                <a:spcPts val="563"/>
              </a:spcBef>
              <a:buFontTx/>
              <a:buNone/>
              <a:defRPr sz="1333" b="1">
                <a:solidFill>
                  <a:srgbClr val="004691"/>
                </a:solidFill>
                <a:latin typeface="TIM Sans" panose="00000500000000000000" pitchFamily="50" charset="0"/>
              </a:defRPr>
            </a:lvl1pPr>
            <a:lvl2pPr marL="257168" indent="0" defTabSz="514337">
              <a:lnSpc>
                <a:spcPct val="120000"/>
              </a:lnSpc>
              <a:spcBef>
                <a:spcPts val="281"/>
              </a:spcBef>
              <a:buFontTx/>
              <a:buNone/>
              <a:defRPr sz="1200">
                <a:solidFill>
                  <a:schemeClr val="accent5"/>
                </a:solidFill>
                <a:latin typeface="TIM Sans" panose="00000500000000000000" pitchFamily="50" charset="0"/>
              </a:defRPr>
            </a:lvl2pPr>
            <a:lvl3pPr marL="514337" indent="0" defTabSz="514337">
              <a:lnSpc>
                <a:spcPct val="120000"/>
              </a:lnSpc>
              <a:spcBef>
                <a:spcPts val="281"/>
              </a:spcBef>
              <a:buFontTx/>
              <a:buNone/>
              <a:defRPr sz="1100">
                <a:solidFill>
                  <a:schemeClr val="accent5"/>
                </a:solidFill>
                <a:latin typeface="TIM Sans" panose="00000500000000000000" pitchFamily="50" charset="0"/>
              </a:defRPr>
            </a:lvl3pPr>
            <a:lvl4pPr marL="900091" indent="-128585" defTabSz="514337">
              <a:lnSpc>
                <a:spcPct val="90000"/>
              </a:lnSpc>
              <a:spcBef>
                <a:spcPts val="281"/>
              </a:spcBef>
              <a:buFont typeface="Arial" panose="020B0604020202020204" pitchFamily="34" charset="0"/>
              <a:buChar char="•"/>
              <a:defRPr sz="1000"/>
            </a:lvl4pPr>
            <a:lvl5pPr marL="1157259" indent="-128585" defTabSz="514337">
              <a:lnSpc>
                <a:spcPct val="90000"/>
              </a:lnSpc>
              <a:spcBef>
                <a:spcPts val="281"/>
              </a:spcBef>
              <a:buFont typeface="Arial" panose="020B0604020202020204" pitchFamily="34" charset="0"/>
              <a:buChar char="•"/>
              <a:defRPr sz="1000"/>
            </a:lvl5pPr>
            <a:lvl6pPr marL="1414428" indent="-128585" defTabSz="514337">
              <a:lnSpc>
                <a:spcPct val="90000"/>
              </a:lnSpc>
              <a:spcBef>
                <a:spcPts val="281"/>
              </a:spcBef>
              <a:buFont typeface="Arial" panose="020B0604020202020204" pitchFamily="34" charset="0"/>
              <a:buChar char="•"/>
              <a:defRPr sz="1000"/>
            </a:lvl6pPr>
            <a:lvl7pPr marL="1671596" indent="-128585" defTabSz="514337">
              <a:lnSpc>
                <a:spcPct val="90000"/>
              </a:lnSpc>
              <a:spcBef>
                <a:spcPts val="281"/>
              </a:spcBef>
              <a:buFont typeface="Arial" panose="020B0604020202020204" pitchFamily="34" charset="0"/>
              <a:buChar char="•"/>
              <a:defRPr sz="1000"/>
            </a:lvl7pPr>
            <a:lvl8pPr marL="1928765" indent="-128585" defTabSz="514337">
              <a:lnSpc>
                <a:spcPct val="90000"/>
              </a:lnSpc>
              <a:spcBef>
                <a:spcPts val="281"/>
              </a:spcBef>
              <a:buFont typeface="Arial" panose="020B0604020202020204" pitchFamily="34" charset="0"/>
              <a:buChar char="•"/>
              <a:defRPr sz="1000"/>
            </a:lvl8pPr>
            <a:lvl9pPr marL="2185934" indent="-128585" defTabSz="514337">
              <a:lnSpc>
                <a:spcPct val="90000"/>
              </a:lnSpc>
              <a:spcBef>
                <a:spcPts val="281"/>
              </a:spcBef>
              <a:buFont typeface="Arial" panose="020B0604020202020204" pitchFamily="34" charset="0"/>
              <a:buChar char="•"/>
              <a:defRPr sz="1000"/>
            </a:lvl9pPr>
          </a:lstStyle>
          <a:p>
            <a:pPr defTabSz="186300" fontAlgn="auto">
              <a:spcBef>
                <a:spcPts val="205"/>
              </a:spcBef>
              <a:spcAft>
                <a:spcPts val="0"/>
              </a:spcAft>
              <a:defRPr/>
            </a:pPr>
            <a:r>
              <a:rPr lang="pt-BR" sz="900" kern="0">
                <a:solidFill>
                  <a:srgbClr val="7030A0"/>
                </a:solidFill>
                <a:latin typeface="TIM Sans Light" panose="00000400000000000000" pitchFamily="50" charset="0"/>
                <a:ea typeface="ＭＳ Ｐゴシック" charset="0"/>
                <a:cs typeface="Arial"/>
              </a:rPr>
              <a:t>R$289,99</a:t>
            </a:r>
            <a:endParaRPr lang="it-IT" sz="900" kern="0">
              <a:solidFill>
                <a:srgbClr val="7030A0"/>
              </a:solidFill>
              <a:latin typeface="TIM Sans Light" panose="00000400000000000000" pitchFamily="50" charset="0"/>
              <a:ea typeface="ＭＳ Ｐゴシック" charset="0"/>
              <a:cs typeface="Arial"/>
            </a:endParaRPr>
          </a:p>
        </p:txBody>
      </p:sp>
      <p:sp>
        <p:nvSpPr>
          <p:cNvPr id="26" name="Rectangle 92">
            <a:extLst>
              <a:ext uri="{FF2B5EF4-FFF2-40B4-BE49-F238E27FC236}">
                <a16:creationId xmlns:a16="http://schemas.microsoft.com/office/drawing/2014/main" id="{E1BABBD5-BBF2-4916-8A12-F45AC9192304}"/>
              </a:ext>
            </a:extLst>
          </p:cNvPr>
          <p:cNvSpPr/>
          <p:nvPr userDrawn="1"/>
        </p:nvSpPr>
        <p:spPr>
          <a:xfrm>
            <a:off x="4769951" y="3023373"/>
            <a:ext cx="995446" cy="218173"/>
          </a:xfrm>
          <a:prstGeom prst="rect">
            <a:avLst/>
          </a:prstGeom>
        </p:spPr>
        <p:txBody>
          <a:bodyPr wrap="none" lIns="33119" tIns="16583" rIns="33119" bIns="16583" anchor="ctr">
            <a:spAutoFit/>
          </a:bodyPr>
          <a:lstStyle/>
          <a:p>
            <a:pPr defTabSz="662356" fontAlgn="auto">
              <a:spcBef>
                <a:spcPts val="0"/>
              </a:spcBef>
              <a:spcAft>
                <a:spcPts val="0"/>
              </a:spcAft>
              <a:defRPr/>
            </a:pPr>
            <a:r>
              <a:rPr lang="pt-BR" sz="1200" b="1" kern="0">
                <a:solidFill>
                  <a:srgbClr val="7030A0"/>
                </a:solidFill>
                <a:latin typeface="TIM Sans Light" panose="00000400000000000000" pitchFamily="50" charset="0"/>
                <a:ea typeface="ＭＳ Ｐゴシック"/>
                <a:cs typeface="Arial"/>
              </a:rPr>
              <a:t>30GB + 30GB</a:t>
            </a:r>
            <a:endParaRPr lang="pt-BR" sz="1200" kern="0">
              <a:solidFill>
                <a:srgbClr val="7030A0"/>
              </a:solidFill>
              <a:latin typeface="TIM Sans Light" panose="00000400000000000000" pitchFamily="50" charset="0"/>
              <a:ea typeface="ＭＳ Ｐゴシック"/>
              <a:cs typeface="Arial"/>
            </a:endParaRPr>
          </a:p>
        </p:txBody>
      </p:sp>
      <p:pic>
        <p:nvPicPr>
          <p:cNvPr id="27" name="Picture 93">
            <a:extLst>
              <a:ext uri="{FF2B5EF4-FFF2-40B4-BE49-F238E27FC236}">
                <a16:creationId xmlns:a16="http://schemas.microsoft.com/office/drawing/2014/main" id="{FD4A5DBE-E00C-4562-A4E2-19E162D4D526}"/>
              </a:ext>
            </a:extLst>
          </p:cNvPr>
          <p:cNvPicPr>
            <a:picLocks noChangeAspect="1"/>
          </p:cNvPicPr>
          <p:nvPr userDrawn="1"/>
        </p:nvPicPr>
        <p:blipFill>
          <a:blip r:embed="rId27" cstate="print">
            <a:extLst>
              <a:ext uri="{28A0092B-C50C-407E-A947-70E740481C1C}">
                <a14:useLocalDpi xmlns:a14="http://schemas.microsoft.com/office/drawing/2010/main" val="0"/>
              </a:ext>
            </a:extLst>
          </a:blip>
          <a:stretch>
            <a:fillRect/>
          </a:stretch>
        </p:blipFill>
        <p:spPr>
          <a:xfrm>
            <a:off x="9132610" y="1711517"/>
            <a:ext cx="413948" cy="399536"/>
          </a:xfrm>
          <a:prstGeom prst="rect">
            <a:avLst/>
          </a:prstGeom>
        </p:spPr>
      </p:pic>
      <p:sp>
        <p:nvSpPr>
          <p:cNvPr id="28" name="TextBox 94">
            <a:extLst>
              <a:ext uri="{FF2B5EF4-FFF2-40B4-BE49-F238E27FC236}">
                <a16:creationId xmlns:a16="http://schemas.microsoft.com/office/drawing/2014/main" id="{65A996AB-6897-4571-B841-E65EBF66683A}"/>
              </a:ext>
            </a:extLst>
          </p:cNvPr>
          <p:cNvSpPr txBox="1"/>
          <p:nvPr userDrawn="1"/>
        </p:nvSpPr>
        <p:spPr>
          <a:xfrm>
            <a:off x="2516641" y="5067174"/>
            <a:ext cx="1076691" cy="160447"/>
          </a:xfrm>
          <a:prstGeom prst="rect">
            <a:avLst/>
          </a:prstGeom>
          <a:noFill/>
        </p:spPr>
        <p:txBody>
          <a:bodyPr wrap="square" lIns="33119" tIns="16583" rIns="33119" bIns="16583" rtlCol="0">
            <a:spAutoFit/>
          </a:bodyPr>
          <a:lstStyle/>
          <a:p>
            <a:pPr defTabSz="662356" fontAlgn="auto">
              <a:spcBef>
                <a:spcPts val="0"/>
              </a:spcBef>
              <a:spcAft>
                <a:spcPts val="0"/>
              </a:spcAft>
              <a:defRPr/>
            </a:pPr>
            <a:r>
              <a:rPr lang="pt-BR" sz="800" kern="0">
                <a:solidFill>
                  <a:srgbClr val="004691"/>
                </a:solidFill>
                <a:latin typeface="TIM Sans Light" panose="00000400000000000000" pitchFamily="50" charset="0"/>
                <a:ea typeface="ＭＳ Ｐゴシック"/>
                <a:cs typeface="Arial"/>
              </a:rPr>
              <a:t>Fidelizado</a:t>
            </a:r>
          </a:p>
        </p:txBody>
      </p:sp>
      <p:pic>
        <p:nvPicPr>
          <p:cNvPr id="29" name="Picture 95">
            <a:extLst>
              <a:ext uri="{FF2B5EF4-FFF2-40B4-BE49-F238E27FC236}">
                <a16:creationId xmlns:a16="http://schemas.microsoft.com/office/drawing/2014/main" id="{621B509C-AA1C-4D43-9665-8070DE4269A7}"/>
              </a:ext>
            </a:extLst>
          </p:cNvPr>
          <p:cNvPicPr>
            <a:picLocks noChangeAspect="1"/>
          </p:cNvPicPr>
          <p:nvPr userDrawn="1"/>
        </p:nvPicPr>
        <p:blipFill rotWithShape="1">
          <a:blip r:embed="rId28" cstate="print">
            <a:extLst>
              <a:ext uri="{28A0092B-C50C-407E-A947-70E740481C1C}">
                <a14:useLocalDpi xmlns:a14="http://schemas.microsoft.com/office/drawing/2010/main" val="0"/>
              </a:ext>
            </a:extLst>
          </a:blip>
          <a:srcRect l="421" r="8196"/>
          <a:stretch/>
        </p:blipFill>
        <p:spPr>
          <a:xfrm>
            <a:off x="3018193" y="3335664"/>
            <a:ext cx="170041" cy="206702"/>
          </a:xfrm>
          <a:prstGeom prst="rect">
            <a:avLst/>
          </a:prstGeom>
        </p:spPr>
      </p:pic>
      <p:sp>
        <p:nvSpPr>
          <p:cNvPr id="30" name="Segnaposto contenuto 2">
            <a:extLst>
              <a:ext uri="{FF2B5EF4-FFF2-40B4-BE49-F238E27FC236}">
                <a16:creationId xmlns:a16="http://schemas.microsoft.com/office/drawing/2014/main" id="{6E2E6005-F380-4AED-83A4-8F87D01D681B}"/>
              </a:ext>
            </a:extLst>
          </p:cNvPr>
          <p:cNvSpPr txBox="1">
            <a:spLocks/>
          </p:cNvSpPr>
          <p:nvPr userDrawn="1">
            <p:custDataLst>
              <p:tags r:id="rId8"/>
            </p:custDataLst>
          </p:nvPr>
        </p:nvSpPr>
        <p:spPr bwMode="auto">
          <a:xfrm>
            <a:off x="6516427" y="5197422"/>
            <a:ext cx="1113635" cy="198908"/>
          </a:xfrm>
          <a:prstGeom prst="rect">
            <a:avLst/>
          </a:prstGeom>
          <a:noFill/>
          <a:ln>
            <a:noFill/>
          </a:ln>
          <a:effectLst/>
        </p:spPr>
        <p:txBody>
          <a:bodyPr lIns="24872" tIns="12434" rIns="24872" bIns="12434" anchor="ctr"/>
          <a:lstStyle>
            <a:defPPr>
              <a:defRPr lang="pt-BR"/>
            </a:defPPr>
            <a:lvl1pPr indent="0" algn="ctr" defTabSz="514337">
              <a:lnSpc>
                <a:spcPct val="120000"/>
              </a:lnSpc>
              <a:spcBef>
                <a:spcPts val="563"/>
              </a:spcBef>
              <a:buFontTx/>
              <a:buNone/>
              <a:defRPr sz="1333" b="1">
                <a:solidFill>
                  <a:srgbClr val="004691"/>
                </a:solidFill>
                <a:latin typeface="TIM Sans" panose="00000500000000000000" pitchFamily="50" charset="0"/>
              </a:defRPr>
            </a:lvl1pPr>
            <a:lvl2pPr marL="257168" indent="0" defTabSz="514337">
              <a:lnSpc>
                <a:spcPct val="120000"/>
              </a:lnSpc>
              <a:spcBef>
                <a:spcPts val="281"/>
              </a:spcBef>
              <a:buFontTx/>
              <a:buNone/>
              <a:defRPr sz="1200">
                <a:solidFill>
                  <a:schemeClr val="accent5"/>
                </a:solidFill>
                <a:latin typeface="TIM Sans" panose="00000500000000000000" pitchFamily="50" charset="0"/>
              </a:defRPr>
            </a:lvl2pPr>
            <a:lvl3pPr marL="514337" indent="0" defTabSz="514337">
              <a:lnSpc>
                <a:spcPct val="120000"/>
              </a:lnSpc>
              <a:spcBef>
                <a:spcPts val="281"/>
              </a:spcBef>
              <a:buFontTx/>
              <a:buNone/>
              <a:defRPr sz="1100">
                <a:solidFill>
                  <a:schemeClr val="accent5"/>
                </a:solidFill>
                <a:latin typeface="TIM Sans" panose="00000500000000000000" pitchFamily="50" charset="0"/>
              </a:defRPr>
            </a:lvl3pPr>
            <a:lvl4pPr marL="900091" indent="-128585" defTabSz="514337">
              <a:lnSpc>
                <a:spcPct val="90000"/>
              </a:lnSpc>
              <a:spcBef>
                <a:spcPts val="281"/>
              </a:spcBef>
              <a:buFont typeface="Arial" panose="020B0604020202020204" pitchFamily="34" charset="0"/>
              <a:buChar char="•"/>
              <a:defRPr sz="1000"/>
            </a:lvl4pPr>
            <a:lvl5pPr marL="1157259" indent="-128585" defTabSz="514337">
              <a:lnSpc>
                <a:spcPct val="90000"/>
              </a:lnSpc>
              <a:spcBef>
                <a:spcPts val="281"/>
              </a:spcBef>
              <a:buFont typeface="Arial" panose="020B0604020202020204" pitchFamily="34" charset="0"/>
              <a:buChar char="•"/>
              <a:defRPr sz="1000"/>
            </a:lvl5pPr>
            <a:lvl6pPr marL="1414428" indent="-128585" defTabSz="514337">
              <a:lnSpc>
                <a:spcPct val="90000"/>
              </a:lnSpc>
              <a:spcBef>
                <a:spcPts val="281"/>
              </a:spcBef>
              <a:buFont typeface="Arial" panose="020B0604020202020204" pitchFamily="34" charset="0"/>
              <a:buChar char="•"/>
              <a:defRPr sz="1000"/>
            </a:lvl6pPr>
            <a:lvl7pPr marL="1671596" indent="-128585" defTabSz="514337">
              <a:lnSpc>
                <a:spcPct val="90000"/>
              </a:lnSpc>
              <a:spcBef>
                <a:spcPts val="281"/>
              </a:spcBef>
              <a:buFont typeface="Arial" panose="020B0604020202020204" pitchFamily="34" charset="0"/>
              <a:buChar char="•"/>
              <a:defRPr sz="1000"/>
            </a:lvl7pPr>
            <a:lvl8pPr marL="1928765" indent="-128585" defTabSz="514337">
              <a:lnSpc>
                <a:spcPct val="90000"/>
              </a:lnSpc>
              <a:spcBef>
                <a:spcPts val="281"/>
              </a:spcBef>
              <a:buFont typeface="Arial" panose="020B0604020202020204" pitchFamily="34" charset="0"/>
              <a:buChar char="•"/>
              <a:defRPr sz="1000"/>
            </a:lvl8pPr>
            <a:lvl9pPr marL="2185934" indent="-128585" defTabSz="514337">
              <a:lnSpc>
                <a:spcPct val="90000"/>
              </a:lnSpc>
              <a:spcBef>
                <a:spcPts val="281"/>
              </a:spcBef>
              <a:buFont typeface="Arial" panose="020B0604020202020204" pitchFamily="34" charset="0"/>
              <a:buChar char="•"/>
              <a:defRPr sz="1000"/>
            </a:lvl9pPr>
          </a:lstStyle>
          <a:p>
            <a:pPr algn="l" defTabSz="186300" fontAlgn="auto">
              <a:spcBef>
                <a:spcPts val="205"/>
              </a:spcBef>
              <a:spcAft>
                <a:spcPts val="0"/>
              </a:spcAft>
              <a:defRPr/>
            </a:pPr>
            <a:r>
              <a:rPr lang="pt-BR" sz="900" kern="0">
                <a:solidFill>
                  <a:srgbClr val="FF0000"/>
                </a:solidFill>
                <a:latin typeface="TIM Sans Light" panose="00000400000000000000" pitchFamily="50" charset="0"/>
                <a:ea typeface="ＭＳ Ｐゴシック" charset="0"/>
                <a:cs typeface="Arial"/>
              </a:rPr>
              <a:t>R$259,99</a:t>
            </a:r>
            <a:endParaRPr lang="it-IT" sz="900" kern="0">
              <a:solidFill>
                <a:srgbClr val="FF0000"/>
              </a:solidFill>
              <a:latin typeface="TIM Sans Light" panose="00000400000000000000" pitchFamily="50" charset="0"/>
              <a:ea typeface="ＭＳ Ｐゴシック" charset="0"/>
              <a:cs typeface="Arial"/>
            </a:endParaRPr>
          </a:p>
        </p:txBody>
      </p:sp>
      <p:sp>
        <p:nvSpPr>
          <p:cNvPr id="31" name="TextBox 99">
            <a:extLst>
              <a:ext uri="{FF2B5EF4-FFF2-40B4-BE49-F238E27FC236}">
                <a16:creationId xmlns:a16="http://schemas.microsoft.com/office/drawing/2014/main" id="{EF5E3FAC-578A-4D77-AE1D-BCC76E6DB22E}"/>
              </a:ext>
            </a:extLst>
          </p:cNvPr>
          <p:cNvSpPr txBox="1"/>
          <p:nvPr userDrawn="1"/>
        </p:nvSpPr>
        <p:spPr>
          <a:xfrm>
            <a:off x="6531796" y="5067174"/>
            <a:ext cx="896736" cy="160447"/>
          </a:xfrm>
          <a:prstGeom prst="rect">
            <a:avLst/>
          </a:prstGeom>
          <a:noFill/>
        </p:spPr>
        <p:txBody>
          <a:bodyPr wrap="square" lIns="33119" tIns="16583" rIns="33119" bIns="16583" rtlCol="0">
            <a:spAutoFit/>
          </a:bodyPr>
          <a:lstStyle/>
          <a:p>
            <a:pPr defTabSz="662356" fontAlgn="auto">
              <a:spcBef>
                <a:spcPts val="0"/>
              </a:spcBef>
              <a:spcAft>
                <a:spcPts val="0"/>
              </a:spcAft>
              <a:defRPr/>
            </a:pPr>
            <a:r>
              <a:rPr lang="pt-BR" sz="800" kern="0">
                <a:solidFill>
                  <a:srgbClr val="FF0000"/>
                </a:solidFill>
                <a:latin typeface="TIM Sans Light" panose="00000400000000000000" pitchFamily="50" charset="0"/>
                <a:ea typeface="ＭＳ Ｐゴシック"/>
                <a:cs typeface="Arial"/>
              </a:rPr>
              <a:t>Fidelizado</a:t>
            </a:r>
          </a:p>
        </p:txBody>
      </p:sp>
      <p:pic>
        <p:nvPicPr>
          <p:cNvPr id="33" name="Picture 20">
            <a:extLst>
              <a:ext uri="{FF2B5EF4-FFF2-40B4-BE49-F238E27FC236}">
                <a16:creationId xmlns:a16="http://schemas.microsoft.com/office/drawing/2014/main" id="{4C96C7C4-5AE6-491E-9650-59AC3828371F}"/>
              </a:ext>
            </a:extLst>
          </p:cNvPr>
          <p:cNvPicPr>
            <a:picLocks noChangeAspect="1" noChangeArrowheads="1"/>
          </p:cNvPicPr>
          <p:nvPr userDrawn="1"/>
        </p:nvPicPr>
        <p:blipFill>
          <a:blip r:embed="rId29" cstate="print">
            <a:extLst>
              <a:ext uri="{28A0092B-C50C-407E-A947-70E740481C1C}">
                <a14:useLocalDpi xmlns:a14="http://schemas.microsoft.com/office/drawing/2010/main" val="0"/>
              </a:ext>
            </a:extLst>
          </a:blip>
          <a:srcRect/>
          <a:stretch>
            <a:fillRect/>
          </a:stretch>
        </p:blipFill>
        <p:spPr bwMode="auto">
          <a:xfrm>
            <a:off x="6853673" y="1726114"/>
            <a:ext cx="764876" cy="3053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 name="Segnaposto contenuto 2">
            <a:extLst>
              <a:ext uri="{FF2B5EF4-FFF2-40B4-BE49-F238E27FC236}">
                <a16:creationId xmlns:a16="http://schemas.microsoft.com/office/drawing/2014/main" id="{E39C0B0B-AED6-47A6-9A37-A761C1691009}"/>
              </a:ext>
            </a:extLst>
          </p:cNvPr>
          <p:cNvSpPr txBox="1">
            <a:spLocks/>
          </p:cNvSpPr>
          <p:nvPr userDrawn="1">
            <p:custDataLst>
              <p:tags r:id="rId9"/>
            </p:custDataLst>
          </p:nvPr>
        </p:nvSpPr>
        <p:spPr bwMode="auto">
          <a:xfrm>
            <a:off x="3166890" y="5197948"/>
            <a:ext cx="922319" cy="197946"/>
          </a:xfrm>
          <a:prstGeom prst="rect">
            <a:avLst/>
          </a:prstGeom>
          <a:noFill/>
          <a:ln>
            <a:noFill/>
          </a:ln>
          <a:effectLst/>
        </p:spPr>
        <p:txBody>
          <a:bodyPr lIns="24872" tIns="12434" rIns="24872" bIns="12434" anchor="ctr"/>
          <a:lstStyle>
            <a:defPPr>
              <a:defRPr lang="pt-BR"/>
            </a:defPPr>
            <a:lvl1pPr indent="0" algn="ctr" defTabSz="514337">
              <a:lnSpc>
                <a:spcPct val="120000"/>
              </a:lnSpc>
              <a:spcBef>
                <a:spcPts val="563"/>
              </a:spcBef>
              <a:buFontTx/>
              <a:buNone/>
              <a:defRPr sz="1333" b="1">
                <a:solidFill>
                  <a:srgbClr val="004691"/>
                </a:solidFill>
                <a:latin typeface="TIM Sans" panose="00000500000000000000" pitchFamily="50" charset="0"/>
              </a:defRPr>
            </a:lvl1pPr>
            <a:lvl2pPr marL="257168" indent="0" defTabSz="514337">
              <a:lnSpc>
                <a:spcPct val="120000"/>
              </a:lnSpc>
              <a:spcBef>
                <a:spcPts val="281"/>
              </a:spcBef>
              <a:buFontTx/>
              <a:buNone/>
              <a:defRPr sz="1200">
                <a:solidFill>
                  <a:schemeClr val="accent5"/>
                </a:solidFill>
                <a:latin typeface="TIM Sans" panose="00000500000000000000" pitchFamily="50" charset="0"/>
              </a:defRPr>
            </a:lvl2pPr>
            <a:lvl3pPr marL="514337" indent="0" defTabSz="514337">
              <a:lnSpc>
                <a:spcPct val="120000"/>
              </a:lnSpc>
              <a:spcBef>
                <a:spcPts val="281"/>
              </a:spcBef>
              <a:buFontTx/>
              <a:buNone/>
              <a:defRPr sz="1100">
                <a:solidFill>
                  <a:schemeClr val="accent5"/>
                </a:solidFill>
                <a:latin typeface="TIM Sans" panose="00000500000000000000" pitchFamily="50" charset="0"/>
              </a:defRPr>
            </a:lvl3pPr>
            <a:lvl4pPr marL="900091" indent="-128585" defTabSz="514337">
              <a:lnSpc>
                <a:spcPct val="90000"/>
              </a:lnSpc>
              <a:spcBef>
                <a:spcPts val="281"/>
              </a:spcBef>
              <a:buFont typeface="Arial" panose="020B0604020202020204" pitchFamily="34" charset="0"/>
              <a:buChar char="•"/>
              <a:defRPr sz="1000"/>
            </a:lvl4pPr>
            <a:lvl5pPr marL="1157259" indent="-128585" defTabSz="514337">
              <a:lnSpc>
                <a:spcPct val="90000"/>
              </a:lnSpc>
              <a:spcBef>
                <a:spcPts val="281"/>
              </a:spcBef>
              <a:buFont typeface="Arial" panose="020B0604020202020204" pitchFamily="34" charset="0"/>
              <a:buChar char="•"/>
              <a:defRPr sz="1000"/>
            </a:lvl5pPr>
            <a:lvl6pPr marL="1414428" indent="-128585" defTabSz="514337">
              <a:lnSpc>
                <a:spcPct val="90000"/>
              </a:lnSpc>
              <a:spcBef>
                <a:spcPts val="281"/>
              </a:spcBef>
              <a:buFont typeface="Arial" panose="020B0604020202020204" pitchFamily="34" charset="0"/>
              <a:buChar char="•"/>
              <a:defRPr sz="1000"/>
            </a:lvl6pPr>
            <a:lvl7pPr marL="1671596" indent="-128585" defTabSz="514337">
              <a:lnSpc>
                <a:spcPct val="90000"/>
              </a:lnSpc>
              <a:spcBef>
                <a:spcPts val="281"/>
              </a:spcBef>
              <a:buFont typeface="Arial" panose="020B0604020202020204" pitchFamily="34" charset="0"/>
              <a:buChar char="•"/>
              <a:defRPr sz="1000"/>
            </a:lvl7pPr>
            <a:lvl8pPr marL="1928765" indent="-128585" defTabSz="514337">
              <a:lnSpc>
                <a:spcPct val="90000"/>
              </a:lnSpc>
              <a:spcBef>
                <a:spcPts val="281"/>
              </a:spcBef>
              <a:buFont typeface="Arial" panose="020B0604020202020204" pitchFamily="34" charset="0"/>
              <a:buChar char="•"/>
              <a:defRPr sz="1000"/>
            </a:lvl8pPr>
            <a:lvl9pPr marL="2185934" indent="-128585" defTabSz="514337">
              <a:lnSpc>
                <a:spcPct val="90000"/>
              </a:lnSpc>
              <a:spcBef>
                <a:spcPts val="281"/>
              </a:spcBef>
              <a:buFont typeface="Arial" panose="020B0604020202020204" pitchFamily="34" charset="0"/>
              <a:buChar char="•"/>
              <a:defRPr sz="1000"/>
            </a:lvl9pPr>
          </a:lstStyle>
          <a:p>
            <a:pPr defTabSz="186300" fontAlgn="auto">
              <a:spcBef>
                <a:spcPts val="205"/>
              </a:spcBef>
              <a:spcAft>
                <a:spcPts val="0"/>
              </a:spcAft>
              <a:defRPr/>
            </a:pPr>
            <a:r>
              <a:rPr lang="pt-BR" sz="900" kern="0">
                <a:latin typeface="TIM Sans Light" panose="00000400000000000000" pitchFamily="50" charset="0"/>
                <a:ea typeface="ＭＳ Ｐゴシック" charset="0"/>
                <a:cs typeface="Arial"/>
              </a:rPr>
              <a:t>R$319,99</a:t>
            </a:r>
            <a:endParaRPr lang="it-IT" sz="900" kern="0">
              <a:latin typeface="TIM Sans Light" panose="00000400000000000000" pitchFamily="50" charset="0"/>
              <a:ea typeface="ＭＳ Ｐゴシック" charset="0"/>
              <a:cs typeface="Arial"/>
            </a:endParaRPr>
          </a:p>
        </p:txBody>
      </p:sp>
      <p:sp>
        <p:nvSpPr>
          <p:cNvPr id="35" name="Segnaposto contenuto 2">
            <a:extLst>
              <a:ext uri="{FF2B5EF4-FFF2-40B4-BE49-F238E27FC236}">
                <a16:creationId xmlns:a16="http://schemas.microsoft.com/office/drawing/2014/main" id="{45C41792-62BF-491B-B558-0868CE0A10B9}"/>
              </a:ext>
            </a:extLst>
          </p:cNvPr>
          <p:cNvSpPr txBox="1">
            <a:spLocks/>
          </p:cNvSpPr>
          <p:nvPr userDrawn="1">
            <p:custDataLst>
              <p:tags r:id="rId10"/>
            </p:custDataLst>
          </p:nvPr>
        </p:nvSpPr>
        <p:spPr bwMode="auto">
          <a:xfrm>
            <a:off x="8659571" y="5183109"/>
            <a:ext cx="782050" cy="224536"/>
          </a:xfrm>
          <a:prstGeom prst="rect">
            <a:avLst/>
          </a:prstGeom>
          <a:noFill/>
          <a:ln>
            <a:noFill/>
          </a:ln>
          <a:effectLst/>
        </p:spPr>
        <p:txBody>
          <a:bodyPr lIns="24872" tIns="12434" rIns="24872" bIns="12434" anchor="ctr"/>
          <a:lstStyle>
            <a:defPPr>
              <a:defRPr lang="pt-BR"/>
            </a:defPPr>
            <a:lvl1pPr indent="0" algn="ctr" defTabSz="514337">
              <a:lnSpc>
                <a:spcPct val="120000"/>
              </a:lnSpc>
              <a:spcBef>
                <a:spcPts val="563"/>
              </a:spcBef>
              <a:buFontTx/>
              <a:buNone/>
              <a:defRPr sz="1333" b="1">
                <a:solidFill>
                  <a:srgbClr val="004691"/>
                </a:solidFill>
                <a:latin typeface="TIM Sans" panose="00000500000000000000" pitchFamily="50" charset="0"/>
              </a:defRPr>
            </a:lvl1pPr>
            <a:lvl2pPr marL="257168" indent="0" defTabSz="514337">
              <a:lnSpc>
                <a:spcPct val="120000"/>
              </a:lnSpc>
              <a:spcBef>
                <a:spcPts val="281"/>
              </a:spcBef>
              <a:buFontTx/>
              <a:buNone/>
              <a:defRPr sz="1200">
                <a:solidFill>
                  <a:schemeClr val="accent5"/>
                </a:solidFill>
                <a:latin typeface="TIM Sans" panose="00000500000000000000" pitchFamily="50" charset="0"/>
              </a:defRPr>
            </a:lvl2pPr>
            <a:lvl3pPr marL="514337" indent="0" defTabSz="514337">
              <a:lnSpc>
                <a:spcPct val="120000"/>
              </a:lnSpc>
              <a:spcBef>
                <a:spcPts val="281"/>
              </a:spcBef>
              <a:buFontTx/>
              <a:buNone/>
              <a:defRPr sz="1100">
                <a:solidFill>
                  <a:schemeClr val="accent5"/>
                </a:solidFill>
                <a:latin typeface="TIM Sans" panose="00000500000000000000" pitchFamily="50" charset="0"/>
              </a:defRPr>
            </a:lvl3pPr>
            <a:lvl4pPr marL="900091" indent="-128585" defTabSz="514337">
              <a:lnSpc>
                <a:spcPct val="90000"/>
              </a:lnSpc>
              <a:spcBef>
                <a:spcPts val="281"/>
              </a:spcBef>
              <a:buFont typeface="Arial" panose="020B0604020202020204" pitchFamily="34" charset="0"/>
              <a:buChar char="•"/>
              <a:defRPr sz="1000"/>
            </a:lvl4pPr>
            <a:lvl5pPr marL="1157259" indent="-128585" defTabSz="514337">
              <a:lnSpc>
                <a:spcPct val="90000"/>
              </a:lnSpc>
              <a:spcBef>
                <a:spcPts val="281"/>
              </a:spcBef>
              <a:buFont typeface="Arial" panose="020B0604020202020204" pitchFamily="34" charset="0"/>
              <a:buChar char="•"/>
              <a:defRPr sz="1000"/>
            </a:lvl5pPr>
            <a:lvl6pPr marL="1414428" indent="-128585" defTabSz="514337">
              <a:lnSpc>
                <a:spcPct val="90000"/>
              </a:lnSpc>
              <a:spcBef>
                <a:spcPts val="281"/>
              </a:spcBef>
              <a:buFont typeface="Arial" panose="020B0604020202020204" pitchFamily="34" charset="0"/>
              <a:buChar char="•"/>
              <a:defRPr sz="1000"/>
            </a:lvl6pPr>
            <a:lvl7pPr marL="1671596" indent="-128585" defTabSz="514337">
              <a:lnSpc>
                <a:spcPct val="90000"/>
              </a:lnSpc>
              <a:spcBef>
                <a:spcPts val="281"/>
              </a:spcBef>
              <a:buFont typeface="Arial" panose="020B0604020202020204" pitchFamily="34" charset="0"/>
              <a:buChar char="•"/>
              <a:defRPr sz="1000"/>
            </a:lvl7pPr>
            <a:lvl8pPr marL="1928765" indent="-128585" defTabSz="514337">
              <a:lnSpc>
                <a:spcPct val="90000"/>
              </a:lnSpc>
              <a:spcBef>
                <a:spcPts val="281"/>
              </a:spcBef>
              <a:buFont typeface="Arial" panose="020B0604020202020204" pitchFamily="34" charset="0"/>
              <a:buChar char="•"/>
              <a:defRPr sz="1000"/>
            </a:lvl8pPr>
            <a:lvl9pPr marL="2185934" indent="-128585" defTabSz="514337">
              <a:lnSpc>
                <a:spcPct val="90000"/>
              </a:lnSpc>
              <a:spcBef>
                <a:spcPts val="281"/>
              </a:spcBef>
              <a:buFont typeface="Arial" panose="020B0604020202020204" pitchFamily="34" charset="0"/>
              <a:buChar char="•"/>
              <a:defRPr sz="1000"/>
            </a:lvl9pPr>
          </a:lstStyle>
          <a:p>
            <a:pPr algn="l" defTabSz="186300" fontAlgn="auto">
              <a:spcBef>
                <a:spcPts val="205"/>
              </a:spcBef>
              <a:spcAft>
                <a:spcPts val="0"/>
              </a:spcAft>
              <a:defRPr/>
            </a:pPr>
            <a:r>
              <a:rPr lang="pt-BR" sz="900" kern="0">
                <a:solidFill>
                  <a:srgbClr val="F39610"/>
                </a:solidFill>
                <a:latin typeface="TIM Sans Light" panose="00000400000000000000" pitchFamily="50" charset="0"/>
                <a:ea typeface="ＭＳ Ｐゴシック" charset="0"/>
                <a:cs typeface="Arial"/>
              </a:rPr>
              <a:t>R$99,90</a:t>
            </a:r>
            <a:endParaRPr lang="it-IT" sz="900" kern="0">
              <a:solidFill>
                <a:srgbClr val="F39610"/>
              </a:solidFill>
              <a:latin typeface="TIM Sans Light" panose="00000400000000000000" pitchFamily="50" charset="0"/>
              <a:ea typeface="ＭＳ Ｐゴシック" charset="0"/>
              <a:cs typeface="Arial"/>
            </a:endParaRPr>
          </a:p>
        </p:txBody>
      </p:sp>
      <p:sp>
        <p:nvSpPr>
          <p:cNvPr id="37" name="TextBox 103">
            <a:extLst>
              <a:ext uri="{FF2B5EF4-FFF2-40B4-BE49-F238E27FC236}">
                <a16:creationId xmlns:a16="http://schemas.microsoft.com/office/drawing/2014/main" id="{A2B6D4C8-CBBA-4AAF-ACDD-587CF03AC3A3}"/>
              </a:ext>
            </a:extLst>
          </p:cNvPr>
          <p:cNvSpPr txBox="1"/>
          <p:nvPr userDrawn="1"/>
        </p:nvSpPr>
        <p:spPr>
          <a:xfrm>
            <a:off x="8665805" y="5067174"/>
            <a:ext cx="1017261" cy="160447"/>
          </a:xfrm>
          <a:prstGeom prst="rect">
            <a:avLst/>
          </a:prstGeom>
          <a:noFill/>
        </p:spPr>
        <p:txBody>
          <a:bodyPr wrap="square" lIns="33119" tIns="16583" rIns="33119" bIns="16583" rtlCol="0">
            <a:spAutoFit/>
          </a:bodyPr>
          <a:lstStyle/>
          <a:p>
            <a:pPr defTabSz="662356" fontAlgn="auto">
              <a:spcBef>
                <a:spcPts val="0"/>
              </a:spcBef>
              <a:spcAft>
                <a:spcPts val="0"/>
              </a:spcAft>
              <a:defRPr/>
            </a:pPr>
            <a:r>
              <a:rPr lang="pt-BR" sz="800" kern="0">
                <a:solidFill>
                  <a:srgbClr val="F39610"/>
                </a:solidFill>
                <a:latin typeface="TIM Sans Light" panose="00000400000000000000" pitchFamily="50" charset="0"/>
                <a:ea typeface="ＭＳ Ｐゴシック"/>
                <a:cs typeface="Arial"/>
              </a:rPr>
              <a:t>Fidelizado</a:t>
            </a:r>
          </a:p>
        </p:txBody>
      </p:sp>
      <p:sp>
        <p:nvSpPr>
          <p:cNvPr id="38" name="Segnaposto contenuto 2">
            <a:extLst>
              <a:ext uri="{FF2B5EF4-FFF2-40B4-BE49-F238E27FC236}">
                <a16:creationId xmlns:a16="http://schemas.microsoft.com/office/drawing/2014/main" id="{25E4C061-68EA-46AA-ADA1-EC1C1B930A99}"/>
              </a:ext>
            </a:extLst>
          </p:cNvPr>
          <p:cNvSpPr txBox="1">
            <a:spLocks/>
          </p:cNvSpPr>
          <p:nvPr userDrawn="1">
            <p:custDataLst>
              <p:tags r:id="rId11"/>
            </p:custDataLst>
          </p:nvPr>
        </p:nvSpPr>
        <p:spPr bwMode="auto">
          <a:xfrm>
            <a:off x="9477314" y="5145292"/>
            <a:ext cx="529301" cy="292308"/>
          </a:xfrm>
          <a:prstGeom prst="rect">
            <a:avLst/>
          </a:prstGeom>
          <a:noFill/>
          <a:ln>
            <a:noFill/>
          </a:ln>
          <a:effectLst/>
        </p:spPr>
        <p:txBody>
          <a:bodyPr lIns="24872" tIns="12434" rIns="24872" bIns="12434" anchor="ctr"/>
          <a:lstStyle>
            <a:defPPr>
              <a:defRPr lang="pt-BR"/>
            </a:defPPr>
            <a:lvl1pPr indent="0" algn="ctr" defTabSz="514337">
              <a:lnSpc>
                <a:spcPct val="120000"/>
              </a:lnSpc>
              <a:spcBef>
                <a:spcPts val="563"/>
              </a:spcBef>
              <a:buFontTx/>
              <a:buNone/>
              <a:defRPr sz="1333" b="1">
                <a:solidFill>
                  <a:srgbClr val="004691"/>
                </a:solidFill>
                <a:latin typeface="TIM Sans" panose="00000500000000000000" pitchFamily="50" charset="0"/>
              </a:defRPr>
            </a:lvl1pPr>
            <a:lvl2pPr marL="257168" indent="0" defTabSz="514337">
              <a:lnSpc>
                <a:spcPct val="120000"/>
              </a:lnSpc>
              <a:spcBef>
                <a:spcPts val="281"/>
              </a:spcBef>
              <a:buFontTx/>
              <a:buNone/>
              <a:defRPr sz="1200">
                <a:solidFill>
                  <a:schemeClr val="accent5"/>
                </a:solidFill>
                <a:latin typeface="TIM Sans" panose="00000500000000000000" pitchFamily="50" charset="0"/>
              </a:defRPr>
            </a:lvl2pPr>
            <a:lvl3pPr marL="514337" indent="0" defTabSz="514337">
              <a:lnSpc>
                <a:spcPct val="120000"/>
              </a:lnSpc>
              <a:spcBef>
                <a:spcPts val="281"/>
              </a:spcBef>
              <a:buFontTx/>
              <a:buNone/>
              <a:defRPr sz="1100">
                <a:solidFill>
                  <a:schemeClr val="accent5"/>
                </a:solidFill>
                <a:latin typeface="TIM Sans" panose="00000500000000000000" pitchFamily="50" charset="0"/>
              </a:defRPr>
            </a:lvl3pPr>
            <a:lvl4pPr marL="900091" indent="-128585" defTabSz="514337">
              <a:lnSpc>
                <a:spcPct val="90000"/>
              </a:lnSpc>
              <a:spcBef>
                <a:spcPts val="281"/>
              </a:spcBef>
              <a:buFont typeface="Arial" panose="020B0604020202020204" pitchFamily="34" charset="0"/>
              <a:buChar char="•"/>
              <a:defRPr sz="1000"/>
            </a:lvl4pPr>
            <a:lvl5pPr marL="1157259" indent="-128585" defTabSz="514337">
              <a:lnSpc>
                <a:spcPct val="90000"/>
              </a:lnSpc>
              <a:spcBef>
                <a:spcPts val="281"/>
              </a:spcBef>
              <a:buFont typeface="Arial" panose="020B0604020202020204" pitchFamily="34" charset="0"/>
              <a:buChar char="•"/>
              <a:defRPr sz="1000"/>
            </a:lvl5pPr>
            <a:lvl6pPr marL="1414428" indent="-128585" defTabSz="514337">
              <a:lnSpc>
                <a:spcPct val="90000"/>
              </a:lnSpc>
              <a:spcBef>
                <a:spcPts val="281"/>
              </a:spcBef>
              <a:buFont typeface="Arial" panose="020B0604020202020204" pitchFamily="34" charset="0"/>
              <a:buChar char="•"/>
              <a:defRPr sz="1000"/>
            </a:lvl6pPr>
            <a:lvl7pPr marL="1671596" indent="-128585" defTabSz="514337">
              <a:lnSpc>
                <a:spcPct val="90000"/>
              </a:lnSpc>
              <a:spcBef>
                <a:spcPts val="281"/>
              </a:spcBef>
              <a:buFont typeface="Arial" panose="020B0604020202020204" pitchFamily="34" charset="0"/>
              <a:buChar char="•"/>
              <a:defRPr sz="1000"/>
            </a:lvl7pPr>
            <a:lvl8pPr marL="1928765" indent="-128585" defTabSz="514337">
              <a:lnSpc>
                <a:spcPct val="90000"/>
              </a:lnSpc>
              <a:spcBef>
                <a:spcPts val="281"/>
              </a:spcBef>
              <a:buFont typeface="Arial" panose="020B0604020202020204" pitchFamily="34" charset="0"/>
              <a:buChar char="•"/>
              <a:defRPr sz="1000"/>
            </a:lvl8pPr>
            <a:lvl9pPr marL="2185934" indent="-128585" defTabSz="514337">
              <a:lnSpc>
                <a:spcPct val="90000"/>
              </a:lnSpc>
              <a:spcBef>
                <a:spcPts val="281"/>
              </a:spcBef>
              <a:buFont typeface="Arial" panose="020B0604020202020204" pitchFamily="34" charset="0"/>
              <a:buChar char="•"/>
              <a:defRPr sz="1000"/>
            </a:lvl9pPr>
          </a:lstStyle>
          <a:p>
            <a:pPr algn="l" defTabSz="186300" fontAlgn="auto">
              <a:spcBef>
                <a:spcPts val="205"/>
              </a:spcBef>
              <a:spcAft>
                <a:spcPts val="0"/>
              </a:spcAft>
              <a:defRPr/>
            </a:pPr>
            <a:r>
              <a:rPr lang="pt-BR" sz="900" kern="0">
                <a:solidFill>
                  <a:srgbClr val="F39610"/>
                </a:solidFill>
                <a:latin typeface="TIM Sans Light" panose="00000400000000000000" pitchFamily="50" charset="0"/>
                <a:ea typeface="ＭＳ Ｐゴシック" charset="0"/>
                <a:cs typeface="Arial"/>
              </a:rPr>
              <a:t>R$159,90</a:t>
            </a:r>
            <a:endParaRPr lang="it-IT" sz="900" kern="0">
              <a:solidFill>
                <a:srgbClr val="F39610"/>
              </a:solidFill>
              <a:latin typeface="TIM Sans Light" panose="00000400000000000000" pitchFamily="50" charset="0"/>
              <a:ea typeface="ＭＳ Ｐゴシック" charset="0"/>
              <a:cs typeface="Arial"/>
            </a:endParaRPr>
          </a:p>
        </p:txBody>
      </p:sp>
      <p:pic>
        <p:nvPicPr>
          <p:cNvPr id="39" name="Picture 106">
            <a:extLst>
              <a:ext uri="{FF2B5EF4-FFF2-40B4-BE49-F238E27FC236}">
                <a16:creationId xmlns:a16="http://schemas.microsoft.com/office/drawing/2014/main" id="{C0F33803-A167-4F16-9E8F-2C828282014D}"/>
              </a:ext>
            </a:extLst>
          </p:cNvPr>
          <p:cNvPicPr>
            <a:picLocks noChangeAspect="1"/>
          </p:cNvPicPr>
          <p:nvPr userDrawn="1"/>
        </p:nvPicPr>
        <p:blipFill>
          <a:blip r:embed="rId30" cstate="print">
            <a:extLst>
              <a:ext uri="{28A0092B-C50C-407E-A947-70E740481C1C}">
                <a14:useLocalDpi xmlns:a14="http://schemas.microsoft.com/office/drawing/2010/main" val="0"/>
              </a:ext>
            </a:extLst>
          </a:blip>
          <a:stretch>
            <a:fillRect/>
          </a:stretch>
        </p:blipFill>
        <p:spPr>
          <a:xfrm>
            <a:off x="2821315" y="3368712"/>
            <a:ext cx="141429" cy="153928"/>
          </a:xfrm>
          <a:prstGeom prst="rect">
            <a:avLst/>
          </a:prstGeom>
        </p:spPr>
      </p:pic>
      <p:pic>
        <p:nvPicPr>
          <p:cNvPr id="40" name="Picture 107">
            <a:extLst>
              <a:ext uri="{FF2B5EF4-FFF2-40B4-BE49-F238E27FC236}">
                <a16:creationId xmlns:a16="http://schemas.microsoft.com/office/drawing/2014/main" id="{C77558F6-BE07-4A89-9368-0446EC4B86E6}"/>
              </a:ext>
            </a:extLst>
          </p:cNvPr>
          <p:cNvPicPr>
            <a:picLocks noChangeAspect="1"/>
          </p:cNvPicPr>
          <p:nvPr userDrawn="1"/>
        </p:nvPicPr>
        <p:blipFill>
          <a:blip r:embed="rId31" cstate="print">
            <a:extLst>
              <a:ext uri="{28A0092B-C50C-407E-A947-70E740481C1C}">
                <a14:useLocalDpi xmlns:a14="http://schemas.microsoft.com/office/drawing/2010/main" val="0"/>
              </a:ext>
            </a:extLst>
          </a:blip>
          <a:stretch>
            <a:fillRect/>
          </a:stretch>
        </p:blipFill>
        <p:spPr>
          <a:xfrm>
            <a:off x="3463681" y="3391818"/>
            <a:ext cx="136453" cy="120792"/>
          </a:xfrm>
          <a:prstGeom prst="rect">
            <a:avLst/>
          </a:prstGeom>
        </p:spPr>
      </p:pic>
      <p:pic>
        <p:nvPicPr>
          <p:cNvPr id="41" name="Picture 108">
            <a:extLst>
              <a:ext uri="{FF2B5EF4-FFF2-40B4-BE49-F238E27FC236}">
                <a16:creationId xmlns:a16="http://schemas.microsoft.com/office/drawing/2014/main" id="{931572F0-A001-410C-A07E-32F0E2EC0DF3}"/>
              </a:ext>
            </a:extLst>
          </p:cNvPr>
          <p:cNvPicPr>
            <a:picLocks noChangeAspect="1"/>
          </p:cNvPicPr>
          <p:nvPr userDrawn="1"/>
        </p:nvPicPr>
        <p:blipFill>
          <a:blip r:embed="rId32" cstate="print">
            <a:extLst>
              <a:ext uri="{28A0092B-C50C-407E-A947-70E740481C1C}">
                <a14:useLocalDpi xmlns:a14="http://schemas.microsoft.com/office/drawing/2010/main" val="0"/>
              </a:ext>
            </a:extLst>
          </a:blip>
          <a:stretch>
            <a:fillRect/>
          </a:stretch>
        </p:blipFill>
        <p:spPr>
          <a:xfrm>
            <a:off x="3250445" y="3368712"/>
            <a:ext cx="141431" cy="153928"/>
          </a:xfrm>
          <a:prstGeom prst="rect">
            <a:avLst/>
          </a:prstGeom>
        </p:spPr>
      </p:pic>
      <p:pic>
        <p:nvPicPr>
          <p:cNvPr id="42" name="Picture 112">
            <a:extLst>
              <a:ext uri="{FF2B5EF4-FFF2-40B4-BE49-F238E27FC236}">
                <a16:creationId xmlns:a16="http://schemas.microsoft.com/office/drawing/2014/main" id="{977BFF29-5237-4112-BEEB-AB716065E88C}"/>
              </a:ext>
            </a:extLst>
          </p:cNvPr>
          <p:cNvPicPr>
            <a:picLocks noChangeAspect="1"/>
          </p:cNvPicPr>
          <p:nvPr userDrawn="1"/>
        </p:nvPicPr>
        <p:blipFill>
          <a:blip r:embed="rId33" cstate="print">
            <a:extLst>
              <a:ext uri="{28A0092B-C50C-407E-A947-70E740481C1C}">
                <a14:useLocalDpi xmlns:a14="http://schemas.microsoft.com/office/drawing/2010/main" val="0"/>
              </a:ext>
            </a:extLst>
          </a:blip>
          <a:stretch>
            <a:fillRect/>
          </a:stretch>
        </p:blipFill>
        <p:spPr>
          <a:xfrm>
            <a:off x="5086180" y="3375602"/>
            <a:ext cx="139719" cy="154394"/>
          </a:xfrm>
          <a:prstGeom prst="rect">
            <a:avLst/>
          </a:prstGeom>
        </p:spPr>
      </p:pic>
      <p:pic>
        <p:nvPicPr>
          <p:cNvPr id="43" name="Picture 113">
            <a:extLst>
              <a:ext uri="{FF2B5EF4-FFF2-40B4-BE49-F238E27FC236}">
                <a16:creationId xmlns:a16="http://schemas.microsoft.com/office/drawing/2014/main" id="{68D3938D-E96A-4411-A219-F198F1C64218}"/>
              </a:ext>
            </a:extLst>
          </p:cNvPr>
          <p:cNvPicPr>
            <a:picLocks noChangeAspect="1"/>
          </p:cNvPicPr>
          <p:nvPr userDrawn="1"/>
        </p:nvPicPr>
        <p:blipFill rotWithShape="1">
          <a:blip r:embed="rId34" cstate="print">
            <a:extLst>
              <a:ext uri="{28A0092B-C50C-407E-A947-70E740481C1C}">
                <a14:useLocalDpi xmlns:a14="http://schemas.microsoft.com/office/drawing/2010/main" val="0"/>
              </a:ext>
            </a:extLst>
          </a:blip>
          <a:srcRect b="21550"/>
          <a:stretch/>
        </p:blipFill>
        <p:spPr>
          <a:xfrm>
            <a:off x="5436042" y="3355101"/>
            <a:ext cx="214588" cy="189327"/>
          </a:xfrm>
          <a:prstGeom prst="rect">
            <a:avLst/>
          </a:prstGeom>
        </p:spPr>
      </p:pic>
      <p:pic>
        <p:nvPicPr>
          <p:cNvPr id="44" name="Picture 114">
            <a:extLst>
              <a:ext uri="{FF2B5EF4-FFF2-40B4-BE49-F238E27FC236}">
                <a16:creationId xmlns:a16="http://schemas.microsoft.com/office/drawing/2014/main" id="{DEF27754-9762-40CA-97A2-E7263A9AE814}"/>
              </a:ext>
            </a:extLst>
          </p:cNvPr>
          <p:cNvPicPr>
            <a:picLocks noChangeAspect="1"/>
          </p:cNvPicPr>
          <p:nvPr userDrawn="1"/>
        </p:nvPicPr>
        <p:blipFill>
          <a:blip r:embed="rId35" cstate="print">
            <a:extLst>
              <a:ext uri="{28A0092B-C50C-407E-A947-70E740481C1C}">
                <a14:useLocalDpi xmlns:a14="http://schemas.microsoft.com/office/drawing/2010/main" val="0"/>
              </a:ext>
            </a:extLst>
          </a:blip>
          <a:stretch>
            <a:fillRect/>
          </a:stretch>
        </p:blipFill>
        <p:spPr>
          <a:xfrm>
            <a:off x="5269178" y="3359601"/>
            <a:ext cx="165654" cy="183053"/>
          </a:xfrm>
          <a:prstGeom prst="rect">
            <a:avLst/>
          </a:prstGeom>
        </p:spPr>
      </p:pic>
      <p:pic>
        <p:nvPicPr>
          <p:cNvPr id="45" name="Picture 122">
            <a:extLst>
              <a:ext uri="{FF2B5EF4-FFF2-40B4-BE49-F238E27FC236}">
                <a16:creationId xmlns:a16="http://schemas.microsoft.com/office/drawing/2014/main" id="{3EA17C63-A834-4126-8CF7-4E238E68FBC7}"/>
              </a:ext>
            </a:extLst>
          </p:cNvPr>
          <p:cNvPicPr>
            <a:picLocks noChangeAspect="1"/>
          </p:cNvPicPr>
          <p:nvPr userDrawn="1"/>
        </p:nvPicPr>
        <p:blipFill rotWithShape="1">
          <a:blip r:embed="rId36" cstate="print">
            <a:extLst>
              <a:ext uri="{28A0092B-C50C-407E-A947-70E740481C1C}">
                <a14:useLocalDpi xmlns:a14="http://schemas.microsoft.com/office/drawing/2010/main" val="0"/>
              </a:ext>
            </a:extLst>
          </a:blip>
          <a:srcRect/>
          <a:stretch/>
        </p:blipFill>
        <p:spPr>
          <a:xfrm>
            <a:off x="7923037" y="3357625"/>
            <a:ext cx="158882" cy="174562"/>
          </a:xfrm>
          <a:prstGeom prst="rect">
            <a:avLst/>
          </a:prstGeom>
        </p:spPr>
      </p:pic>
      <p:sp>
        <p:nvSpPr>
          <p:cNvPr id="46" name="Rectangle 129">
            <a:extLst>
              <a:ext uri="{FF2B5EF4-FFF2-40B4-BE49-F238E27FC236}">
                <a16:creationId xmlns:a16="http://schemas.microsoft.com/office/drawing/2014/main" id="{1E44FD91-5D7B-4E79-AE78-944AA14E5B8C}"/>
              </a:ext>
            </a:extLst>
          </p:cNvPr>
          <p:cNvSpPr/>
          <p:nvPr userDrawn="1"/>
        </p:nvSpPr>
        <p:spPr>
          <a:xfrm>
            <a:off x="8790721" y="3023369"/>
            <a:ext cx="1097726" cy="218201"/>
          </a:xfrm>
          <a:prstGeom prst="rect">
            <a:avLst/>
          </a:prstGeom>
        </p:spPr>
        <p:txBody>
          <a:bodyPr wrap="square" lIns="33119" tIns="16583" rIns="33119" bIns="16583" anchor="ctr">
            <a:spAutoFit/>
          </a:bodyPr>
          <a:lstStyle/>
          <a:p>
            <a:pPr algn="ctr" defTabSz="662356" fontAlgn="auto">
              <a:spcBef>
                <a:spcPts val="0"/>
              </a:spcBef>
              <a:spcAft>
                <a:spcPts val="0"/>
              </a:spcAft>
              <a:defRPr/>
            </a:pPr>
            <a:r>
              <a:rPr lang="pt-BR" sz="1200" b="1" kern="0">
                <a:solidFill>
                  <a:srgbClr val="F39610"/>
                </a:solidFill>
                <a:latin typeface="TIM Sans Light" panose="00000400000000000000" pitchFamily="50" charset="0"/>
                <a:ea typeface="ＭＳ Ｐゴシック"/>
                <a:cs typeface="Arial"/>
              </a:rPr>
              <a:t>50GB</a:t>
            </a:r>
          </a:p>
        </p:txBody>
      </p:sp>
      <p:pic>
        <p:nvPicPr>
          <p:cNvPr id="47" name="Picture 210" descr="C:\Users\F8064606\Desktop\icon.png">
            <a:extLst>
              <a:ext uri="{FF2B5EF4-FFF2-40B4-BE49-F238E27FC236}">
                <a16:creationId xmlns:a16="http://schemas.microsoft.com/office/drawing/2014/main" id="{12542784-DBD2-46A2-AED7-186CA5AF1C75}"/>
              </a:ext>
            </a:extLst>
          </p:cNvPr>
          <p:cNvPicPr>
            <a:picLocks noChangeAspect="1" noChangeArrowheads="1"/>
          </p:cNvPicPr>
          <p:nvPr userDrawn="1"/>
        </p:nvPicPr>
        <p:blipFill>
          <a:blip r:embed="rId37" cstate="print">
            <a:extLst>
              <a:ext uri="{28A0092B-C50C-407E-A947-70E740481C1C}">
                <a14:useLocalDpi xmlns:a14="http://schemas.microsoft.com/office/drawing/2010/main" val="0"/>
              </a:ext>
            </a:extLst>
          </a:blip>
          <a:srcRect/>
          <a:stretch>
            <a:fillRect/>
          </a:stretch>
        </p:blipFill>
        <p:spPr bwMode="auto">
          <a:xfrm>
            <a:off x="9821368" y="3349509"/>
            <a:ext cx="163435" cy="176420"/>
          </a:xfrm>
          <a:prstGeom prst="rect">
            <a:avLst/>
          </a:prstGeom>
          <a:noFill/>
          <a:extLst>
            <a:ext uri="{909E8E84-426E-40DD-AFC4-6F175D3DCCD1}">
              <a14:hiddenFill xmlns:a14="http://schemas.microsoft.com/office/drawing/2010/main">
                <a:solidFill>
                  <a:srgbClr val="FFFFFF"/>
                </a:solidFill>
              </a14:hiddenFill>
            </a:ext>
          </a:extLst>
        </p:spPr>
      </p:pic>
      <p:pic>
        <p:nvPicPr>
          <p:cNvPr id="48" name="Picture 2" descr="C:\Users\F8078082\Desktop\NETFLIX.png">
            <a:extLst>
              <a:ext uri="{FF2B5EF4-FFF2-40B4-BE49-F238E27FC236}">
                <a16:creationId xmlns:a16="http://schemas.microsoft.com/office/drawing/2014/main" id="{00BB4053-0C42-4507-A10E-E124FD99DFC6}"/>
              </a:ext>
            </a:extLst>
          </p:cNvPr>
          <p:cNvPicPr>
            <a:picLocks noChangeAspect="1" noChangeArrowheads="1"/>
          </p:cNvPicPr>
          <p:nvPr userDrawn="1"/>
        </p:nvPicPr>
        <p:blipFill>
          <a:blip r:embed="rId38" cstate="print">
            <a:extLst>
              <a:ext uri="{28A0092B-C50C-407E-A947-70E740481C1C}">
                <a14:useLocalDpi xmlns:a14="http://schemas.microsoft.com/office/drawing/2010/main" val="0"/>
              </a:ext>
            </a:extLst>
          </a:blip>
          <a:srcRect/>
          <a:stretch>
            <a:fillRect/>
          </a:stretch>
        </p:blipFill>
        <p:spPr bwMode="auto">
          <a:xfrm>
            <a:off x="9398589" y="3352740"/>
            <a:ext cx="152687" cy="168725"/>
          </a:xfrm>
          <a:prstGeom prst="rect">
            <a:avLst/>
          </a:prstGeom>
          <a:noFill/>
          <a:extLst>
            <a:ext uri="{909E8E84-426E-40DD-AFC4-6F175D3DCCD1}">
              <a14:hiddenFill xmlns:a14="http://schemas.microsoft.com/office/drawing/2010/main">
                <a:solidFill>
                  <a:srgbClr val="FFFFFF"/>
                </a:solidFill>
              </a14:hiddenFill>
            </a:ext>
          </a:extLst>
        </p:spPr>
      </p:pic>
      <p:pic>
        <p:nvPicPr>
          <p:cNvPr id="49" name="Picture 134">
            <a:extLst>
              <a:ext uri="{FF2B5EF4-FFF2-40B4-BE49-F238E27FC236}">
                <a16:creationId xmlns:a16="http://schemas.microsoft.com/office/drawing/2014/main" id="{FC990CB9-C46A-4399-A377-BBEA230D48D2}"/>
              </a:ext>
            </a:extLst>
          </p:cNvPr>
          <p:cNvPicPr>
            <a:picLocks noChangeAspect="1"/>
          </p:cNvPicPr>
          <p:nvPr userDrawn="1"/>
        </p:nvPicPr>
        <p:blipFill rotWithShape="1">
          <a:blip r:embed="rId39" cstate="print">
            <a:extLst>
              <a:ext uri="{28A0092B-C50C-407E-A947-70E740481C1C}">
                <a14:useLocalDpi xmlns:a14="http://schemas.microsoft.com/office/drawing/2010/main" val="0"/>
              </a:ext>
            </a:extLst>
          </a:blip>
          <a:srcRect l="24787" t="26277" r="25354" b="26810"/>
          <a:stretch/>
        </p:blipFill>
        <p:spPr>
          <a:xfrm>
            <a:off x="9593042" y="3356938"/>
            <a:ext cx="202577" cy="157977"/>
          </a:xfrm>
          <a:prstGeom prst="rect">
            <a:avLst/>
          </a:prstGeom>
        </p:spPr>
      </p:pic>
      <p:sp>
        <p:nvSpPr>
          <p:cNvPr id="50" name="Segnaposto contenuto 2">
            <a:extLst>
              <a:ext uri="{FF2B5EF4-FFF2-40B4-BE49-F238E27FC236}">
                <a16:creationId xmlns:a16="http://schemas.microsoft.com/office/drawing/2014/main" id="{4CBBCF4E-8DC0-4230-B5FD-DEEF2D95602C}"/>
              </a:ext>
            </a:extLst>
          </p:cNvPr>
          <p:cNvSpPr txBox="1">
            <a:spLocks/>
          </p:cNvSpPr>
          <p:nvPr userDrawn="1"/>
        </p:nvSpPr>
        <p:spPr bwMode="auto">
          <a:xfrm>
            <a:off x="2786338" y="4639745"/>
            <a:ext cx="808481" cy="262274"/>
          </a:xfrm>
          <a:prstGeom prst="rect">
            <a:avLst/>
          </a:prstGeom>
          <a:noFill/>
          <a:ln>
            <a:noFill/>
          </a:ln>
          <a:effectLst/>
        </p:spPr>
        <p:txBody>
          <a:bodyPr lIns="24872" tIns="12434" rIns="24872" bIns="12434" anchor="ctr" anchorCtr="0"/>
          <a:lstStyle>
            <a:lvl1pPr marL="0" indent="0" algn="l" defTabSz="514337" rtl="0" eaLnBrk="1" latinLnBrk="0" hangingPunct="1">
              <a:lnSpc>
                <a:spcPct val="120000"/>
              </a:lnSpc>
              <a:spcBef>
                <a:spcPts val="563"/>
              </a:spcBef>
              <a:buFontTx/>
              <a:buNone/>
              <a:defRPr sz="1400" kern="1200">
                <a:solidFill>
                  <a:schemeClr val="accent5"/>
                </a:solidFill>
                <a:latin typeface="TIM Sans" panose="00000500000000000000" pitchFamily="50" charset="0"/>
                <a:ea typeface="+mn-ea"/>
                <a:cs typeface="+mn-cs"/>
              </a:defRPr>
            </a:lvl1pPr>
            <a:lvl2pPr marL="257168" indent="0" algn="l" defTabSz="514337" rtl="0" eaLnBrk="1" latinLnBrk="0" hangingPunct="1">
              <a:lnSpc>
                <a:spcPct val="120000"/>
              </a:lnSpc>
              <a:spcBef>
                <a:spcPts val="281"/>
              </a:spcBef>
              <a:buFontTx/>
              <a:buNone/>
              <a:defRPr sz="1200" kern="1200">
                <a:solidFill>
                  <a:schemeClr val="accent5"/>
                </a:solidFill>
                <a:latin typeface="TIM Sans" panose="00000500000000000000" pitchFamily="50" charset="0"/>
                <a:ea typeface="+mn-ea"/>
                <a:cs typeface="+mn-cs"/>
              </a:defRPr>
            </a:lvl2pPr>
            <a:lvl3pPr marL="514337" indent="0" algn="l" defTabSz="514337" rtl="0" eaLnBrk="1" latinLnBrk="0" hangingPunct="1">
              <a:lnSpc>
                <a:spcPct val="120000"/>
              </a:lnSpc>
              <a:spcBef>
                <a:spcPts val="281"/>
              </a:spcBef>
              <a:buFontTx/>
              <a:buNone/>
              <a:defRPr sz="1100" kern="1200">
                <a:solidFill>
                  <a:schemeClr val="accent5"/>
                </a:solidFill>
                <a:latin typeface="TIM Sans" panose="00000500000000000000" pitchFamily="50" charset="0"/>
                <a:ea typeface="+mn-ea"/>
                <a:cs typeface="+mn-cs"/>
              </a:defRPr>
            </a:lvl3pPr>
            <a:lvl4pPr marL="900091"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4pPr>
            <a:lvl5pPr marL="1157259"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5pPr>
            <a:lvl6pPr marL="1414428"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6pPr>
            <a:lvl7pPr marL="1671596"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7pPr>
            <a:lvl8pPr marL="1928765"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8pPr>
            <a:lvl9pPr marL="2185934"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9pPr>
          </a:lstStyle>
          <a:p>
            <a:pPr algn="ctr" defTabSz="186300" fontAlgn="auto">
              <a:lnSpc>
                <a:spcPct val="100000"/>
              </a:lnSpc>
              <a:spcBef>
                <a:spcPts val="0"/>
              </a:spcBef>
              <a:spcAft>
                <a:spcPts val="0"/>
              </a:spcAft>
              <a:defRPr/>
            </a:pPr>
            <a:r>
              <a:rPr lang="pt-BR" sz="900">
                <a:solidFill>
                  <a:srgbClr val="004691"/>
                </a:solidFill>
                <a:latin typeface="TIM Sans Light" panose="00000400000000000000" pitchFamily="50" charset="0"/>
                <a:ea typeface="ＭＳ Ｐゴシック"/>
                <a:cs typeface="Arial"/>
              </a:rPr>
              <a:t>Internet Acumulada</a:t>
            </a:r>
            <a:endParaRPr lang="pt-BR" sz="800">
              <a:solidFill>
                <a:srgbClr val="004691"/>
              </a:solidFill>
              <a:latin typeface="TIM Sans Light" panose="00000400000000000000" pitchFamily="50" charset="0"/>
              <a:ea typeface="ＭＳ Ｐゴシック"/>
              <a:cs typeface="Arial"/>
            </a:endParaRPr>
          </a:p>
        </p:txBody>
      </p:sp>
      <p:sp>
        <p:nvSpPr>
          <p:cNvPr id="51" name="Segnaposto contenuto 2">
            <a:extLst>
              <a:ext uri="{FF2B5EF4-FFF2-40B4-BE49-F238E27FC236}">
                <a16:creationId xmlns:a16="http://schemas.microsoft.com/office/drawing/2014/main" id="{65544994-4BB2-4AD4-BF0B-F2CAEAD2ABDB}"/>
              </a:ext>
            </a:extLst>
          </p:cNvPr>
          <p:cNvSpPr txBox="1">
            <a:spLocks/>
          </p:cNvSpPr>
          <p:nvPr userDrawn="1"/>
        </p:nvSpPr>
        <p:spPr bwMode="auto">
          <a:xfrm>
            <a:off x="4609470" y="4639745"/>
            <a:ext cx="1311533" cy="262274"/>
          </a:xfrm>
          <a:prstGeom prst="rect">
            <a:avLst/>
          </a:prstGeom>
          <a:noFill/>
          <a:ln>
            <a:noFill/>
          </a:ln>
          <a:effectLst/>
        </p:spPr>
        <p:txBody>
          <a:bodyPr lIns="24872" tIns="12434" rIns="24872" bIns="12434" anchor="ctr" anchorCtr="0"/>
          <a:lstStyle>
            <a:lvl1pPr marL="0" indent="0" algn="l" defTabSz="514337" rtl="0" eaLnBrk="1" latinLnBrk="0" hangingPunct="1">
              <a:lnSpc>
                <a:spcPct val="120000"/>
              </a:lnSpc>
              <a:spcBef>
                <a:spcPts val="563"/>
              </a:spcBef>
              <a:buFontTx/>
              <a:buNone/>
              <a:defRPr sz="1400" kern="1200">
                <a:solidFill>
                  <a:schemeClr val="accent5"/>
                </a:solidFill>
                <a:latin typeface="TIM Sans" panose="00000500000000000000" pitchFamily="50" charset="0"/>
                <a:ea typeface="+mn-ea"/>
                <a:cs typeface="+mn-cs"/>
              </a:defRPr>
            </a:lvl1pPr>
            <a:lvl2pPr marL="257168" indent="0" algn="l" defTabSz="514337" rtl="0" eaLnBrk="1" latinLnBrk="0" hangingPunct="1">
              <a:lnSpc>
                <a:spcPct val="120000"/>
              </a:lnSpc>
              <a:spcBef>
                <a:spcPts val="281"/>
              </a:spcBef>
              <a:buFontTx/>
              <a:buNone/>
              <a:defRPr sz="1200" kern="1200">
                <a:solidFill>
                  <a:schemeClr val="accent5"/>
                </a:solidFill>
                <a:latin typeface="TIM Sans" panose="00000500000000000000" pitchFamily="50" charset="0"/>
                <a:ea typeface="+mn-ea"/>
                <a:cs typeface="+mn-cs"/>
              </a:defRPr>
            </a:lvl2pPr>
            <a:lvl3pPr marL="514337" indent="0" algn="l" defTabSz="514337" rtl="0" eaLnBrk="1" latinLnBrk="0" hangingPunct="1">
              <a:lnSpc>
                <a:spcPct val="120000"/>
              </a:lnSpc>
              <a:spcBef>
                <a:spcPts val="281"/>
              </a:spcBef>
              <a:buFontTx/>
              <a:buNone/>
              <a:defRPr sz="1100" kern="1200">
                <a:solidFill>
                  <a:schemeClr val="accent5"/>
                </a:solidFill>
                <a:latin typeface="TIM Sans" panose="00000500000000000000" pitchFamily="50" charset="0"/>
                <a:ea typeface="+mn-ea"/>
                <a:cs typeface="+mn-cs"/>
              </a:defRPr>
            </a:lvl3pPr>
            <a:lvl4pPr marL="900091"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4pPr>
            <a:lvl5pPr marL="1157259"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5pPr>
            <a:lvl6pPr marL="1414428"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6pPr>
            <a:lvl7pPr marL="1671596"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7pPr>
            <a:lvl8pPr marL="1928765"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8pPr>
            <a:lvl9pPr marL="2185934"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9pPr>
          </a:lstStyle>
          <a:p>
            <a:pPr algn="ctr" defTabSz="186300" fontAlgn="auto">
              <a:spcBef>
                <a:spcPts val="205"/>
              </a:spcBef>
              <a:spcAft>
                <a:spcPts val="0"/>
              </a:spcAft>
              <a:defRPr/>
            </a:pPr>
            <a:r>
              <a:rPr lang="pt-BR" sz="900">
                <a:solidFill>
                  <a:srgbClr val="7030A0"/>
                </a:solidFill>
                <a:latin typeface="TIM Sans Light" panose="00000400000000000000" pitchFamily="50" charset="0"/>
                <a:ea typeface="ＭＳ Ｐゴシック"/>
                <a:cs typeface="Arial"/>
              </a:rPr>
              <a:t>Vivo Bis</a:t>
            </a:r>
          </a:p>
        </p:txBody>
      </p:sp>
      <p:sp>
        <p:nvSpPr>
          <p:cNvPr id="52" name="Segnaposto contenuto 2">
            <a:extLst>
              <a:ext uri="{FF2B5EF4-FFF2-40B4-BE49-F238E27FC236}">
                <a16:creationId xmlns:a16="http://schemas.microsoft.com/office/drawing/2014/main" id="{AE2AD782-A870-45A7-B7AC-547FCA7CC685}"/>
              </a:ext>
            </a:extLst>
          </p:cNvPr>
          <p:cNvSpPr txBox="1">
            <a:spLocks/>
          </p:cNvSpPr>
          <p:nvPr userDrawn="1"/>
        </p:nvSpPr>
        <p:spPr bwMode="auto">
          <a:xfrm>
            <a:off x="8834180" y="4639745"/>
            <a:ext cx="1010808" cy="262274"/>
          </a:xfrm>
          <a:prstGeom prst="rect">
            <a:avLst/>
          </a:prstGeom>
          <a:noFill/>
          <a:ln>
            <a:noFill/>
          </a:ln>
          <a:effectLst/>
        </p:spPr>
        <p:txBody>
          <a:bodyPr lIns="24872" tIns="12434" rIns="24872" bIns="12434" anchor="ctr" anchorCtr="0"/>
          <a:lstStyle>
            <a:defPPr>
              <a:defRPr lang="pt-BR"/>
            </a:defPPr>
            <a:lvl1pPr algn="ctr" defTabSz="250922">
              <a:defRPr sz="1400" b="1">
                <a:solidFill>
                  <a:srgbClr val="F39610"/>
                </a:solidFill>
                <a:latin typeface="TIM Sans Light" panose="00000400000000000000" pitchFamily="50" charset="0"/>
                <a:ea typeface="ＭＳ Ｐゴシック"/>
                <a:cs typeface="Arial"/>
              </a:defRPr>
            </a:lvl1pPr>
          </a:lstStyle>
          <a:p>
            <a:pPr defTabSz="186300" fontAlgn="auto">
              <a:spcBef>
                <a:spcPts val="0"/>
              </a:spcBef>
              <a:spcAft>
                <a:spcPts val="0"/>
              </a:spcAft>
            </a:pPr>
            <a:r>
              <a:rPr lang="pt-BR" kern="0"/>
              <a:t>-</a:t>
            </a:r>
          </a:p>
        </p:txBody>
      </p:sp>
      <p:sp>
        <p:nvSpPr>
          <p:cNvPr id="53" name="Segnaposto contenuto 2">
            <a:extLst>
              <a:ext uri="{FF2B5EF4-FFF2-40B4-BE49-F238E27FC236}">
                <a16:creationId xmlns:a16="http://schemas.microsoft.com/office/drawing/2014/main" id="{85C26FE8-8CD9-43CA-8F05-5E48CDA50EBC}"/>
              </a:ext>
            </a:extLst>
          </p:cNvPr>
          <p:cNvSpPr txBox="1">
            <a:spLocks/>
          </p:cNvSpPr>
          <p:nvPr userDrawn="1"/>
        </p:nvSpPr>
        <p:spPr bwMode="auto">
          <a:xfrm>
            <a:off x="7110373" y="4670162"/>
            <a:ext cx="251477" cy="306718"/>
          </a:xfrm>
          <a:prstGeom prst="rect">
            <a:avLst/>
          </a:prstGeom>
        </p:spPr>
        <p:txBody>
          <a:bodyPr wrap="none" lIns="90391" tIns="45196" rIns="90391" bIns="45196">
            <a:spAutoFit/>
          </a:bodyPr>
          <a:lstStyle>
            <a:defPPr>
              <a:defRPr lang="pt-BR"/>
            </a:defPPr>
            <a:lvl1pPr algn="ctr" defTabSz="608163" fontAlgn="base">
              <a:spcBef>
                <a:spcPct val="0"/>
              </a:spcBef>
              <a:spcAft>
                <a:spcPct val="0"/>
              </a:spcAft>
              <a:defRPr sz="1400" kern="0">
                <a:solidFill>
                  <a:srgbClr val="FF0000"/>
                </a:solidFill>
                <a:latin typeface="TIM Sans Light" panose="00000400000000000000" pitchFamily="2" charset="0"/>
                <a:ea typeface="ＭＳ Ｐゴシック"/>
                <a:cs typeface="Arial"/>
              </a:defRPr>
            </a:lvl1pPr>
          </a:lstStyle>
          <a:p>
            <a:pPr defTabSz="451539"/>
            <a:r>
              <a:rPr lang="pt-BR"/>
              <a:t>-</a:t>
            </a:r>
          </a:p>
        </p:txBody>
      </p:sp>
      <p:cxnSp>
        <p:nvCxnSpPr>
          <p:cNvPr id="54" name="Straight Connector 154">
            <a:extLst>
              <a:ext uri="{FF2B5EF4-FFF2-40B4-BE49-F238E27FC236}">
                <a16:creationId xmlns:a16="http://schemas.microsoft.com/office/drawing/2014/main" id="{66793859-4D1B-403D-9883-C132F2F25F30}"/>
              </a:ext>
            </a:extLst>
          </p:cNvPr>
          <p:cNvCxnSpPr/>
          <p:nvPr userDrawn="1">
            <p:custDataLst>
              <p:tags r:id="rId12"/>
            </p:custDataLst>
          </p:nvPr>
        </p:nvCxnSpPr>
        <p:spPr>
          <a:xfrm>
            <a:off x="2347413" y="4568440"/>
            <a:ext cx="8158538" cy="0"/>
          </a:xfrm>
          <a:prstGeom prst="line">
            <a:avLst/>
          </a:prstGeom>
          <a:noFill/>
          <a:ln w="6350" cap="flat" cmpd="sng" algn="ctr">
            <a:solidFill>
              <a:srgbClr val="FFFFFF">
                <a:lumMod val="85000"/>
              </a:srgbClr>
            </a:solidFill>
            <a:prstDash val="solid"/>
            <a:miter lim="800000"/>
          </a:ln>
          <a:effectLst/>
        </p:spPr>
      </p:cxnSp>
      <p:sp>
        <p:nvSpPr>
          <p:cNvPr id="55" name="Segnaposto contenuto 2">
            <a:extLst>
              <a:ext uri="{FF2B5EF4-FFF2-40B4-BE49-F238E27FC236}">
                <a16:creationId xmlns:a16="http://schemas.microsoft.com/office/drawing/2014/main" id="{8E405229-C0C9-43AC-883A-C2079B18940B}"/>
              </a:ext>
            </a:extLst>
          </p:cNvPr>
          <p:cNvSpPr txBox="1">
            <a:spLocks/>
          </p:cNvSpPr>
          <p:nvPr userDrawn="1">
            <p:custDataLst>
              <p:tags r:id="rId13"/>
            </p:custDataLst>
          </p:nvPr>
        </p:nvSpPr>
        <p:spPr bwMode="auto">
          <a:xfrm>
            <a:off x="2183123" y="3665348"/>
            <a:ext cx="2014907" cy="315918"/>
          </a:xfrm>
          <a:prstGeom prst="rect">
            <a:avLst/>
          </a:prstGeom>
          <a:noFill/>
          <a:ln>
            <a:noFill/>
          </a:ln>
          <a:effectLst/>
        </p:spPr>
        <p:txBody>
          <a:bodyPr lIns="24872" tIns="12434" rIns="24872" bIns="12434" anchor="ctr"/>
          <a:lstStyle>
            <a:defPPr>
              <a:defRPr lang="pt-BR"/>
            </a:defPPr>
            <a:lvl1pPr indent="0" algn="ctr" defTabSz="514337">
              <a:lnSpc>
                <a:spcPct val="120000"/>
              </a:lnSpc>
              <a:spcBef>
                <a:spcPts val="563"/>
              </a:spcBef>
              <a:buFontTx/>
              <a:buNone/>
              <a:defRPr sz="1333" b="1">
                <a:solidFill>
                  <a:srgbClr val="004691"/>
                </a:solidFill>
                <a:latin typeface="TIM Sans" panose="00000500000000000000" pitchFamily="50" charset="0"/>
              </a:defRPr>
            </a:lvl1pPr>
            <a:lvl2pPr marL="257168" indent="0" defTabSz="514337">
              <a:lnSpc>
                <a:spcPct val="120000"/>
              </a:lnSpc>
              <a:spcBef>
                <a:spcPts val="281"/>
              </a:spcBef>
              <a:buFontTx/>
              <a:buNone/>
              <a:defRPr sz="1200">
                <a:solidFill>
                  <a:schemeClr val="accent5"/>
                </a:solidFill>
                <a:latin typeface="TIM Sans" panose="00000500000000000000" pitchFamily="50" charset="0"/>
              </a:defRPr>
            </a:lvl2pPr>
            <a:lvl3pPr marL="514337" indent="0" defTabSz="514337">
              <a:lnSpc>
                <a:spcPct val="120000"/>
              </a:lnSpc>
              <a:spcBef>
                <a:spcPts val="281"/>
              </a:spcBef>
              <a:buFontTx/>
              <a:buNone/>
              <a:defRPr sz="1100">
                <a:solidFill>
                  <a:schemeClr val="accent5"/>
                </a:solidFill>
                <a:latin typeface="TIM Sans" panose="00000500000000000000" pitchFamily="50" charset="0"/>
              </a:defRPr>
            </a:lvl3pPr>
            <a:lvl4pPr marL="900091" indent="-128585" defTabSz="514337">
              <a:lnSpc>
                <a:spcPct val="90000"/>
              </a:lnSpc>
              <a:spcBef>
                <a:spcPts val="281"/>
              </a:spcBef>
              <a:buFont typeface="Arial" panose="020B0604020202020204" pitchFamily="34" charset="0"/>
              <a:buChar char="•"/>
              <a:defRPr sz="1000"/>
            </a:lvl4pPr>
            <a:lvl5pPr marL="1157259" indent="-128585" defTabSz="514337">
              <a:lnSpc>
                <a:spcPct val="90000"/>
              </a:lnSpc>
              <a:spcBef>
                <a:spcPts val="281"/>
              </a:spcBef>
              <a:buFont typeface="Arial" panose="020B0604020202020204" pitchFamily="34" charset="0"/>
              <a:buChar char="•"/>
              <a:defRPr sz="1000"/>
            </a:lvl5pPr>
            <a:lvl6pPr marL="1414428" indent="-128585" defTabSz="514337">
              <a:lnSpc>
                <a:spcPct val="90000"/>
              </a:lnSpc>
              <a:spcBef>
                <a:spcPts val="281"/>
              </a:spcBef>
              <a:buFont typeface="Arial" panose="020B0604020202020204" pitchFamily="34" charset="0"/>
              <a:buChar char="•"/>
              <a:defRPr sz="1000"/>
            </a:lvl6pPr>
            <a:lvl7pPr marL="1671596" indent="-128585" defTabSz="514337">
              <a:lnSpc>
                <a:spcPct val="90000"/>
              </a:lnSpc>
              <a:spcBef>
                <a:spcPts val="281"/>
              </a:spcBef>
              <a:buFont typeface="Arial" panose="020B0604020202020204" pitchFamily="34" charset="0"/>
              <a:buChar char="•"/>
              <a:defRPr sz="1000"/>
            </a:lvl7pPr>
            <a:lvl8pPr marL="1928765" indent="-128585" defTabSz="514337">
              <a:lnSpc>
                <a:spcPct val="90000"/>
              </a:lnSpc>
              <a:spcBef>
                <a:spcPts val="281"/>
              </a:spcBef>
              <a:buFont typeface="Arial" panose="020B0604020202020204" pitchFamily="34" charset="0"/>
              <a:buChar char="•"/>
              <a:defRPr sz="1000"/>
            </a:lvl8pPr>
            <a:lvl9pPr marL="2185934" indent="-128585" defTabSz="514337">
              <a:lnSpc>
                <a:spcPct val="90000"/>
              </a:lnSpc>
              <a:spcBef>
                <a:spcPts val="281"/>
              </a:spcBef>
              <a:buFont typeface="Arial" panose="020B0604020202020204" pitchFamily="34" charset="0"/>
              <a:buChar char="•"/>
              <a:defRPr sz="1000"/>
            </a:lvl9pPr>
          </a:lstStyle>
          <a:p>
            <a:pPr defTabSz="186300" fontAlgn="auto">
              <a:lnSpc>
                <a:spcPct val="100000"/>
              </a:lnSpc>
              <a:spcBef>
                <a:spcPts val="205"/>
              </a:spcBef>
              <a:spcAft>
                <a:spcPts val="0"/>
              </a:spcAft>
              <a:defRPr/>
            </a:pPr>
            <a:r>
              <a:rPr lang="pt-BR" sz="900" kern="0">
                <a:latin typeface="TIM Sans Light" panose="00000400000000000000" pitchFamily="50" charset="0"/>
                <a:ea typeface="ＭＳ Ｐゴシック" charset="0"/>
                <a:cs typeface="Arial"/>
              </a:rPr>
              <a:t>+ 2 </a:t>
            </a:r>
            <a:r>
              <a:rPr lang="pt-BR" sz="800" b="0" kern="0">
                <a:latin typeface="TIM Sans Light" panose="00000400000000000000" pitchFamily="50" charset="0"/>
                <a:ea typeface="ＭＳ Ｐゴシック" charset="0"/>
                <a:cs typeface="Arial"/>
              </a:rPr>
              <a:t>(inclusos)</a:t>
            </a:r>
            <a:endParaRPr lang="it-IT" sz="800" b="0" kern="0">
              <a:latin typeface="TIM Sans Light" panose="00000400000000000000" pitchFamily="50" charset="0"/>
              <a:ea typeface="ＭＳ Ｐゴシック" charset="0"/>
              <a:cs typeface="Arial"/>
            </a:endParaRPr>
          </a:p>
        </p:txBody>
      </p:sp>
      <p:sp>
        <p:nvSpPr>
          <p:cNvPr id="58" name="Rectangle 158">
            <a:extLst>
              <a:ext uri="{FF2B5EF4-FFF2-40B4-BE49-F238E27FC236}">
                <a16:creationId xmlns:a16="http://schemas.microsoft.com/office/drawing/2014/main" id="{B1956523-EA9C-46DE-B91C-50B857ECD2CF}"/>
              </a:ext>
            </a:extLst>
          </p:cNvPr>
          <p:cNvSpPr/>
          <p:nvPr userDrawn="1"/>
        </p:nvSpPr>
        <p:spPr>
          <a:xfrm>
            <a:off x="4941463" y="3746203"/>
            <a:ext cx="647572" cy="171989"/>
          </a:xfrm>
          <a:prstGeom prst="rect">
            <a:avLst/>
          </a:prstGeom>
        </p:spPr>
        <p:txBody>
          <a:bodyPr wrap="none" lIns="33119" tIns="16583" rIns="33119" bIns="16583">
            <a:spAutoFit/>
          </a:bodyPr>
          <a:lstStyle/>
          <a:p>
            <a:pPr algn="ctr" defTabSz="662356" fontAlgn="auto">
              <a:spcBef>
                <a:spcPts val="0"/>
              </a:spcBef>
              <a:spcAft>
                <a:spcPts val="0"/>
              </a:spcAft>
              <a:defRPr/>
            </a:pPr>
            <a:r>
              <a:rPr lang="pt-BR" sz="900" b="1" kern="0">
                <a:solidFill>
                  <a:srgbClr val="7030A0"/>
                </a:solidFill>
                <a:latin typeface="TIM Sans Light" panose="00000400000000000000" pitchFamily="50" charset="0"/>
                <a:ea typeface="ＭＳ Ｐゴシック"/>
                <a:cs typeface="Arial"/>
              </a:rPr>
              <a:t>+ 1 </a:t>
            </a:r>
            <a:r>
              <a:rPr lang="pt-BR" sz="800" kern="0">
                <a:solidFill>
                  <a:srgbClr val="7030A0"/>
                </a:solidFill>
                <a:latin typeface="TIM Sans Light" panose="00000400000000000000" pitchFamily="50" charset="0"/>
                <a:ea typeface="ＭＳ Ｐゴシック"/>
                <a:cs typeface="Arial"/>
              </a:rPr>
              <a:t>(incluso)</a:t>
            </a:r>
          </a:p>
        </p:txBody>
      </p:sp>
      <p:sp>
        <p:nvSpPr>
          <p:cNvPr id="59" name="Segnaposto contenuto 2">
            <a:extLst>
              <a:ext uri="{FF2B5EF4-FFF2-40B4-BE49-F238E27FC236}">
                <a16:creationId xmlns:a16="http://schemas.microsoft.com/office/drawing/2014/main" id="{680B87B2-BB75-425E-A55D-6D240C3D4745}"/>
              </a:ext>
            </a:extLst>
          </p:cNvPr>
          <p:cNvSpPr txBox="1">
            <a:spLocks/>
          </p:cNvSpPr>
          <p:nvPr userDrawn="1">
            <p:custDataLst>
              <p:tags r:id="rId14"/>
            </p:custDataLst>
          </p:nvPr>
        </p:nvSpPr>
        <p:spPr bwMode="auto">
          <a:xfrm>
            <a:off x="6298409" y="3660491"/>
            <a:ext cx="1875407" cy="324623"/>
          </a:xfrm>
          <a:prstGeom prst="rect">
            <a:avLst/>
          </a:prstGeom>
          <a:noFill/>
          <a:ln>
            <a:noFill/>
          </a:ln>
          <a:effectLst/>
        </p:spPr>
        <p:txBody>
          <a:bodyPr lIns="24872" tIns="12434" rIns="24872" bIns="12434" anchor="ctr"/>
          <a:lstStyle>
            <a:defPPr>
              <a:defRPr lang="pt-BR"/>
            </a:defPPr>
            <a:lvl1pPr indent="0" algn="ctr" defTabSz="514337">
              <a:lnSpc>
                <a:spcPct val="120000"/>
              </a:lnSpc>
              <a:spcBef>
                <a:spcPts val="563"/>
              </a:spcBef>
              <a:buFontTx/>
              <a:buNone/>
              <a:defRPr sz="1333" b="1">
                <a:solidFill>
                  <a:srgbClr val="004691"/>
                </a:solidFill>
                <a:latin typeface="TIM Sans" panose="00000500000000000000" pitchFamily="50" charset="0"/>
              </a:defRPr>
            </a:lvl1pPr>
            <a:lvl2pPr marL="257168" indent="0" defTabSz="514337">
              <a:lnSpc>
                <a:spcPct val="120000"/>
              </a:lnSpc>
              <a:spcBef>
                <a:spcPts val="281"/>
              </a:spcBef>
              <a:buFontTx/>
              <a:buNone/>
              <a:defRPr sz="1200">
                <a:solidFill>
                  <a:schemeClr val="accent5"/>
                </a:solidFill>
                <a:latin typeface="TIM Sans" panose="00000500000000000000" pitchFamily="50" charset="0"/>
              </a:defRPr>
            </a:lvl2pPr>
            <a:lvl3pPr marL="514337" indent="0" defTabSz="514337">
              <a:lnSpc>
                <a:spcPct val="120000"/>
              </a:lnSpc>
              <a:spcBef>
                <a:spcPts val="281"/>
              </a:spcBef>
              <a:buFontTx/>
              <a:buNone/>
              <a:defRPr sz="1100">
                <a:solidFill>
                  <a:schemeClr val="accent5"/>
                </a:solidFill>
                <a:latin typeface="TIM Sans" panose="00000500000000000000" pitchFamily="50" charset="0"/>
              </a:defRPr>
            </a:lvl3pPr>
            <a:lvl4pPr marL="900091" indent="-128585" defTabSz="514337">
              <a:lnSpc>
                <a:spcPct val="90000"/>
              </a:lnSpc>
              <a:spcBef>
                <a:spcPts val="281"/>
              </a:spcBef>
              <a:buFont typeface="Arial" panose="020B0604020202020204" pitchFamily="34" charset="0"/>
              <a:buChar char="•"/>
              <a:defRPr sz="1000"/>
            </a:lvl4pPr>
            <a:lvl5pPr marL="1157259" indent="-128585" defTabSz="514337">
              <a:lnSpc>
                <a:spcPct val="90000"/>
              </a:lnSpc>
              <a:spcBef>
                <a:spcPts val="281"/>
              </a:spcBef>
              <a:buFont typeface="Arial" panose="020B0604020202020204" pitchFamily="34" charset="0"/>
              <a:buChar char="•"/>
              <a:defRPr sz="1000"/>
            </a:lvl5pPr>
            <a:lvl6pPr marL="1414428" indent="-128585" defTabSz="514337">
              <a:lnSpc>
                <a:spcPct val="90000"/>
              </a:lnSpc>
              <a:spcBef>
                <a:spcPts val="281"/>
              </a:spcBef>
              <a:buFont typeface="Arial" panose="020B0604020202020204" pitchFamily="34" charset="0"/>
              <a:buChar char="•"/>
              <a:defRPr sz="1000"/>
            </a:lvl6pPr>
            <a:lvl7pPr marL="1671596" indent="-128585" defTabSz="514337">
              <a:lnSpc>
                <a:spcPct val="90000"/>
              </a:lnSpc>
              <a:spcBef>
                <a:spcPts val="281"/>
              </a:spcBef>
              <a:buFont typeface="Arial" panose="020B0604020202020204" pitchFamily="34" charset="0"/>
              <a:buChar char="•"/>
              <a:defRPr sz="1000"/>
            </a:lvl7pPr>
            <a:lvl8pPr marL="1928765" indent="-128585" defTabSz="514337">
              <a:lnSpc>
                <a:spcPct val="90000"/>
              </a:lnSpc>
              <a:spcBef>
                <a:spcPts val="281"/>
              </a:spcBef>
              <a:buFont typeface="Arial" panose="020B0604020202020204" pitchFamily="34" charset="0"/>
              <a:buChar char="•"/>
              <a:defRPr sz="1000"/>
            </a:lvl8pPr>
            <a:lvl9pPr marL="2185934" indent="-128585" defTabSz="514337">
              <a:lnSpc>
                <a:spcPct val="90000"/>
              </a:lnSpc>
              <a:spcBef>
                <a:spcPts val="281"/>
              </a:spcBef>
              <a:buFont typeface="Arial" panose="020B0604020202020204" pitchFamily="34" charset="0"/>
              <a:buChar char="•"/>
              <a:defRPr sz="1000"/>
            </a:lvl9pPr>
          </a:lstStyle>
          <a:p>
            <a:pPr defTabSz="186300" fontAlgn="auto">
              <a:spcBef>
                <a:spcPts val="205"/>
              </a:spcBef>
              <a:spcAft>
                <a:spcPts val="0"/>
              </a:spcAft>
              <a:defRPr/>
            </a:pPr>
            <a:r>
              <a:rPr lang="pt-BR" sz="900" b="0" kern="0">
                <a:solidFill>
                  <a:srgbClr val="FF0000"/>
                </a:solidFill>
                <a:latin typeface="TIM Sans Light" panose="00000400000000000000" pitchFamily="50" charset="0"/>
                <a:ea typeface="ＭＳ Ｐゴシック" charset="0"/>
                <a:cs typeface="Arial"/>
              </a:rPr>
              <a:t>R$ 39,99 por dependente</a:t>
            </a:r>
            <a:endParaRPr lang="it-IT" sz="900" b="0" kern="0">
              <a:solidFill>
                <a:srgbClr val="FF0000"/>
              </a:solidFill>
              <a:latin typeface="TIM Sans Light" panose="00000400000000000000" pitchFamily="50" charset="0"/>
              <a:ea typeface="ＭＳ Ｐゴシック" charset="0"/>
              <a:cs typeface="Arial"/>
            </a:endParaRPr>
          </a:p>
        </p:txBody>
      </p:sp>
      <p:sp>
        <p:nvSpPr>
          <p:cNvPr id="60" name="Rectangle 161">
            <a:extLst>
              <a:ext uri="{FF2B5EF4-FFF2-40B4-BE49-F238E27FC236}">
                <a16:creationId xmlns:a16="http://schemas.microsoft.com/office/drawing/2014/main" id="{1551D5C8-24CE-4DC4-AA15-3420E619BFB6}"/>
              </a:ext>
            </a:extLst>
          </p:cNvPr>
          <p:cNvSpPr/>
          <p:nvPr userDrawn="1"/>
        </p:nvSpPr>
        <p:spPr>
          <a:xfrm>
            <a:off x="8500308" y="3755616"/>
            <a:ext cx="1678576" cy="172034"/>
          </a:xfrm>
          <a:prstGeom prst="rect">
            <a:avLst/>
          </a:prstGeom>
        </p:spPr>
        <p:txBody>
          <a:bodyPr wrap="square" lIns="33119" tIns="16583" rIns="33119" bIns="16583" anchor="ctr">
            <a:spAutoFit/>
          </a:bodyPr>
          <a:lstStyle/>
          <a:p>
            <a:pPr algn="ctr" defTabSz="662356" fontAlgn="auto">
              <a:spcBef>
                <a:spcPts val="0"/>
              </a:spcBef>
              <a:spcAft>
                <a:spcPts val="0"/>
              </a:spcAft>
              <a:defRPr/>
            </a:pPr>
            <a:r>
              <a:rPr lang="pt-BR" sz="900" kern="0">
                <a:solidFill>
                  <a:srgbClr val="F39610"/>
                </a:solidFill>
                <a:latin typeface="TIM Sans Light" panose="00000400000000000000" pitchFamily="50" charset="0"/>
                <a:ea typeface="ＭＳ Ｐゴシック"/>
                <a:cs typeface="Arial"/>
              </a:rPr>
              <a:t>R$ 29,99 por dependente</a:t>
            </a:r>
          </a:p>
        </p:txBody>
      </p:sp>
      <p:pic>
        <p:nvPicPr>
          <p:cNvPr id="61" name="Picture 3">
            <a:extLst>
              <a:ext uri="{FF2B5EF4-FFF2-40B4-BE49-F238E27FC236}">
                <a16:creationId xmlns:a16="http://schemas.microsoft.com/office/drawing/2014/main" id="{34912D11-49FC-4C7F-BD08-19A5C42D967F}"/>
              </a:ext>
            </a:extLst>
          </p:cNvPr>
          <p:cNvPicPr>
            <a:picLocks noChangeAspect="1" noChangeArrowheads="1"/>
          </p:cNvPicPr>
          <p:nvPr userDrawn="1"/>
        </p:nvPicPr>
        <p:blipFill>
          <a:blip r:embed="rId40" cstate="print">
            <a:duotone>
              <a:srgbClr val="006EB8">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1825943" y="3669706"/>
            <a:ext cx="278838" cy="3081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2" name="Picture 7" descr="Resultado de imagem para tim banca virtual logo">
            <a:extLst>
              <a:ext uri="{FF2B5EF4-FFF2-40B4-BE49-F238E27FC236}">
                <a16:creationId xmlns:a16="http://schemas.microsoft.com/office/drawing/2014/main" id="{02EF113F-D18E-4F85-B6F5-6DD3168FDE27}"/>
              </a:ext>
            </a:extLst>
          </p:cNvPr>
          <p:cNvPicPr>
            <a:picLocks noChangeAspect="1" noChangeArrowheads="1"/>
          </p:cNvPicPr>
          <p:nvPr userDrawn="1"/>
        </p:nvPicPr>
        <p:blipFill rotWithShape="1">
          <a:blip r:embed="rId41" cstate="print">
            <a:extLst>
              <a:ext uri="{28A0092B-C50C-407E-A947-70E740481C1C}">
                <a14:useLocalDpi xmlns:a14="http://schemas.microsoft.com/office/drawing/2010/main" val="0"/>
              </a:ext>
            </a:extLst>
          </a:blip>
          <a:srcRect t="1" b="1321"/>
          <a:stretch/>
        </p:blipFill>
        <p:spPr bwMode="auto">
          <a:xfrm>
            <a:off x="2749030" y="2546534"/>
            <a:ext cx="247388" cy="269763"/>
          </a:xfrm>
          <a:prstGeom prst="rect">
            <a:avLst/>
          </a:prstGeom>
          <a:noFill/>
          <a:extLst>
            <a:ext uri="{909E8E84-426E-40DD-AFC4-6F175D3DCCD1}">
              <a14:hiddenFill xmlns:a14="http://schemas.microsoft.com/office/drawing/2010/main">
                <a:solidFill>
                  <a:srgbClr val="FFFFFF"/>
                </a:solidFill>
              </a14:hiddenFill>
            </a:ext>
          </a:extLst>
        </p:spPr>
      </p:pic>
      <p:pic>
        <p:nvPicPr>
          <p:cNvPr id="63" name="Picture 3">
            <a:extLst>
              <a:ext uri="{FF2B5EF4-FFF2-40B4-BE49-F238E27FC236}">
                <a16:creationId xmlns:a16="http://schemas.microsoft.com/office/drawing/2014/main" id="{946C61E0-1A9C-4D8B-9C9B-26CA56E915F3}"/>
              </a:ext>
            </a:extLst>
          </p:cNvPr>
          <p:cNvPicPr>
            <a:picLocks noChangeAspect="1" noChangeArrowheads="1"/>
          </p:cNvPicPr>
          <p:nvPr userDrawn="1"/>
        </p:nvPicPr>
        <p:blipFill rotWithShape="1">
          <a:blip r:embed="rId42" cstate="print">
            <a:extLst>
              <a:ext uri="{28A0092B-C50C-407E-A947-70E740481C1C}">
                <a14:useLocalDpi xmlns:a14="http://schemas.microsoft.com/office/drawing/2010/main" val="0"/>
              </a:ext>
            </a:extLst>
          </a:blip>
          <a:srcRect l="31652" t="15642" r="31214" b="14661"/>
          <a:stretch/>
        </p:blipFill>
        <p:spPr bwMode="auto">
          <a:xfrm>
            <a:off x="3104936" y="2286905"/>
            <a:ext cx="217975" cy="2373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64" name="Picture 4" descr="C:\Users\F8064606\AppData\Local\Microsoft\Windows\Temporary Internet Files\Content.Outlook\7NXK3HZ9\TIM_RECADO_SMART.PNG">
            <a:extLst>
              <a:ext uri="{FF2B5EF4-FFF2-40B4-BE49-F238E27FC236}">
                <a16:creationId xmlns:a16="http://schemas.microsoft.com/office/drawing/2014/main" id="{E288D473-C5DA-4739-B372-956A6B96C2E4}"/>
              </a:ext>
            </a:extLst>
          </p:cNvPr>
          <p:cNvPicPr>
            <a:picLocks noChangeAspect="1" noChangeArrowheads="1"/>
          </p:cNvPicPr>
          <p:nvPr userDrawn="1"/>
        </p:nvPicPr>
        <p:blipFill>
          <a:blip r:embed="rId43" cstate="print">
            <a:extLst>
              <a:ext uri="{28A0092B-C50C-407E-A947-70E740481C1C}">
                <a14:useLocalDpi xmlns:a14="http://schemas.microsoft.com/office/drawing/2010/main" val="0"/>
              </a:ext>
            </a:extLst>
          </a:blip>
          <a:srcRect/>
          <a:stretch>
            <a:fillRect/>
          </a:stretch>
        </p:blipFill>
        <p:spPr bwMode="auto">
          <a:xfrm>
            <a:off x="3106364" y="2571725"/>
            <a:ext cx="215119" cy="237715"/>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4" descr="C:\Users\F8064606\AppData\Local\Microsoft\Windows\Temporary Internet Files\Content.Outlook\7NXK3HZ9\Icon_iOS_TIM_Vídeos_By_Looke.jpg">
            <a:extLst>
              <a:ext uri="{FF2B5EF4-FFF2-40B4-BE49-F238E27FC236}">
                <a16:creationId xmlns:a16="http://schemas.microsoft.com/office/drawing/2014/main" id="{823E5172-97C6-493D-ADB5-E40F80A69396}"/>
              </a:ext>
            </a:extLst>
          </p:cNvPr>
          <p:cNvPicPr>
            <a:picLocks noChangeAspect="1" noChangeArrowheads="1"/>
          </p:cNvPicPr>
          <p:nvPr userDrawn="1"/>
        </p:nvPicPr>
        <p:blipFill rotWithShape="1">
          <a:blip r:embed="rId44" cstate="print">
            <a:extLst>
              <a:ext uri="{28A0092B-C50C-407E-A947-70E740481C1C}">
                <a14:useLocalDpi xmlns:a14="http://schemas.microsoft.com/office/drawing/2010/main" val="0"/>
              </a:ext>
            </a:extLst>
          </a:blip>
          <a:srcRect l="17291" t="14849" r="16945" b="15286"/>
          <a:stretch/>
        </p:blipFill>
        <p:spPr bwMode="auto">
          <a:xfrm>
            <a:off x="3446989" y="2571779"/>
            <a:ext cx="213728" cy="237343"/>
          </a:xfrm>
          <a:prstGeom prst="rect">
            <a:avLst/>
          </a:prstGeom>
          <a:noFill/>
          <a:extLst>
            <a:ext uri="{909E8E84-426E-40DD-AFC4-6F175D3DCCD1}">
              <a14:hiddenFill xmlns:a14="http://schemas.microsoft.com/office/drawing/2010/main">
                <a:solidFill>
                  <a:srgbClr val="FFFFFF"/>
                </a:solidFill>
              </a14:hiddenFill>
            </a:ext>
          </a:extLst>
        </p:spPr>
      </p:pic>
      <p:pic>
        <p:nvPicPr>
          <p:cNvPr id="66" name="Picture 3">
            <a:extLst>
              <a:ext uri="{FF2B5EF4-FFF2-40B4-BE49-F238E27FC236}">
                <a16:creationId xmlns:a16="http://schemas.microsoft.com/office/drawing/2014/main" id="{80E05FE2-9F02-414B-84D6-55B984672977}"/>
              </a:ext>
            </a:extLst>
          </p:cNvPr>
          <p:cNvPicPr>
            <a:picLocks noChangeAspect="1" noChangeArrowheads="1"/>
          </p:cNvPicPr>
          <p:nvPr userDrawn="1"/>
        </p:nvPicPr>
        <p:blipFill>
          <a:blip r:embed="rId45" cstate="print">
            <a:extLst>
              <a:ext uri="{28A0092B-C50C-407E-A947-70E740481C1C}">
                <a14:useLocalDpi xmlns:a14="http://schemas.microsoft.com/office/drawing/2010/main" val="0"/>
              </a:ext>
            </a:extLst>
          </a:blip>
          <a:srcRect/>
          <a:stretch>
            <a:fillRect/>
          </a:stretch>
        </p:blipFill>
        <p:spPr bwMode="auto">
          <a:xfrm>
            <a:off x="2762791" y="2286905"/>
            <a:ext cx="219877" cy="237343"/>
          </a:xfrm>
          <a:prstGeom prst="roundRect">
            <a:avLst>
              <a:gd name="adj" fmla="val 8594"/>
            </a:avLst>
          </a:prstGeom>
          <a:solidFill>
            <a:srgbClr val="FFFFFF">
              <a:shade val="85000"/>
            </a:srgbClr>
          </a:solidFill>
          <a:ln>
            <a:noFill/>
          </a:ln>
          <a:effectLst/>
          <a:extLst>
            <a:ext uri="{91240B29-F687-4F45-9708-019B960494DF}">
              <a14:hiddenLine xmlns:a14="http://schemas.microsoft.com/office/drawing/2010/main" w="9525">
                <a:solidFill>
                  <a:schemeClr val="tx1"/>
                </a:solidFill>
                <a:miter lim="800000"/>
                <a:headEnd/>
                <a:tailEnd/>
              </a14:hiddenLine>
            </a:ext>
          </a:extLst>
        </p:spPr>
      </p:pic>
      <p:pic>
        <p:nvPicPr>
          <p:cNvPr id="67" name="Picture 3">
            <a:extLst>
              <a:ext uri="{FF2B5EF4-FFF2-40B4-BE49-F238E27FC236}">
                <a16:creationId xmlns:a16="http://schemas.microsoft.com/office/drawing/2014/main" id="{3387EE29-5C53-4CF7-9407-4A229F37DBF4}"/>
              </a:ext>
            </a:extLst>
          </p:cNvPr>
          <p:cNvPicPr>
            <a:picLocks noChangeAspect="1" noChangeArrowheads="1"/>
          </p:cNvPicPr>
          <p:nvPr userDrawn="1"/>
        </p:nvPicPr>
        <p:blipFill rotWithShape="1">
          <a:blip r:embed="rId46" cstate="print">
            <a:extLst>
              <a:ext uri="{BEBA8EAE-BF5A-486C-A8C5-ECC9F3942E4B}">
                <a14:imgProps xmlns:a14="http://schemas.microsoft.com/office/drawing/2010/main">
                  <a14:imgLayer r:embed="rId47">
                    <a14:imgEffect>
                      <a14:backgroundRemoval t="0" b="100000" l="0" r="36156"/>
                    </a14:imgEffect>
                  </a14:imgLayer>
                </a14:imgProps>
              </a:ext>
              <a:ext uri="{28A0092B-C50C-407E-A947-70E740481C1C}">
                <a14:useLocalDpi xmlns:a14="http://schemas.microsoft.com/office/drawing/2010/main" val="0"/>
              </a:ext>
            </a:extLst>
          </a:blip>
          <a:srcRect r="63599"/>
          <a:stretch/>
        </p:blipFill>
        <p:spPr bwMode="auto">
          <a:xfrm>
            <a:off x="3439980" y="2286893"/>
            <a:ext cx="227773" cy="2373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68" name="Straight Connector 171">
            <a:extLst>
              <a:ext uri="{FF2B5EF4-FFF2-40B4-BE49-F238E27FC236}">
                <a16:creationId xmlns:a16="http://schemas.microsoft.com/office/drawing/2014/main" id="{164073E5-18CF-4F0A-8D19-75DCB33373C0}"/>
              </a:ext>
            </a:extLst>
          </p:cNvPr>
          <p:cNvCxnSpPr/>
          <p:nvPr userDrawn="1">
            <p:custDataLst>
              <p:tags r:id="rId15"/>
            </p:custDataLst>
          </p:nvPr>
        </p:nvCxnSpPr>
        <p:spPr>
          <a:xfrm>
            <a:off x="2347413" y="4109107"/>
            <a:ext cx="8158538" cy="0"/>
          </a:xfrm>
          <a:prstGeom prst="line">
            <a:avLst/>
          </a:prstGeom>
          <a:noFill/>
          <a:ln w="6350" cap="flat" cmpd="sng" algn="ctr">
            <a:solidFill>
              <a:srgbClr val="FFFFFF">
                <a:lumMod val="85000"/>
              </a:srgbClr>
            </a:solidFill>
            <a:prstDash val="solid"/>
            <a:miter lim="800000"/>
          </a:ln>
          <a:effectLst/>
        </p:spPr>
      </p:cxnSp>
      <p:pic>
        <p:nvPicPr>
          <p:cNvPr id="69" name="Picture 2">
            <a:extLst>
              <a:ext uri="{FF2B5EF4-FFF2-40B4-BE49-F238E27FC236}">
                <a16:creationId xmlns:a16="http://schemas.microsoft.com/office/drawing/2014/main" id="{058F0AAF-8BAE-4D46-8D47-4B79D5BA8671}"/>
              </a:ext>
            </a:extLst>
          </p:cNvPr>
          <p:cNvPicPr>
            <a:picLocks noChangeAspect="1" noChangeArrowheads="1"/>
          </p:cNvPicPr>
          <p:nvPr userDrawn="1"/>
        </p:nvPicPr>
        <p:blipFill>
          <a:blip r:embed="rId48" cstate="print">
            <a:extLst>
              <a:ext uri="{BEBA8EAE-BF5A-486C-A8C5-ECC9F3942E4B}">
                <a14:imgProps xmlns:a14="http://schemas.microsoft.com/office/drawing/2010/main">
                  <a14:imgLayer r:embed="rId49">
                    <a14:imgEffect>
                      <a14:backgroundRemoval t="0" b="100000" l="0" r="100000">
                        <a14:foregroundMark x1="64889" y1="31111" x2="34222" y2="73333"/>
                      </a14:backgroundRemoval>
                    </a14:imgEffect>
                    <a14:imgEffect>
                      <a14:sharpenSoften amount="50000"/>
                    </a14:imgEffect>
                    <a14:imgEffect>
                      <a14:saturation sat="200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808704" y="4170175"/>
            <a:ext cx="289094" cy="3194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0" name="Rectangle 174">
            <a:extLst>
              <a:ext uri="{FF2B5EF4-FFF2-40B4-BE49-F238E27FC236}">
                <a16:creationId xmlns:a16="http://schemas.microsoft.com/office/drawing/2014/main" id="{90F18A7F-888A-420B-BD61-79D61339EBC5}"/>
              </a:ext>
            </a:extLst>
          </p:cNvPr>
          <p:cNvSpPr/>
          <p:nvPr userDrawn="1"/>
        </p:nvSpPr>
        <p:spPr>
          <a:xfrm>
            <a:off x="2420362" y="4168116"/>
            <a:ext cx="1540431" cy="367757"/>
          </a:xfrm>
          <a:prstGeom prst="rect">
            <a:avLst/>
          </a:prstGeom>
        </p:spPr>
        <p:txBody>
          <a:bodyPr wrap="none" lIns="90391" tIns="45196" rIns="90391" bIns="45196">
            <a:spAutoFit/>
          </a:bodyPr>
          <a:lstStyle/>
          <a:p>
            <a:pPr algn="ctr" defTabSz="451539">
              <a:defRPr/>
            </a:pPr>
            <a:r>
              <a:rPr lang="pt-BR" sz="900" kern="0">
                <a:solidFill>
                  <a:srgbClr val="004691"/>
                </a:solidFill>
                <a:latin typeface="TIM Sans Light" panose="00000400000000000000" pitchFamily="2" charset="0"/>
                <a:ea typeface="+mn-ea"/>
                <a:sym typeface="Helvetica Light"/>
              </a:rPr>
              <a:t>7 dias WhatsApp por mês</a:t>
            </a:r>
          </a:p>
          <a:p>
            <a:pPr algn="ctr" defTabSz="451539">
              <a:defRPr/>
            </a:pPr>
            <a:r>
              <a:rPr lang="pt-BR" sz="900" kern="0">
                <a:solidFill>
                  <a:srgbClr val="004691"/>
                </a:solidFill>
                <a:latin typeface="TIM Sans Light" panose="00000400000000000000" pitchFamily="2" charset="0"/>
                <a:ea typeface="+mn-ea"/>
                <a:sym typeface="Helvetica Light"/>
              </a:rPr>
              <a:t>30 min por mês</a:t>
            </a:r>
            <a:endParaRPr lang="en-US" sz="900" kern="0">
              <a:solidFill>
                <a:srgbClr val="004691"/>
              </a:solidFill>
              <a:latin typeface="TIM Sans Light" panose="00000400000000000000" pitchFamily="2" charset="0"/>
              <a:ea typeface="+mn-ea"/>
              <a:sym typeface="Helvetica Light"/>
            </a:endParaRPr>
          </a:p>
        </p:txBody>
      </p:sp>
      <p:sp>
        <p:nvSpPr>
          <p:cNvPr id="71" name="Rectangle 174">
            <a:extLst>
              <a:ext uri="{FF2B5EF4-FFF2-40B4-BE49-F238E27FC236}">
                <a16:creationId xmlns:a16="http://schemas.microsoft.com/office/drawing/2014/main" id="{788883B2-9CA0-465C-9CA8-E07C262617AA}"/>
              </a:ext>
            </a:extLst>
          </p:cNvPr>
          <p:cNvSpPr/>
          <p:nvPr userDrawn="1"/>
        </p:nvSpPr>
        <p:spPr>
          <a:xfrm>
            <a:off x="4499956" y="4168116"/>
            <a:ext cx="1530560" cy="367757"/>
          </a:xfrm>
          <a:prstGeom prst="rect">
            <a:avLst/>
          </a:prstGeom>
        </p:spPr>
        <p:txBody>
          <a:bodyPr wrap="none" lIns="90391" tIns="45196" rIns="90391" bIns="45196">
            <a:spAutoFit/>
          </a:bodyPr>
          <a:lstStyle/>
          <a:p>
            <a:pPr algn="ctr" defTabSz="451539">
              <a:defRPr/>
            </a:pPr>
            <a:r>
              <a:rPr lang="pt-BR" sz="900" kern="0">
                <a:solidFill>
                  <a:srgbClr val="7030A0"/>
                </a:solidFill>
                <a:latin typeface="TIM Sans Light" panose="00000400000000000000" pitchFamily="50" charset="0"/>
                <a:ea typeface="ＭＳ Ｐゴシック"/>
                <a:cs typeface="Arial"/>
                <a:sym typeface="Helvetica Light"/>
              </a:rPr>
              <a:t>7 dias de internet por ano</a:t>
            </a:r>
          </a:p>
          <a:p>
            <a:pPr algn="ctr" defTabSz="451539">
              <a:defRPr/>
            </a:pPr>
            <a:r>
              <a:rPr lang="pt-BR" sz="900" kern="0">
                <a:solidFill>
                  <a:srgbClr val="7030A0"/>
                </a:solidFill>
                <a:latin typeface="TIM Sans Light" panose="00000400000000000000" pitchFamily="50" charset="0"/>
                <a:ea typeface="ＭＳ Ｐゴシック"/>
                <a:cs typeface="Arial"/>
                <a:sym typeface="Helvetica Light"/>
              </a:rPr>
              <a:t>100 min por mês</a:t>
            </a:r>
            <a:endParaRPr lang="en-US" sz="900" kern="0">
              <a:solidFill>
                <a:srgbClr val="7030A0"/>
              </a:solidFill>
              <a:latin typeface="TIM Sans Light" panose="00000400000000000000" pitchFamily="50" charset="0"/>
              <a:ea typeface="ＭＳ Ｐゴシック"/>
              <a:cs typeface="Arial"/>
              <a:sym typeface="Helvetica Light"/>
            </a:endParaRPr>
          </a:p>
        </p:txBody>
      </p:sp>
      <p:sp>
        <p:nvSpPr>
          <p:cNvPr id="72" name="Rectangle 174">
            <a:extLst>
              <a:ext uri="{FF2B5EF4-FFF2-40B4-BE49-F238E27FC236}">
                <a16:creationId xmlns:a16="http://schemas.microsoft.com/office/drawing/2014/main" id="{E47DD9E3-14BB-43F5-8D94-1E971DE443A7}"/>
              </a:ext>
            </a:extLst>
          </p:cNvPr>
          <p:cNvSpPr/>
          <p:nvPr userDrawn="1"/>
        </p:nvSpPr>
        <p:spPr>
          <a:xfrm>
            <a:off x="6541180" y="4100458"/>
            <a:ext cx="1389895" cy="506610"/>
          </a:xfrm>
          <a:prstGeom prst="rect">
            <a:avLst/>
          </a:prstGeom>
        </p:spPr>
        <p:txBody>
          <a:bodyPr wrap="none" lIns="90391" tIns="45196" rIns="90391" bIns="45196">
            <a:spAutoFit/>
          </a:bodyPr>
          <a:lstStyle/>
          <a:p>
            <a:pPr algn="ctr" defTabSz="451539">
              <a:defRPr/>
            </a:pPr>
            <a:r>
              <a:rPr lang="pt-BR" sz="900" kern="0">
                <a:solidFill>
                  <a:srgbClr val="FF0000"/>
                </a:solidFill>
                <a:latin typeface="TIM Sans Light" panose="00000400000000000000" pitchFamily="2" charset="0"/>
                <a:ea typeface="ＭＳ Ｐゴシック"/>
                <a:cs typeface="Arial"/>
                <a:sym typeface="Helvetica Light"/>
              </a:rPr>
              <a:t>Passaporte Américas:</a:t>
            </a:r>
          </a:p>
          <a:p>
            <a:pPr algn="ctr" defTabSz="451539">
              <a:defRPr/>
            </a:pPr>
            <a:r>
              <a:rPr lang="pt-BR" sz="900" kern="0">
                <a:solidFill>
                  <a:srgbClr val="FF0000"/>
                </a:solidFill>
                <a:latin typeface="TIM Sans Light" panose="00000400000000000000" pitchFamily="2" charset="0"/>
                <a:ea typeface="ＭＳ Ｐゴシック"/>
                <a:cs typeface="Arial"/>
                <a:sym typeface="Helvetica Light"/>
              </a:rPr>
              <a:t>Mesmo pacote do core</a:t>
            </a:r>
          </a:p>
          <a:p>
            <a:pPr algn="ctr" defTabSz="451539">
              <a:defRPr/>
            </a:pPr>
            <a:r>
              <a:rPr lang="pt-BR" sz="900" kern="0">
                <a:solidFill>
                  <a:srgbClr val="FF0000"/>
                </a:solidFill>
                <a:latin typeface="TIM Sans Light" panose="00000400000000000000" pitchFamily="2" charset="0"/>
                <a:ea typeface="ＭＳ Ｐゴシック"/>
                <a:cs typeface="Arial"/>
                <a:sym typeface="Helvetica Light"/>
              </a:rPr>
              <a:t>Ligações ilimitadas</a:t>
            </a:r>
            <a:endParaRPr lang="en-US" sz="900" kern="0">
              <a:solidFill>
                <a:srgbClr val="FF0000"/>
              </a:solidFill>
              <a:latin typeface="TIM Sans Light" panose="00000400000000000000" pitchFamily="2" charset="0"/>
              <a:ea typeface="ＭＳ Ｐゴシック"/>
              <a:cs typeface="Arial"/>
              <a:sym typeface="Helvetica Light"/>
            </a:endParaRPr>
          </a:p>
        </p:txBody>
      </p:sp>
      <p:sp>
        <p:nvSpPr>
          <p:cNvPr id="73" name="Rectangle 174">
            <a:extLst>
              <a:ext uri="{FF2B5EF4-FFF2-40B4-BE49-F238E27FC236}">
                <a16:creationId xmlns:a16="http://schemas.microsoft.com/office/drawing/2014/main" id="{5A7FDE87-B067-442A-ACC5-4CD2F8E58925}"/>
              </a:ext>
            </a:extLst>
          </p:cNvPr>
          <p:cNvSpPr/>
          <p:nvPr userDrawn="1"/>
        </p:nvSpPr>
        <p:spPr>
          <a:xfrm>
            <a:off x="9225159" y="4180432"/>
            <a:ext cx="228874" cy="254927"/>
          </a:xfrm>
          <a:prstGeom prst="rect">
            <a:avLst/>
          </a:prstGeom>
          <a:noFill/>
          <a:ln>
            <a:noFill/>
          </a:ln>
          <a:effectLst/>
        </p:spPr>
        <p:txBody>
          <a:bodyPr lIns="24872" tIns="12434" rIns="24872" bIns="12434" anchor="ctr" anchorCtr="0"/>
          <a:lstStyle/>
          <a:p>
            <a:pPr algn="ctr" defTabSz="186300" fontAlgn="auto">
              <a:spcBef>
                <a:spcPts val="0"/>
              </a:spcBef>
              <a:spcAft>
                <a:spcPts val="0"/>
              </a:spcAft>
            </a:pPr>
            <a:r>
              <a:rPr lang="pt-BR" sz="1100" b="1" kern="0">
                <a:solidFill>
                  <a:srgbClr val="F39610"/>
                </a:solidFill>
                <a:latin typeface="TIM Sans Light" panose="00000400000000000000" pitchFamily="50" charset="0"/>
                <a:ea typeface="ＭＳ Ｐゴシック"/>
                <a:cs typeface="Arial"/>
                <a:sym typeface="Helvetica Light"/>
              </a:rPr>
              <a:t>-</a:t>
            </a:r>
            <a:endParaRPr lang="en-US" sz="1100" b="1" kern="0">
              <a:solidFill>
                <a:srgbClr val="F39610"/>
              </a:solidFill>
              <a:latin typeface="TIM Sans Light" panose="00000400000000000000" pitchFamily="50" charset="0"/>
              <a:ea typeface="ＭＳ Ｐゴシック"/>
              <a:cs typeface="Arial"/>
              <a:sym typeface="Helvetica Light"/>
            </a:endParaRPr>
          </a:p>
        </p:txBody>
      </p:sp>
      <p:pic>
        <p:nvPicPr>
          <p:cNvPr id="74" name="Picture 2">
            <a:extLst>
              <a:ext uri="{FF2B5EF4-FFF2-40B4-BE49-F238E27FC236}">
                <a16:creationId xmlns:a16="http://schemas.microsoft.com/office/drawing/2014/main" id="{DDA2C3E3-6494-4A84-AC21-A63E71FACB6E}"/>
              </a:ext>
            </a:extLst>
          </p:cNvPr>
          <p:cNvPicPr>
            <a:picLocks noChangeAspect="1" noChangeArrowheads="1"/>
          </p:cNvPicPr>
          <p:nvPr userDrawn="1"/>
        </p:nvPicPr>
        <p:blipFill>
          <a:blip r:embed="rId50"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797738" y="4589877"/>
            <a:ext cx="318202" cy="3516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75" name="Rectangle 77">
            <a:extLst>
              <a:ext uri="{FF2B5EF4-FFF2-40B4-BE49-F238E27FC236}">
                <a16:creationId xmlns:a16="http://schemas.microsoft.com/office/drawing/2014/main" id="{A464AFA0-C6B2-47EA-BD6C-E31222F5FBDC}"/>
              </a:ext>
            </a:extLst>
          </p:cNvPr>
          <p:cNvSpPr/>
          <p:nvPr userDrawn="1"/>
        </p:nvSpPr>
        <p:spPr>
          <a:xfrm>
            <a:off x="2971060" y="3023373"/>
            <a:ext cx="448826" cy="218173"/>
          </a:xfrm>
          <a:prstGeom prst="rect">
            <a:avLst/>
          </a:prstGeom>
        </p:spPr>
        <p:txBody>
          <a:bodyPr wrap="none" lIns="33119" tIns="16583" rIns="33119" bIns="16583" anchor="ctr">
            <a:spAutoFit/>
          </a:bodyPr>
          <a:lstStyle/>
          <a:p>
            <a:pPr defTabSz="662356" fontAlgn="auto">
              <a:spcBef>
                <a:spcPts val="0"/>
              </a:spcBef>
              <a:spcAft>
                <a:spcPts val="0"/>
              </a:spcAft>
              <a:defRPr/>
            </a:pPr>
            <a:r>
              <a:rPr lang="pt-BR" sz="1200" b="1" kern="0">
                <a:solidFill>
                  <a:srgbClr val="004698"/>
                </a:solidFill>
                <a:latin typeface="TIM Sans Light" panose="00000400000000000000" pitchFamily="50" charset="0"/>
                <a:ea typeface="ＭＳ Ｐゴシック"/>
                <a:cs typeface="Arial"/>
              </a:rPr>
              <a:t>60GB</a:t>
            </a:r>
            <a:endParaRPr lang="pt-BR" sz="1200" kern="0">
              <a:solidFill>
                <a:srgbClr val="004698"/>
              </a:solidFill>
              <a:latin typeface="TIM Sans Light" panose="00000400000000000000" pitchFamily="50" charset="0"/>
              <a:ea typeface="ＭＳ Ｐゴシック"/>
              <a:cs typeface="Arial"/>
            </a:endParaRPr>
          </a:p>
        </p:txBody>
      </p:sp>
      <p:sp>
        <p:nvSpPr>
          <p:cNvPr id="76" name="Rectangle 85">
            <a:extLst>
              <a:ext uri="{FF2B5EF4-FFF2-40B4-BE49-F238E27FC236}">
                <a16:creationId xmlns:a16="http://schemas.microsoft.com/office/drawing/2014/main" id="{E698FC41-C403-4572-A4E3-0C1742A7FFC0}"/>
              </a:ext>
            </a:extLst>
          </p:cNvPr>
          <p:cNvSpPr/>
          <p:nvPr userDrawn="1"/>
        </p:nvSpPr>
        <p:spPr>
          <a:xfrm>
            <a:off x="6750297" y="3023373"/>
            <a:ext cx="995446" cy="218173"/>
          </a:xfrm>
          <a:prstGeom prst="rect">
            <a:avLst/>
          </a:prstGeom>
        </p:spPr>
        <p:txBody>
          <a:bodyPr wrap="none" lIns="33119" tIns="16583" rIns="33119" bIns="16583" anchor="ctr">
            <a:spAutoFit/>
          </a:bodyPr>
          <a:lstStyle/>
          <a:p>
            <a:pPr defTabSz="662356" fontAlgn="auto">
              <a:spcBef>
                <a:spcPts val="0"/>
              </a:spcBef>
              <a:spcAft>
                <a:spcPts val="0"/>
              </a:spcAft>
              <a:defRPr/>
            </a:pPr>
            <a:r>
              <a:rPr lang="pt-BR" sz="1200" b="1" kern="0">
                <a:solidFill>
                  <a:srgbClr val="FF0000"/>
                </a:solidFill>
                <a:latin typeface="TIM Sans Light" panose="00000400000000000000" pitchFamily="50" charset="0"/>
                <a:ea typeface="ＭＳ Ｐゴシック"/>
                <a:cs typeface="Arial"/>
              </a:rPr>
              <a:t>30GB + 30GB</a:t>
            </a:r>
            <a:endParaRPr lang="pt-BR" sz="1200" kern="0">
              <a:solidFill>
                <a:srgbClr val="FF0000"/>
              </a:solidFill>
              <a:latin typeface="TIM Sans Light" panose="00000400000000000000" pitchFamily="50" charset="0"/>
              <a:ea typeface="ＭＳ Ｐゴシック"/>
              <a:cs typeface="Arial"/>
            </a:endParaRPr>
          </a:p>
        </p:txBody>
      </p:sp>
      <p:pic>
        <p:nvPicPr>
          <p:cNvPr id="77" name="Picture 96">
            <a:extLst>
              <a:ext uri="{FF2B5EF4-FFF2-40B4-BE49-F238E27FC236}">
                <a16:creationId xmlns:a16="http://schemas.microsoft.com/office/drawing/2014/main" id="{19E4E999-DE5D-41F7-8FD7-AF6D836B2DA1}"/>
              </a:ext>
            </a:extLst>
          </p:cNvPr>
          <p:cNvPicPr>
            <a:picLocks noChangeAspect="1"/>
          </p:cNvPicPr>
          <p:nvPr userDrawn="1"/>
        </p:nvPicPr>
        <p:blipFill rotWithShape="1">
          <a:blip r:embed="rId28" cstate="print">
            <a:extLst>
              <a:ext uri="{28A0092B-C50C-407E-A947-70E740481C1C}">
                <a14:useLocalDpi xmlns:a14="http://schemas.microsoft.com/office/drawing/2010/main" val="0"/>
              </a:ext>
            </a:extLst>
          </a:blip>
          <a:srcRect l="421" r="8196"/>
          <a:stretch/>
        </p:blipFill>
        <p:spPr>
          <a:xfrm>
            <a:off x="6762297" y="3335664"/>
            <a:ext cx="170041" cy="206702"/>
          </a:xfrm>
          <a:prstGeom prst="rect">
            <a:avLst/>
          </a:prstGeom>
        </p:spPr>
      </p:pic>
      <p:pic>
        <p:nvPicPr>
          <p:cNvPr id="78" name="Picture 109">
            <a:extLst>
              <a:ext uri="{FF2B5EF4-FFF2-40B4-BE49-F238E27FC236}">
                <a16:creationId xmlns:a16="http://schemas.microsoft.com/office/drawing/2014/main" id="{964FBC2F-3CF8-4533-A230-5C6C20BF822F}"/>
              </a:ext>
            </a:extLst>
          </p:cNvPr>
          <p:cNvPicPr>
            <a:picLocks noChangeAspect="1"/>
          </p:cNvPicPr>
          <p:nvPr userDrawn="1"/>
        </p:nvPicPr>
        <p:blipFill>
          <a:blip r:embed="rId30" cstate="print">
            <a:extLst>
              <a:ext uri="{28A0092B-C50C-407E-A947-70E740481C1C}">
                <a14:useLocalDpi xmlns:a14="http://schemas.microsoft.com/office/drawing/2010/main" val="0"/>
              </a:ext>
            </a:extLst>
          </a:blip>
          <a:stretch>
            <a:fillRect/>
          </a:stretch>
        </p:blipFill>
        <p:spPr>
          <a:xfrm>
            <a:off x="6565430" y="3368712"/>
            <a:ext cx="141429" cy="153928"/>
          </a:xfrm>
          <a:prstGeom prst="rect">
            <a:avLst/>
          </a:prstGeom>
        </p:spPr>
      </p:pic>
      <p:pic>
        <p:nvPicPr>
          <p:cNvPr id="79" name="Picture 110">
            <a:extLst>
              <a:ext uri="{FF2B5EF4-FFF2-40B4-BE49-F238E27FC236}">
                <a16:creationId xmlns:a16="http://schemas.microsoft.com/office/drawing/2014/main" id="{C977F37D-D561-440E-9778-ADF3311FCE65}"/>
              </a:ext>
            </a:extLst>
          </p:cNvPr>
          <p:cNvPicPr>
            <a:picLocks noChangeAspect="1"/>
          </p:cNvPicPr>
          <p:nvPr userDrawn="1"/>
        </p:nvPicPr>
        <p:blipFill>
          <a:blip r:embed="rId31" cstate="print">
            <a:extLst>
              <a:ext uri="{28A0092B-C50C-407E-A947-70E740481C1C}">
                <a14:useLocalDpi xmlns:a14="http://schemas.microsoft.com/office/drawing/2010/main" val="0"/>
              </a:ext>
            </a:extLst>
          </a:blip>
          <a:stretch>
            <a:fillRect/>
          </a:stretch>
        </p:blipFill>
        <p:spPr>
          <a:xfrm>
            <a:off x="7171276" y="3391818"/>
            <a:ext cx="136453" cy="120792"/>
          </a:xfrm>
          <a:prstGeom prst="rect">
            <a:avLst/>
          </a:prstGeom>
        </p:spPr>
      </p:pic>
      <p:pic>
        <p:nvPicPr>
          <p:cNvPr id="80" name="Picture 111">
            <a:extLst>
              <a:ext uri="{FF2B5EF4-FFF2-40B4-BE49-F238E27FC236}">
                <a16:creationId xmlns:a16="http://schemas.microsoft.com/office/drawing/2014/main" id="{2A765981-5AC1-4359-9BA4-E60BFC63CE35}"/>
              </a:ext>
            </a:extLst>
          </p:cNvPr>
          <p:cNvPicPr>
            <a:picLocks noChangeAspect="1"/>
          </p:cNvPicPr>
          <p:nvPr userDrawn="1"/>
        </p:nvPicPr>
        <p:blipFill>
          <a:blip r:embed="rId32" cstate="print">
            <a:extLst>
              <a:ext uri="{28A0092B-C50C-407E-A947-70E740481C1C}">
                <a14:useLocalDpi xmlns:a14="http://schemas.microsoft.com/office/drawing/2010/main" val="0"/>
              </a:ext>
            </a:extLst>
          </a:blip>
          <a:stretch>
            <a:fillRect/>
          </a:stretch>
        </p:blipFill>
        <p:spPr>
          <a:xfrm>
            <a:off x="6978902" y="3368712"/>
            <a:ext cx="141431" cy="153928"/>
          </a:xfrm>
          <a:prstGeom prst="rect">
            <a:avLst/>
          </a:prstGeom>
        </p:spPr>
      </p:pic>
      <p:pic>
        <p:nvPicPr>
          <p:cNvPr id="81" name="Picture 123">
            <a:extLst>
              <a:ext uri="{FF2B5EF4-FFF2-40B4-BE49-F238E27FC236}">
                <a16:creationId xmlns:a16="http://schemas.microsoft.com/office/drawing/2014/main" id="{22133EAD-B861-4B25-BD39-0B84EF42F75A}"/>
              </a:ext>
            </a:extLst>
          </p:cNvPr>
          <p:cNvPicPr>
            <a:picLocks noChangeAspect="1"/>
          </p:cNvPicPr>
          <p:nvPr userDrawn="1"/>
        </p:nvPicPr>
        <p:blipFill>
          <a:blip r:embed="rId51" cstate="print">
            <a:extLst>
              <a:ext uri="{28A0092B-C50C-407E-A947-70E740481C1C}">
                <a14:useLocalDpi xmlns:a14="http://schemas.microsoft.com/office/drawing/2010/main" val="0"/>
              </a:ext>
            </a:extLst>
          </a:blip>
          <a:stretch>
            <a:fillRect/>
          </a:stretch>
        </p:blipFill>
        <p:spPr>
          <a:xfrm>
            <a:off x="7352683" y="3368068"/>
            <a:ext cx="144221" cy="159370"/>
          </a:xfrm>
          <a:prstGeom prst="rect">
            <a:avLst/>
          </a:prstGeom>
        </p:spPr>
      </p:pic>
      <p:pic>
        <p:nvPicPr>
          <p:cNvPr id="82" name="Picture 124">
            <a:extLst>
              <a:ext uri="{FF2B5EF4-FFF2-40B4-BE49-F238E27FC236}">
                <a16:creationId xmlns:a16="http://schemas.microsoft.com/office/drawing/2014/main" id="{E7C4EB0E-2DF2-46E5-BF3A-F860EE5A5D15}"/>
              </a:ext>
            </a:extLst>
          </p:cNvPr>
          <p:cNvPicPr>
            <a:picLocks noChangeAspect="1"/>
          </p:cNvPicPr>
          <p:nvPr userDrawn="1"/>
        </p:nvPicPr>
        <p:blipFill rotWithShape="1">
          <a:blip r:embed="rId34" cstate="print">
            <a:extLst>
              <a:ext uri="{28A0092B-C50C-407E-A947-70E740481C1C}">
                <a14:useLocalDpi xmlns:a14="http://schemas.microsoft.com/office/drawing/2010/main" val="0"/>
              </a:ext>
            </a:extLst>
          </a:blip>
          <a:srcRect b="21550"/>
          <a:stretch/>
        </p:blipFill>
        <p:spPr>
          <a:xfrm>
            <a:off x="7704434" y="3355101"/>
            <a:ext cx="214588" cy="189327"/>
          </a:xfrm>
          <a:prstGeom prst="rect">
            <a:avLst/>
          </a:prstGeom>
        </p:spPr>
      </p:pic>
      <p:pic>
        <p:nvPicPr>
          <p:cNvPr id="83" name="Picture 125">
            <a:extLst>
              <a:ext uri="{FF2B5EF4-FFF2-40B4-BE49-F238E27FC236}">
                <a16:creationId xmlns:a16="http://schemas.microsoft.com/office/drawing/2014/main" id="{3B506D1F-3CEB-42DE-B4D9-5CFFD612AEE7}"/>
              </a:ext>
            </a:extLst>
          </p:cNvPr>
          <p:cNvPicPr>
            <a:picLocks noChangeAspect="1"/>
          </p:cNvPicPr>
          <p:nvPr userDrawn="1"/>
        </p:nvPicPr>
        <p:blipFill>
          <a:blip r:embed="rId35" cstate="print">
            <a:extLst>
              <a:ext uri="{28A0092B-C50C-407E-A947-70E740481C1C}">
                <a14:useLocalDpi xmlns:a14="http://schemas.microsoft.com/office/drawing/2010/main" val="0"/>
              </a:ext>
            </a:extLst>
          </a:blip>
          <a:stretch>
            <a:fillRect/>
          </a:stretch>
        </p:blipFill>
        <p:spPr>
          <a:xfrm>
            <a:off x="7537574" y="3359601"/>
            <a:ext cx="165654" cy="183053"/>
          </a:xfrm>
          <a:prstGeom prst="rect">
            <a:avLst/>
          </a:prstGeom>
        </p:spPr>
      </p:pic>
      <p:pic>
        <p:nvPicPr>
          <p:cNvPr id="84" name="Picture 126">
            <a:extLst>
              <a:ext uri="{FF2B5EF4-FFF2-40B4-BE49-F238E27FC236}">
                <a16:creationId xmlns:a16="http://schemas.microsoft.com/office/drawing/2014/main" id="{95DD1072-21CA-4366-939C-605B0CE94B12}"/>
              </a:ext>
            </a:extLst>
          </p:cNvPr>
          <p:cNvPicPr>
            <a:picLocks noChangeAspect="1"/>
          </p:cNvPicPr>
          <p:nvPr userDrawn="1"/>
        </p:nvPicPr>
        <p:blipFill rotWithShape="1">
          <a:blip r:embed="rId28" cstate="print">
            <a:extLst>
              <a:ext uri="{28A0092B-C50C-407E-A947-70E740481C1C}">
                <a14:useLocalDpi xmlns:a14="http://schemas.microsoft.com/office/drawing/2010/main" val="0"/>
              </a:ext>
            </a:extLst>
          </a:blip>
          <a:srcRect l="421" r="8196"/>
          <a:stretch/>
        </p:blipFill>
        <p:spPr>
          <a:xfrm>
            <a:off x="8972021" y="3335664"/>
            <a:ext cx="170041" cy="206702"/>
          </a:xfrm>
          <a:prstGeom prst="rect">
            <a:avLst/>
          </a:prstGeom>
        </p:spPr>
      </p:pic>
      <p:pic>
        <p:nvPicPr>
          <p:cNvPr id="85" name="Picture 127">
            <a:extLst>
              <a:ext uri="{FF2B5EF4-FFF2-40B4-BE49-F238E27FC236}">
                <a16:creationId xmlns:a16="http://schemas.microsoft.com/office/drawing/2014/main" id="{1BFD9514-9D5A-4151-A828-2732281BF913}"/>
              </a:ext>
            </a:extLst>
          </p:cNvPr>
          <p:cNvPicPr>
            <a:picLocks noChangeAspect="1"/>
          </p:cNvPicPr>
          <p:nvPr userDrawn="1"/>
        </p:nvPicPr>
        <p:blipFill>
          <a:blip r:embed="rId30" cstate="print">
            <a:extLst>
              <a:ext uri="{28A0092B-C50C-407E-A947-70E740481C1C}">
                <a14:useLocalDpi xmlns:a14="http://schemas.microsoft.com/office/drawing/2010/main" val="0"/>
              </a:ext>
            </a:extLst>
          </a:blip>
          <a:stretch>
            <a:fillRect/>
          </a:stretch>
        </p:blipFill>
        <p:spPr>
          <a:xfrm>
            <a:off x="8775143" y="3368712"/>
            <a:ext cx="141429" cy="153928"/>
          </a:xfrm>
          <a:prstGeom prst="rect">
            <a:avLst/>
          </a:prstGeom>
        </p:spPr>
      </p:pic>
      <p:pic>
        <p:nvPicPr>
          <p:cNvPr id="86" name="Picture 128">
            <a:extLst>
              <a:ext uri="{FF2B5EF4-FFF2-40B4-BE49-F238E27FC236}">
                <a16:creationId xmlns:a16="http://schemas.microsoft.com/office/drawing/2014/main" id="{361AD51E-96ED-4171-95DE-C95078913E26}"/>
              </a:ext>
            </a:extLst>
          </p:cNvPr>
          <p:cNvPicPr>
            <a:picLocks noChangeAspect="1"/>
          </p:cNvPicPr>
          <p:nvPr userDrawn="1"/>
        </p:nvPicPr>
        <p:blipFill>
          <a:blip r:embed="rId32" cstate="print">
            <a:extLst>
              <a:ext uri="{28A0092B-C50C-407E-A947-70E740481C1C}">
                <a14:useLocalDpi xmlns:a14="http://schemas.microsoft.com/office/drawing/2010/main" val="0"/>
              </a:ext>
            </a:extLst>
          </a:blip>
          <a:stretch>
            <a:fillRect/>
          </a:stretch>
        </p:blipFill>
        <p:spPr>
          <a:xfrm>
            <a:off x="9197081" y="3359209"/>
            <a:ext cx="141431" cy="153928"/>
          </a:xfrm>
          <a:prstGeom prst="rect">
            <a:avLst/>
          </a:prstGeom>
        </p:spPr>
      </p:pic>
      <p:sp>
        <p:nvSpPr>
          <p:cNvPr id="87" name="Rectangle 4">
            <a:extLst>
              <a:ext uri="{FF2B5EF4-FFF2-40B4-BE49-F238E27FC236}">
                <a16:creationId xmlns:a16="http://schemas.microsoft.com/office/drawing/2014/main" id="{A952F396-9D13-4338-99D4-22A15DC9B7F1}"/>
              </a:ext>
            </a:extLst>
          </p:cNvPr>
          <p:cNvSpPr/>
          <p:nvPr userDrawn="1"/>
        </p:nvSpPr>
        <p:spPr>
          <a:xfrm>
            <a:off x="5223379" y="3172753"/>
            <a:ext cx="797958" cy="178086"/>
          </a:xfrm>
          <a:prstGeom prst="rect">
            <a:avLst/>
          </a:prstGeom>
        </p:spPr>
        <p:txBody>
          <a:bodyPr wrap="none" lIns="69681" tIns="34841" rIns="69681" bIns="34841">
            <a:spAutoFit/>
          </a:bodyPr>
          <a:lstStyle/>
          <a:p>
            <a:pPr algn="ctr" defTabSz="662356" fontAlgn="auto">
              <a:spcBef>
                <a:spcPts val="0"/>
              </a:spcBef>
              <a:spcAft>
                <a:spcPts val="0"/>
              </a:spcAft>
              <a:defRPr/>
            </a:pPr>
            <a:r>
              <a:rPr lang="pt-BR" sz="700" kern="0">
                <a:solidFill>
                  <a:srgbClr val="7030A0"/>
                </a:solidFill>
                <a:latin typeface="TIM Sans Light" panose="00000400000000000000" pitchFamily="50" charset="0"/>
                <a:ea typeface="ＭＳ Ｐゴシック"/>
                <a:cs typeface="Arial"/>
              </a:rPr>
              <a:t>(Vídeo e Música)</a:t>
            </a:r>
          </a:p>
        </p:txBody>
      </p:sp>
      <p:sp>
        <p:nvSpPr>
          <p:cNvPr id="88" name="Rectangle 141">
            <a:extLst>
              <a:ext uri="{FF2B5EF4-FFF2-40B4-BE49-F238E27FC236}">
                <a16:creationId xmlns:a16="http://schemas.microsoft.com/office/drawing/2014/main" id="{EFABBCFE-F078-4B2E-B26E-90D6A74AADE1}"/>
              </a:ext>
            </a:extLst>
          </p:cNvPr>
          <p:cNvSpPr/>
          <p:nvPr userDrawn="1"/>
        </p:nvSpPr>
        <p:spPr>
          <a:xfrm>
            <a:off x="7349006" y="3172753"/>
            <a:ext cx="427664" cy="178086"/>
          </a:xfrm>
          <a:prstGeom prst="rect">
            <a:avLst/>
          </a:prstGeom>
        </p:spPr>
        <p:txBody>
          <a:bodyPr wrap="none" lIns="69681" tIns="34841" rIns="69681" bIns="34841">
            <a:spAutoFit/>
          </a:bodyPr>
          <a:lstStyle/>
          <a:p>
            <a:pPr algn="ctr" defTabSz="662356" fontAlgn="auto">
              <a:spcBef>
                <a:spcPts val="0"/>
              </a:spcBef>
              <a:spcAft>
                <a:spcPts val="0"/>
              </a:spcAft>
              <a:defRPr/>
            </a:pPr>
            <a:r>
              <a:rPr lang="pt-BR" sz="700" kern="0">
                <a:solidFill>
                  <a:srgbClr val="FF0000"/>
                </a:solidFill>
                <a:latin typeface="TIM Sans Light" panose="00000400000000000000" pitchFamily="50" charset="0"/>
                <a:ea typeface="ＭＳ Ｐゴシック"/>
                <a:cs typeface="Arial"/>
              </a:rPr>
              <a:t>(Vídeo)</a:t>
            </a:r>
          </a:p>
        </p:txBody>
      </p:sp>
      <p:sp>
        <p:nvSpPr>
          <p:cNvPr id="89" name="Segnaposto contenuto 2">
            <a:extLst>
              <a:ext uri="{FF2B5EF4-FFF2-40B4-BE49-F238E27FC236}">
                <a16:creationId xmlns:a16="http://schemas.microsoft.com/office/drawing/2014/main" id="{45B6AC5B-2B85-4467-A852-1EE840F77C27}"/>
              </a:ext>
            </a:extLst>
          </p:cNvPr>
          <p:cNvSpPr txBox="1">
            <a:spLocks/>
          </p:cNvSpPr>
          <p:nvPr userDrawn="1">
            <p:custDataLst>
              <p:tags r:id="rId16"/>
            </p:custDataLst>
          </p:nvPr>
        </p:nvSpPr>
        <p:spPr bwMode="auto">
          <a:xfrm>
            <a:off x="6516427" y="5393698"/>
            <a:ext cx="1188000" cy="268524"/>
          </a:xfrm>
          <a:prstGeom prst="rect">
            <a:avLst/>
          </a:prstGeom>
          <a:noFill/>
          <a:ln>
            <a:noFill/>
          </a:ln>
          <a:effectLst/>
        </p:spPr>
        <p:txBody>
          <a:bodyPr lIns="24872" tIns="12434" rIns="24872" bIns="12434" anchor="ctr"/>
          <a:lstStyle>
            <a:defPPr>
              <a:defRPr lang="pt-BR"/>
            </a:defPPr>
            <a:lvl1pPr indent="0" algn="ctr" defTabSz="514337">
              <a:lnSpc>
                <a:spcPct val="120000"/>
              </a:lnSpc>
              <a:spcBef>
                <a:spcPts val="563"/>
              </a:spcBef>
              <a:buFontTx/>
              <a:buNone/>
              <a:defRPr sz="1333" b="1">
                <a:solidFill>
                  <a:srgbClr val="004691"/>
                </a:solidFill>
                <a:latin typeface="TIM Sans" panose="00000500000000000000" pitchFamily="50" charset="0"/>
              </a:defRPr>
            </a:lvl1pPr>
            <a:lvl2pPr marL="257168" indent="0" defTabSz="514337">
              <a:lnSpc>
                <a:spcPct val="120000"/>
              </a:lnSpc>
              <a:spcBef>
                <a:spcPts val="281"/>
              </a:spcBef>
              <a:buFontTx/>
              <a:buNone/>
              <a:defRPr sz="1200">
                <a:solidFill>
                  <a:schemeClr val="accent5"/>
                </a:solidFill>
                <a:latin typeface="TIM Sans" panose="00000500000000000000" pitchFamily="50" charset="0"/>
              </a:defRPr>
            </a:lvl2pPr>
            <a:lvl3pPr marL="514337" indent="0" defTabSz="514337">
              <a:lnSpc>
                <a:spcPct val="120000"/>
              </a:lnSpc>
              <a:spcBef>
                <a:spcPts val="281"/>
              </a:spcBef>
              <a:buFontTx/>
              <a:buNone/>
              <a:defRPr sz="1100">
                <a:solidFill>
                  <a:schemeClr val="accent5"/>
                </a:solidFill>
                <a:latin typeface="TIM Sans" panose="00000500000000000000" pitchFamily="50" charset="0"/>
              </a:defRPr>
            </a:lvl3pPr>
            <a:lvl4pPr marL="900091" indent="-128585" defTabSz="514337">
              <a:lnSpc>
                <a:spcPct val="90000"/>
              </a:lnSpc>
              <a:spcBef>
                <a:spcPts val="281"/>
              </a:spcBef>
              <a:buFont typeface="Arial" panose="020B0604020202020204" pitchFamily="34" charset="0"/>
              <a:buChar char="•"/>
              <a:defRPr sz="1000"/>
            </a:lvl4pPr>
            <a:lvl5pPr marL="1157259" indent="-128585" defTabSz="514337">
              <a:lnSpc>
                <a:spcPct val="90000"/>
              </a:lnSpc>
              <a:spcBef>
                <a:spcPts val="281"/>
              </a:spcBef>
              <a:buFont typeface="Arial" panose="020B0604020202020204" pitchFamily="34" charset="0"/>
              <a:buChar char="•"/>
              <a:defRPr sz="1000"/>
            </a:lvl5pPr>
            <a:lvl6pPr marL="1414428" indent="-128585" defTabSz="514337">
              <a:lnSpc>
                <a:spcPct val="90000"/>
              </a:lnSpc>
              <a:spcBef>
                <a:spcPts val="281"/>
              </a:spcBef>
              <a:buFont typeface="Arial" panose="020B0604020202020204" pitchFamily="34" charset="0"/>
              <a:buChar char="•"/>
              <a:defRPr sz="1000"/>
            </a:lvl6pPr>
            <a:lvl7pPr marL="1671596" indent="-128585" defTabSz="514337">
              <a:lnSpc>
                <a:spcPct val="90000"/>
              </a:lnSpc>
              <a:spcBef>
                <a:spcPts val="281"/>
              </a:spcBef>
              <a:buFont typeface="Arial" panose="020B0604020202020204" pitchFamily="34" charset="0"/>
              <a:buChar char="•"/>
              <a:defRPr sz="1000"/>
            </a:lvl7pPr>
            <a:lvl8pPr marL="1928765" indent="-128585" defTabSz="514337">
              <a:lnSpc>
                <a:spcPct val="90000"/>
              </a:lnSpc>
              <a:spcBef>
                <a:spcPts val="281"/>
              </a:spcBef>
              <a:buFont typeface="Arial" panose="020B0604020202020204" pitchFamily="34" charset="0"/>
              <a:buChar char="•"/>
              <a:defRPr sz="1000"/>
            </a:lvl8pPr>
            <a:lvl9pPr marL="2185934" indent="-128585" defTabSz="514337">
              <a:lnSpc>
                <a:spcPct val="90000"/>
              </a:lnSpc>
              <a:spcBef>
                <a:spcPts val="281"/>
              </a:spcBef>
              <a:buFont typeface="Arial" panose="020B0604020202020204" pitchFamily="34" charset="0"/>
              <a:buChar char="•"/>
              <a:defRPr sz="1000"/>
            </a:lvl9pPr>
          </a:lstStyle>
          <a:p>
            <a:pPr algn="l" defTabSz="186300" fontAlgn="auto">
              <a:lnSpc>
                <a:spcPct val="100000"/>
              </a:lnSpc>
              <a:spcBef>
                <a:spcPts val="0"/>
              </a:spcBef>
              <a:spcAft>
                <a:spcPts val="0"/>
              </a:spcAft>
              <a:defRPr/>
            </a:pPr>
            <a:r>
              <a:rPr lang="pt-BR" sz="900" kern="0">
                <a:solidFill>
                  <a:srgbClr val="FF0000"/>
                </a:solidFill>
                <a:latin typeface="TIM Sans Light" panose="00000400000000000000" pitchFamily="50" charset="0"/>
                <a:ea typeface="ＭＳ Ｐゴシック" charset="0"/>
                <a:cs typeface="Arial"/>
              </a:rPr>
              <a:t>R$339,97 </a:t>
            </a:r>
          </a:p>
          <a:p>
            <a:pPr algn="l" defTabSz="186300" fontAlgn="auto">
              <a:lnSpc>
                <a:spcPct val="100000"/>
              </a:lnSpc>
              <a:spcBef>
                <a:spcPts val="0"/>
              </a:spcBef>
              <a:spcAft>
                <a:spcPts val="0"/>
              </a:spcAft>
              <a:defRPr/>
            </a:pPr>
            <a:r>
              <a:rPr lang="pt-BR" sz="700" b="0" kern="0">
                <a:solidFill>
                  <a:srgbClr val="FF0000"/>
                </a:solidFill>
                <a:latin typeface="TIM Sans Light" panose="00000400000000000000" pitchFamily="50" charset="0"/>
                <a:ea typeface="ＭＳ Ｐゴシック" charset="0"/>
                <a:cs typeface="Arial"/>
              </a:rPr>
              <a:t>(c/ 2 dependentes)</a:t>
            </a:r>
            <a:endParaRPr lang="it-IT" sz="700" b="0" kern="0">
              <a:solidFill>
                <a:srgbClr val="FF0000"/>
              </a:solidFill>
              <a:latin typeface="TIM Sans Light" panose="00000400000000000000" pitchFamily="50" charset="0"/>
              <a:ea typeface="ＭＳ Ｐゴシック" charset="0"/>
              <a:cs typeface="Arial"/>
            </a:endParaRPr>
          </a:p>
        </p:txBody>
      </p:sp>
      <p:sp>
        <p:nvSpPr>
          <p:cNvPr id="90" name="Segnaposto contenuto 2">
            <a:extLst>
              <a:ext uri="{FF2B5EF4-FFF2-40B4-BE49-F238E27FC236}">
                <a16:creationId xmlns:a16="http://schemas.microsoft.com/office/drawing/2014/main" id="{BEA7E853-06C2-40B5-A5A7-89FF6F8C6899}"/>
              </a:ext>
            </a:extLst>
          </p:cNvPr>
          <p:cNvSpPr txBox="1">
            <a:spLocks/>
          </p:cNvSpPr>
          <p:nvPr userDrawn="1">
            <p:custDataLst>
              <p:tags r:id="rId17"/>
            </p:custDataLst>
          </p:nvPr>
        </p:nvSpPr>
        <p:spPr bwMode="auto">
          <a:xfrm>
            <a:off x="8665804" y="5365526"/>
            <a:ext cx="1215000" cy="318767"/>
          </a:xfrm>
          <a:prstGeom prst="rect">
            <a:avLst/>
          </a:prstGeom>
          <a:noFill/>
          <a:ln>
            <a:noFill/>
          </a:ln>
          <a:effectLst/>
        </p:spPr>
        <p:txBody>
          <a:bodyPr lIns="24872" tIns="12434" rIns="24872" bIns="12434" anchor="ctr"/>
          <a:lstStyle>
            <a:defPPr>
              <a:defRPr lang="pt-BR"/>
            </a:defPPr>
            <a:lvl1pPr indent="0" algn="ctr" defTabSz="514337">
              <a:lnSpc>
                <a:spcPct val="120000"/>
              </a:lnSpc>
              <a:spcBef>
                <a:spcPts val="563"/>
              </a:spcBef>
              <a:buFontTx/>
              <a:buNone/>
              <a:defRPr sz="1333" b="1">
                <a:solidFill>
                  <a:srgbClr val="004691"/>
                </a:solidFill>
                <a:latin typeface="TIM Sans" panose="00000500000000000000" pitchFamily="50" charset="0"/>
              </a:defRPr>
            </a:lvl1pPr>
            <a:lvl2pPr marL="257168" indent="0" defTabSz="514337">
              <a:lnSpc>
                <a:spcPct val="120000"/>
              </a:lnSpc>
              <a:spcBef>
                <a:spcPts val="281"/>
              </a:spcBef>
              <a:buFontTx/>
              <a:buNone/>
              <a:defRPr sz="1200">
                <a:solidFill>
                  <a:schemeClr val="accent5"/>
                </a:solidFill>
                <a:latin typeface="TIM Sans" panose="00000500000000000000" pitchFamily="50" charset="0"/>
              </a:defRPr>
            </a:lvl2pPr>
            <a:lvl3pPr marL="514337" indent="0" defTabSz="514337">
              <a:lnSpc>
                <a:spcPct val="120000"/>
              </a:lnSpc>
              <a:spcBef>
                <a:spcPts val="281"/>
              </a:spcBef>
              <a:buFontTx/>
              <a:buNone/>
              <a:defRPr sz="1100">
                <a:solidFill>
                  <a:schemeClr val="accent5"/>
                </a:solidFill>
                <a:latin typeface="TIM Sans" panose="00000500000000000000" pitchFamily="50" charset="0"/>
              </a:defRPr>
            </a:lvl3pPr>
            <a:lvl4pPr marL="900091" indent="-128585" defTabSz="514337">
              <a:lnSpc>
                <a:spcPct val="90000"/>
              </a:lnSpc>
              <a:spcBef>
                <a:spcPts val="281"/>
              </a:spcBef>
              <a:buFont typeface="Arial" panose="020B0604020202020204" pitchFamily="34" charset="0"/>
              <a:buChar char="•"/>
              <a:defRPr sz="1000"/>
            </a:lvl4pPr>
            <a:lvl5pPr marL="1157259" indent="-128585" defTabSz="514337">
              <a:lnSpc>
                <a:spcPct val="90000"/>
              </a:lnSpc>
              <a:spcBef>
                <a:spcPts val="281"/>
              </a:spcBef>
              <a:buFont typeface="Arial" panose="020B0604020202020204" pitchFamily="34" charset="0"/>
              <a:buChar char="•"/>
              <a:defRPr sz="1000"/>
            </a:lvl5pPr>
            <a:lvl6pPr marL="1414428" indent="-128585" defTabSz="514337">
              <a:lnSpc>
                <a:spcPct val="90000"/>
              </a:lnSpc>
              <a:spcBef>
                <a:spcPts val="281"/>
              </a:spcBef>
              <a:buFont typeface="Arial" panose="020B0604020202020204" pitchFamily="34" charset="0"/>
              <a:buChar char="•"/>
              <a:defRPr sz="1000"/>
            </a:lvl6pPr>
            <a:lvl7pPr marL="1671596" indent="-128585" defTabSz="514337">
              <a:lnSpc>
                <a:spcPct val="90000"/>
              </a:lnSpc>
              <a:spcBef>
                <a:spcPts val="281"/>
              </a:spcBef>
              <a:buFont typeface="Arial" panose="020B0604020202020204" pitchFamily="34" charset="0"/>
              <a:buChar char="•"/>
              <a:defRPr sz="1000"/>
            </a:lvl7pPr>
            <a:lvl8pPr marL="1928765" indent="-128585" defTabSz="514337">
              <a:lnSpc>
                <a:spcPct val="90000"/>
              </a:lnSpc>
              <a:spcBef>
                <a:spcPts val="281"/>
              </a:spcBef>
              <a:buFont typeface="Arial" panose="020B0604020202020204" pitchFamily="34" charset="0"/>
              <a:buChar char="•"/>
              <a:defRPr sz="1000"/>
            </a:lvl8pPr>
            <a:lvl9pPr marL="2185934" indent="-128585" defTabSz="514337">
              <a:lnSpc>
                <a:spcPct val="90000"/>
              </a:lnSpc>
              <a:spcBef>
                <a:spcPts val="281"/>
              </a:spcBef>
              <a:buFont typeface="Arial" panose="020B0604020202020204" pitchFamily="34" charset="0"/>
              <a:buChar char="•"/>
              <a:defRPr sz="1000"/>
            </a:lvl9pPr>
          </a:lstStyle>
          <a:p>
            <a:pPr algn="l" defTabSz="186300" fontAlgn="auto">
              <a:lnSpc>
                <a:spcPct val="100000"/>
              </a:lnSpc>
              <a:spcBef>
                <a:spcPts val="0"/>
              </a:spcBef>
              <a:spcAft>
                <a:spcPts val="0"/>
              </a:spcAft>
              <a:defRPr/>
            </a:pPr>
            <a:r>
              <a:rPr lang="pt-BR" sz="900" kern="0">
                <a:solidFill>
                  <a:srgbClr val="F39610"/>
                </a:solidFill>
                <a:latin typeface="TIM Sans Light" panose="00000400000000000000" pitchFamily="50" charset="0"/>
                <a:ea typeface="ＭＳ Ｐゴシック" charset="0"/>
                <a:cs typeface="Arial"/>
              </a:rPr>
              <a:t>R$159,88</a:t>
            </a:r>
            <a:r>
              <a:rPr lang="pt-BR" sz="900" kern="0">
                <a:solidFill>
                  <a:srgbClr val="FF0000"/>
                </a:solidFill>
                <a:latin typeface="TIM Sans Light" panose="00000400000000000000" pitchFamily="50" charset="0"/>
                <a:ea typeface="ＭＳ Ｐゴシック" charset="0"/>
                <a:cs typeface="Arial"/>
              </a:rPr>
              <a:t> </a:t>
            </a:r>
          </a:p>
          <a:p>
            <a:pPr algn="l" defTabSz="186300" fontAlgn="auto">
              <a:lnSpc>
                <a:spcPct val="100000"/>
              </a:lnSpc>
              <a:spcBef>
                <a:spcPts val="0"/>
              </a:spcBef>
              <a:spcAft>
                <a:spcPts val="0"/>
              </a:spcAft>
              <a:defRPr/>
            </a:pPr>
            <a:r>
              <a:rPr lang="pt-BR" sz="700" b="0" kern="0">
                <a:solidFill>
                  <a:srgbClr val="F39610"/>
                </a:solidFill>
                <a:latin typeface="TIM Sans Light" panose="00000400000000000000" pitchFamily="50" charset="0"/>
                <a:ea typeface="ＭＳ Ｐゴシック" charset="0"/>
                <a:cs typeface="Arial"/>
              </a:rPr>
              <a:t>(c/ 2 dependentes)</a:t>
            </a:r>
            <a:endParaRPr lang="it-IT" sz="700" b="0" kern="0">
              <a:solidFill>
                <a:srgbClr val="F39610"/>
              </a:solidFill>
              <a:latin typeface="TIM Sans Light" panose="00000400000000000000" pitchFamily="50" charset="0"/>
              <a:ea typeface="ＭＳ Ｐゴシック" charset="0"/>
              <a:cs typeface="Arial"/>
            </a:endParaRPr>
          </a:p>
        </p:txBody>
      </p:sp>
      <p:pic>
        <p:nvPicPr>
          <p:cNvPr id="91" name="Picture 2" descr="Resultado de imagem para vivo cloud sync">
            <a:extLst>
              <a:ext uri="{FF2B5EF4-FFF2-40B4-BE49-F238E27FC236}">
                <a16:creationId xmlns:a16="http://schemas.microsoft.com/office/drawing/2014/main" id="{D084BFD2-7BFA-4140-A9E6-3C8C06447C09}"/>
              </a:ext>
            </a:extLst>
          </p:cNvPr>
          <p:cNvPicPr>
            <a:picLocks noChangeAspect="1" noChangeArrowheads="1"/>
          </p:cNvPicPr>
          <p:nvPr userDrawn="1"/>
        </p:nvPicPr>
        <p:blipFill>
          <a:blip r:embed="rId52" cstate="print">
            <a:extLst>
              <a:ext uri="{28A0092B-C50C-407E-A947-70E740481C1C}">
                <a14:useLocalDpi xmlns:a14="http://schemas.microsoft.com/office/drawing/2010/main" val="0"/>
              </a:ext>
            </a:extLst>
          </a:blip>
          <a:srcRect/>
          <a:stretch>
            <a:fillRect/>
          </a:stretch>
        </p:blipFill>
        <p:spPr bwMode="auto">
          <a:xfrm>
            <a:off x="4726344" y="2286905"/>
            <a:ext cx="214783" cy="237343"/>
          </a:xfrm>
          <a:prstGeom prst="rect">
            <a:avLst/>
          </a:prstGeom>
          <a:noFill/>
          <a:extLst>
            <a:ext uri="{909E8E84-426E-40DD-AFC4-6F175D3DCCD1}">
              <a14:hiddenFill xmlns:a14="http://schemas.microsoft.com/office/drawing/2010/main">
                <a:solidFill>
                  <a:srgbClr val="FFFFFF"/>
                </a:solidFill>
              </a14:hiddenFill>
            </a:ext>
          </a:extLst>
        </p:spPr>
      </p:pic>
      <p:pic>
        <p:nvPicPr>
          <p:cNvPr id="92" name="Picture 5">
            <a:extLst>
              <a:ext uri="{FF2B5EF4-FFF2-40B4-BE49-F238E27FC236}">
                <a16:creationId xmlns:a16="http://schemas.microsoft.com/office/drawing/2014/main" id="{ED9D8F6E-EDD9-4C14-880D-15BC8ED95EC0}"/>
              </a:ext>
            </a:extLst>
          </p:cNvPr>
          <p:cNvPicPr>
            <a:picLocks noChangeAspect="1" noChangeArrowheads="1"/>
          </p:cNvPicPr>
          <p:nvPr userDrawn="1"/>
        </p:nvPicPr>
        <p:blipFill>
          <a:blip r:embed="rId53" cstate="print">
            <a:extLst>
              <a:ext uri="{28A0092B-C50C-407E-A947-70E740481C1C}">
                <a14:useLocalDpi xmlns:a14="http://schemas.microsoft.com/office/drawing/2010/main" val="0"/>
              </a:ext>
            </a:extLst>
          </a:blip>
          <a:srcRect/>
          <a:stretch>
            <a:fillRect/>
          </a:stretch>
        </p:blipFill>
        <p:spPr bwMode="auto">
          <a:xfrm>
            <a:off x="5014457" y="2287094"/>
            <a:ext cx="214602" cy="2371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3" name="Picture 6">
            <a:extLst>
              <a:ext uri="{FF2B5EF4-FFF2-40B4-BE49-F238E27FC236}">
                <a16:creationId xmlns:a16="http://schemas.microsoft.com/office/drawing/2014/main" id="{A63CA2ED-8D2F-4604-8266-EE2D265081DF}"/>
              </a:ext>
            </a:extLst>
          </p:cNvPr>
          <p:cNvPicPr>
            <a:picLocks noChangeAspect="1" noChangeArrowheads="1"/>
          </p:cNvPicPr>
          <p:nvPr userDrawn="1"/>
        </p:nvPicPr>
        <p:blipFill>
          <a:blip r:embed="rId54" cstate="print">
            <a:extLst>
              <a:ext uri="{BEBA8EAE-BF5A-486C-A8C5-ECC9F3942E4B}">
                <a14:imgProps xmlns:a14="http://schemas.microsoft.com/office/drawing/2010/main">
                  <a14:imgLayer r:embed="rId55">
                    <a14:imgEffect>
                      <a14:backgroundRemoval t="0" b="100000" l="0" r="100000">
                        <a14:foregroundMark x1="18000" y1="20958" x2="67000" y2="24917"/>
                        <a14:foregroundMark x1="13458" y1="21500" x2="31125" y2="70500"/>
                        <a14:foregroundMark x1="66458" y1="18667" x2="92083" y2="65375"/>
                        <a14:foregroundMark x1="83542" y1="80208" x2="23125" y2="68250"/>
                        <a14:foregroundMark x1="68708" y1="85917" x2="16292" y2="78500"/>
                        <a14:foregroundMark x1="19708" y1="12958" x2="67583" y2="14667"/>
                      </a14:backgroundRemoval>
                    </a14:imgEffect>
                  </a14:imgLayer>
                </a14:imgProps>
              </a:ext>
              <a:ext uri="{28A0092B-C50C-407E-A947-70E740481C1C}">
                <a14:useLocalDpi xmlns:a14="http://schemas.microsoft.com/office/drawing/2010/main" val="0"/>
              </a:ext>
            </a:extLst>
          </a:blip>
          <a:srcRect/>
          <a:stretch>
            <a:fillRect/>
          </a:stretch>
        </p:blipFill>
        <p:spPr bwMode="auto">
          <a:xfrm>
            <a:off x="5284980" y="2287094"/>
            <a:ext cx="214602" cy="2371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4" name="Picture 7">
            <a:extLst>
              <a:ext uri="{FF2B5EF4-FFF2-40B4-BE49-F238E27FC236}">
                <a16:creationId xmlns:a16="http://schemas.microsoft.com/office/drawing/2014/main" id="{169E6806-790E-47F1-9406-07EA7804D4C5}"/>
              </a:ext>
            </a:extLst>
          </p:cNvPr>
          <p:cNvPicPr>
            <a:picLocks noChangeAspect="1" noChangeArrowheads="1"/>
          </p:cNvPicPr>
          <p:nvPr userDrawn="1"/>
        </p:nvPicPr>
        <p:blipFill>
          <a:blip r:embed="rId56" cstate="print">
            <a:extLst>
              <a:ext uri="{28A0092B-C50C-407E-A947-70E740481C1C}">
                <a14:useLocalDpi xmlns:a14="http://schemas.microsoft.com/office/drawing/2010/main" val="0"/>
              </a:ext>
            </a:extLst>
          </a:blip>
          <a:srcRect/>
          <a:stretch>
            <a:fillRect/>
          </a:stretch>
        </p:blipFill>
        <p:spPr bwMode="auto">
          <a:xfrm>
            <a:off x="5561918" y="2287104"/>
            <a:ext cx="214601" cy="2371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5" name="Picture 8">
            <a:extLst>
              <a:ext uri="{FF2B5EF4-FFF2-40B4-BE49-F238E27FC236}">
                <a16:creationId xmlns:a16="http://schemas.microsoft.com/office/drawing/2014/main" id="{BDCB2209-A000-46D2-B894-AF27A482A97C}"/>
              </a:ext>
            </a:extLst>
          </p:cNvPr>
          <p:cNvPicPr>
            <a:picLocks noChangeAspect="1" noChangeArrowheads="1"/>
          </p:cNvPicPr>
          <p:nvPr userDrawn="1"/>
        </p:nvPicPr>
        <p:blipFill>
          <a:blip r:embed="rId57" cstate="print">
            <a:extLst>
              <a:ext uri="{BEBA8EAE-BF5A-486C-A8C5-ECC9F3942E4B}">
                <a14:imgProps xmlns:a14="http://schemas.microsoft.com/office/drawing/2010/main">
                  <a14:imgLayer r:embed="rId58">
                    <a14:imgEffect>
                      <a14:backgroundRemoval t="0" b="100000" l="0" r="100000">
                        <a14:foregroundMark x1="20775" y1="10211" x2="16197" y2="74648"/>
                        <a14:foregroundMark x1="83099" y1="82746" x2="73944" y2="12324"/>
                        <a14:foregroundMark x1="78521" y1="72535" x2="12676" y2="70070"/>
                        <a14:foregroundMark x1="69366" y1="88380" x2="14085" y2="79225"/>
                        <a14:foregroundMark x1="87676" y1="20423" x2="92254" y2="73592"/>
                        <a14:foregroundMark x1="79577" y1="91901" x2="4930" y2="89789"/>
                        <a14:foregroundMark x1="9507" y1="11268" x2="11620" y2="69014"/>
                        <a14:foregroundMark x1="15141" y1="9155" x2="87676" y2="7746"/>
                        <a14:foregroundMark x1="69718" y1="80986" x2="70423" y2="57042"/>
                        <a14:foregroundMark x1="29225" y1="66901" x2="24648" y2="52465"/>
                        <a14:foregroundMark x1="35211" y1="96127" x2="88380" y2="94014"/>
                        <a14:foregroundMark x1="94366" y1="86972" x2="94366" y2="74648"/>
                        <a14:foregroundMark x1="96479" y1="66197" x2="91197" y2="9507"/>
                        <a14:foregroundMark x1="9155" y1="4930" x2="40845" y2="5634"/>
                        <a14:foregroundMark x1="4577" y1="38732" x2="5634" y2="14085"/>
                      </a14:backgroundRemoval>
                    </a14:imgEffect>
                  </a14:imgLayer>
                </a14:imgProps>
              </a:ext>
              <a:ext uri="{28A0092B-C50C-407E-A947-70E740481C1C}">
                <a14:useLocalDpi xmlns:a14="http://schemas.microsoft.com/office/drawing/2010/main" val="0"/>
              </a:ext>
            </a:extLst>
          </a:blip>
          <a:srcRect/>
          <a:stretch>
            <a:fillRect/>
          </a:stretch>
        </p:blipFill>
        <p:spPr bwMode="auto">
          <a:xfrm>
            <a:off x="4726344" y="2564635"/>
            <a:ext cx="214783" cy="2373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6" name="Picture 9">
            <a:extLst>
              <a:ext uri="{FF2B5EF4-FFF2-40B4-BE49-F238E27FC236}">
                <a16:creationId xmlns:a16="http://schemas.microsoft.com/office/drawing/2014/main" id="{B260CD31-00B0-4560-85FE-E642EB3A0360}"/>
              </a:ext>
            </a:extLst>
          </p:cNvPr>
          <p:cNvPicPr>
            <a:picLocks noChangeAspect="1" noChangeArrowheads="1"/>
          </p:cNvPicPr>
          <p:nvPr userDrawn="1"/>
        </p:nvPicPr>
        <p:blipFill>
          <a:blip r:embed="rId59" cstate="print">
            <a:extLst>
              <a:ext uri="{BEBA8EAE-BF5A-486C-A8C5-ECC9F3942E4B}">
                <a14:imgProps xmlns:a14="http://schemas.microsoft.com/office/drawing/2010/main">
                  <a14:imgLayer r:embed="rId60">
                    <a14:imgEffect>
                      <a14:backgroundRemoval t="0" b="100000" l="0" r="100000">
                        <a14:foregroundMark x1="18310" y1="12367" x2="11972" y2="83392"/>
                        <a14:foregroundMark x1="71831" y1="88693" x2="8451" y2="84452"/>
                        <a14:foregroundMark x1="81338" y1="88693" x2="86972" y2="10247"/>
                        <a14:foregroundMark x1="5282" y1="8127" x2="89085" y2="8127"/>
                        <a14:foregroundMark x1="93310" y1="19081" x2="90141" y2="91166"/>
                        <a14:foregroundMark x1="67254" y1="92226" x2="8451" y2="94346"/>
                        <a14:foregroundMark x1="5282" y1="78092" x2="5282" y2="14841"/>
                        <a14:foregroundMark x1="71831" y1="80212" x2="82394" y2="94346"/>
                      </a14:backgroundRemoval>
                    </a14:imgEffect>
                  </a14:imgLayer>
                </a14:imgProps>
              </a:ext>
              <a:ext uri="{28A0092B-C50C-407E-A947-70E740481C1C}">
                <a14:useLocalDpi xmlns:a14="http://schemas.microsoft.com/office/drawing/2010/main" val="0"/>
              </a:ext>
            </a:extLst>
          </a:blip>
          <a:srcRect/>
          <a:stretch>
            <a:fillRect/>
          </a:stretch>
        </p:blipFill>
        <p:spPr bwMode="auto">
          <a:xfrm>
            <a:off x="5014469" y="2572716"/>
            <a:ext cx="208200" cy="2292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7" name="Picture 10">
            <a:extLst>
              <a:ext uri="{FF2B5EF4-FFF2-40B4-BE49-F238E27FC236}">
                <a16:creationId xmlns:a16="http://schemas.microsoft.com/office/drawing/2014/main" id="{313BB41A-8B36-4384-B755-5024E0747B57}"/>
              </a:ext>
            </a:extLst>
          </p:cNvPr>
          <p:cNvPicPr>
            <a:picLocks noChangeAspect="1" noChangeArrowheads="1"/>
          </p:cNvPicPr>
          <p:nvPr userDrawn="1"/>
        </p:nvPicPr>
        <p:blipFill>
          <a:blip r:embed="rId61" cstate="print">
            <a:extLst>
              <a:ext uri="{BEBA8EAE-BF5A-486C-A8C5-ECC9F3942E4B}">
                <a14:imgProps xmlns:a14="http://schemas.microsoft.com/office/drawing/2010/main">
                  <a14:imgLayer r:embed="rId62">
                    <a14:imgEffect>
                      <a14:backgroundRemoval t="0" b="100000" l="0" r="100000">
                        <a14:foregroundMark x1="9863" y1="8887" x2="85840" y2="9961"/>
                        <a14:foregroundMark x1="15137" y1="83789" x2="82715" y2="89063"/>
                        <a14:foregroundMark x1="94238" y1="94336" x2="3613" y2="91211"/>
                        <a14:foregroundMark x1="10145" y1="26087" x2="11594" y2="72464"/>
                        <a14:foregroundMark x1="92754" y1="20290" x2="85507" y2="81159"/>
                      </a14:backgroundRemoval>
                    </a14:imgEffect>
                  </a14:imgLayer>
                </a14:imgProps>
              </a:ext>
              <a:ext uri="{28A0092B-C50C-407E-A947-70E740481C1C}">
                <a14:useLocalDpi xmlns:a14="http://schemas.microsoft.com/office/drawing/2010/main" val="0"/>
              </a:ext>
            </a:extLst>
          </a:blip>
          <a:srcRect/>
          <a:stretch>
            <a:fillRect/>
          </a:stretch>
        </p:blipFill>
        <p:spPr bwMode="auto">
          <a:xfrm>
            <a:off x="5284980" y="2571791"/>
            <a:ext cx="214602" cy="23714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8" name="Picture 11">
            <a:extLst>
              <a:ext uri="{FF2B5EF4-FFF2-40B4-BE49-F238E27FC236}">
                <a16:creationId xmlns:a16="http://schemas.microsoft.com/office/drawing/2014/main" id="{B31B366F-9AD2-455B-AFBE-3AE6FAD228F9}"/>
              </a:ext>
            </a:extLst>
          </p:cNvPr>
          <p:cNvPicPr>
            <a:picLocks noChangeAspect="1" noChangeArrowheads="1"/>
          </p:cNvPicPr>
          <p:nvPr userDrawn="1"/>
        </p:nvPicPr>
        <p:blipFill>
          <a:blip r:embed="rId63" cstate="print">
            <a:extLst>
              <a:ext uri="{BEBA8EAE-BF5A-486C-A8C5-ECC9F3942E4B}">
                <a14:imgProps xmlns:a14="http://schemas.microsoft.com/office/drawing/2010/main">
                  <a14:imgLayer r:embed="rId64">
                    <a14:imgEffect>
                      <a14:backgroundRemoval t="0" b="100000" l="0" r="100000">
                        <a14:foregroundMark x1="25417" y1="19583" x2="24167" y2="75417"/>
                        <a14:foregroundMark x1="86667" y1="85000" x2="31667" y2="81667"/>
                        <a14:foregroundMark x1="15000" y1="17500" x2="20000" y2="85833"/>
                        <a14:foregroundMark x1="86667" y1="17500" x2="81250" y2="77500"/>
                        <a14:foregroundMark x1="7500" y1="4583" x2="89583" y2="90000"/>
                        <a14:foregroundMark x1="90833" y1="6667" x2="8333" y2="91250"/>
                        <a14:foregroundMark x1="52917" y1="20417" x2="47500" y2="67083"/>
                        <a14:foregroundMark x1="32917" y1="10833" x2="67500" y2="15417"/>
                        <a14:foregroundMark x1="32917" y1="21667" x2="67500" y2="30000"/>
                        <a14:foregroundMark x1="67500" y1="42500" x2="81250" y2="74167"/>
                        <a14:foregroundMark x1="68750" y1="75417" x2="37083" y2="74167"/>
                        <a14:foregroundMark x1="45417" y1="89167" x2="10417" y2="82917"/>
                        <a14:foregroundMark x1="79167" y1="92083" x2="15833" y2="89167"/>
                        <a14:foregroundMark x1="90833" y1="80833" x2="89583" y2="14167"/>
                        <a14:foregroundMark x1="5833" y1="7917" x2="96250" y2="6250"/>
                        <a14:foregroundMark x1="6667" y1="7083" x2="11667" y2="97083"/>
                        <a14:foregroundMark x1="14167" y1="95417" x2="90417" y2="93750"/>
                        <a14:foregroundMark x1="93750" y1="90417" x2="94583" y2="12083"/>
                      </a14:backgroundRemoval>
                    </a14:imgEffect>
                  </a14:imgLayer>
                </a14:imgProps>
              </a:ext>
              <a:ext uri="{28A0092B-C50C-407E-A947-70E740481C1C}">
                <a14:useLocalDpi xmlns:a14="http://schemas.microsoft.com/office/drawing/2010/main" val="0"/>
              </a:ext>
            </a:extLst>
          </a:blip>
          <a:srcRect/>
          <a:stretch>
            <a:fillRect/>
          </a:stretch>
        </p:blipFill>
        <p:spPr bwMode="auto">
          <a:xfrm>
            <a:off x="5561918" y="2571801"/>
            <a:ext cx="214601" cy="2371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9" name="Picture 144">
            <a:extLst>
              <a:ext uri="{FF2B5EF4-FFF2-40B4-BE49-F238E27FC236}">
                <a16:creationId xmlns:a16="http://schemas.microsoft.com/office/drawing/2014/main" id="{A081919E-FA02-4D46-A300-565149CF9014}"/>
              </a:ext>
            </a:extLst>
          </p:cNvPr>
          <p:cNvPicPr>
            <a:picLocks noChangeAspect="1"/>
          </p:cNvPicPr>
          <p:nvPr userDrawn="1"/>
        </p:nvPicPr>
        <p:blipFill>
          <a:blip r:embed="rId65" cstate="print">
            <a:extLst>
              <a:ext uri="{28A0092B-C50C-407E-A947-70E740481C1C}">
                <a14:useLocalDpi xmlns:a14="http://schemas.microsoft.com/office/drawing/2010/main" val="0"/>
              </a:ext>
            </a:extLst>
          </a:blip>
          <a:stretch>
            <a:fillRect/>
          </a:stretch>
        </p:blipFill>
        <p:spPr>
          <a:xfrm>
            <a:off x="6752252" y="2254155"/>
            <a:ext cx="257134" cy="284258"/>
          </a:xfrm>
          <a:prstGeom prst="rect">
            <a:avLst/>
          </a:prstGeom>
        </p:spPr>
      </p:pic>
      <p:pic>
        <p:nvPicPr>
          <p:cNvPr id="100" name="Picture 145">
            <a:extLst>
              <a:ext uri="{FF2B5EF4-FFF2-40B4-BE49-F238E27FC236}">
                <a16:creationId xmlns:a16="http://schemas.microsoft.com/office/drawing/2014/main" id="{59162329-5C72-410E-99A8-C2F53169047B}"/>
              </a:ext>
            </a:extLst>
          </p:cNvPr>
          <p:cNvPicPr>
            <a:picLocks noChangeAspect="1"/>
          </p:cNvPicPr>
          <p:nvPr userDrawn="1"/>
        </p:nvPicPr>
        <p:blipFill rotWithShape="1">
          <a:blip r:embed="rId66" cstate="screen">
            <a:extLst>
              <a:ext uri="{28A0092B-C50C-407E-A947-70E740481C1C}">
                <a14:useLocalDpi xmlns:a14="http://schemas.microsoft.com/office/drawing/2010/main" val="0"/>
              </a:ext>
            </a:extLst>
          </a:blip>
          <a:srcRect/>
          <a:stretch/>
        </p:blipFill>
        <p:spPr>
          <a:xfrm>
            <a:off x="7081930" y="2241418"/>
            <a:ext cx="270307" cy="296984"/>
          </a:xfrm>
          <a:prstGeom prst="rect">
            <a:avLst/>
          </a:prstGeom>
        </p:spPr>
      </p:pic>
      <p:pic>
        <p:nvPicPr>
          <p:cNvPr id="101" name="Picture 146">
            <a:extLst>
              <a:ext uri="{FF2B5EF4-FFF2-40B4-BE49-F238E27FC236}">
                <a16:creationId xmlns:a16="http://schemas.microsoft.com/office/drawing/2014/main" id="{DD0FD9F8-A254-47DB-9726-FA4B49A5618F}"/>
              </a:ext>
            </a:extLst>
          </p:cNvPr>
          <p:cNvPicPr>
            <a:picLocks/>
          </p:cNvPicPr>
          <p:nvPr userDrawn="1"/>
        </p:nvPicPr>
        <p:blipFill rotWithShape="1">
          <a:blip r:embed="rId67" cstate="print">
            <a:extLst>
              <a:ext uri="{28A0092B-C50C-407E-A947-70E740481C1C}">
                <a14:useLocalDpi xmlns:a14="http://schemas.microsoft.com/office/drawing/2010/main" val="0"/>
              </a:ext>
            </a:extLst>
          </a:blip>
          <a:srcRect l="33931" t="17840" r="32279" b="16105"/>
          <a:stretch/>
        </p:blipFill>
        <p:spPr>
          <a:xfrm>
            <a:off x="7424792" y="2256779"/>
            <a:ext cx="243000" cy="261635"/>
          </a:xfrm>
          <a:prstGeom prst="roundRect">
            <a:avLst/>
          </a:prstGeom>
          <a:ln>
            <a:solidFill>
              <a:schemeClr val="bg1">
                <a:lumMod val="85000"/>
              </a:schemeClr>
            </a:solidFill>
          </a:ln>
        </p:spPr>
      </p:pic>
      <p:pic>
        <p:nvPicPr>
          <p:cNvPr id="102" name="Picture 147">
            <a:extLst>
              <a:ext uri="{FF2B5EF4-FFF2-40B4-BE49-F238E27FC236}">
                <a16:creationId xmlns:a16="http://schemas.microsoft.com/office/drawing/2014/main" id="{5951E5F6-371F-4649-B68C-80EE84510C50}"/>
              </a:ext>
            </a:extLst>
          </p:cNvPr>
          <p:cNvPicPr>
            <a:picLocks noChangeAspect="1"/>
          </p:cNvPicPr>
          <p:nvPr userDrawn="1"/>
        </p:nvPicPr>
        <p:blipFill>
          <a:blip r:embed="rId68" cstate="print">
            <a:extLst>
              <a:ext uri="{28A0092B-C50C-407E-A947-70E740481C1C}">
                <a14:useLocalDpi xmlns:a14="http://schemas.microsoft.com/office/drawing/2010/main" val="0"/>
              </a:ext>
            </a:extLst>
          </a:blip>
          <a:stretch>
            <a:fillRect/>
          </a:stretch>
        </p:blipFill>
        <p:spPr>
          <a:xfrm>
            <a:off x="6956270" y="2568163"/>
            <a:ext cx="243000" cy="268524"/>
          </a:xfrm>
          <a:prstGeom prst="rect">
            <a:avLst/>
          </a:prstGeom>
        </p:spPr>
      </p:pic>
      <p:pic>
        <p:nvPicPr>
          <p:cNvPr id="103" name="Picture 148">
            <a:extLst>
              <a:ext uri="{FF2B5EF4-FFF2-40B4-BE49-F238E27FC236}">
                <a16:creationId xmlns:a16="http://schemas.microsoft.com/office/drawing/2014/main" id="{06BAA99F-BCB5-4136-B9CC-D45D13F7DB35}"/>
              </a:ext>
            </a:extLst>
          </p:cNvPr>
          <p:cNvPicPr>
            <a:picLocks noChangeAspect="1"/>
          </p:cNvPicPr>
          <p:nvPr userDrawn="1"/>
        </p:nvPicPr>
        <p:blipFill>
          <a:blip r:embed="rId69" cstate="print">
            <a:extLst>
              <a:ext uri="{28A0092B-C50C-407E-A947-70E740481C1C}">
                <a14:useLocalDpi xmlns:a14="http://schemas.microsoft.com/office/drawing/2010/main" val="0"/>
              </a:ext>
            </a:extLst>
          </a:blip>
          <a:stretch>
            <a:fillRect/>
          </a:stretch>
        </p:blipFill>
        <p:spPr>
          <a:xfrm>
            <a:off x="7271825" y="2571250"/>
            <a:ext cx="240096" cy="265424"/>
          </a:xfrm>
          <a:prstGeom prst="rect">
            <a:avLst/>
          </a:prstGeom>
        </p:spPr>
      </p:pic>
      <p:sp>
        <p:nvSpPr>
          <p:cNvPr id="104" name="Segnaposto contenuto 2">
            <a:extLst>
              <a:ext uri="{FF2B5EF4-FFF2-40B4-BE49-F238E27FC236}">
                <a16:creationId xmlns:a16="http://schemas.microsoft.com/office/drawing/2014/main" id="{7F475745-ABED-41DD-A7D8-05ABFEFB95E0}"/>
              </a:ext>
            </a:extLst>
          </p:cNvPr>
          <p:cNvSpPr txBox="1">
            <a:spLocks/>
          </p:cNvSpPr>
          <p:nvPr userDrawn="1"/>
        </p:nvSpPr>
        <p:spPr bwMode="auto">
          <a:xfrm>
            <a:off x="8353930" y="2498076"/>
            <a:ext cx="1971311" cy="107124"/>
          </a:xfrm>
          <a:prstGeom prst="rect">
            <a:avLst/>
          </a:prstGeom>
          <a:noFill/>
          <a:ln>
            <a:noFill/>
          </a:ln>
          <a:effectLst/>
        </p:spPr>
        <p:txBody>
          <a:bodyPr lIns="24872" tIns="12434" rIns="24872" bIns="12434" anchor="ctr" anchorCtr="0"/>
          <a:lstStyle>
            <a:lvl1pPr marL="0" indent="0" algn="l" defTabSz="514337" rtl="0" eaLnBrk="1" latinLnBrk="0" hangingPunct="1">
              <a:lnSpc>
                <a:spcPct val="120000"/>
              </a:lnSpc>
              <a:spcBef>
                <a:spcPts val="563"/>
              </a:spcBef>
              <a:buFontTx/>
              <a:buNone/>
              <a:defRPr sz="1400" kern="1200">
                <a:solidFill>
                  <a:schemeClr val="accent5"/>
                </a:solidFill>
                <a:latin typeface="TIM Sans" panose="00000500000000000000" pitchFamily="50" charset="0"/>
                <a:ea typeface="+mn-ea"/>
                <a:cs typeface="+mn-cs"/>
              </a:defRPr>
            </a:lvl1pPr>
            <a:lvl2pPr marL="257168" indent="0" algn="l" defTabSz="514337" rtl="0" eaLnBrk="1" latinLnBrk="0" hangingPunct="1">
              <a:lnSpc>
                <a:spcPct val="120000"/>
              </a:lnSpc>
              <a:spcBef>
                <a:spcPts val="281"/>
              </a:spcBef>
              <a:buFontTx/>
              <a:buNone/>
              <a:defRPr sz="1200" kern="1200">
                <a:solidFill>
                  <a:schemeClr val="accent5"/>
                </a:solidFill>
                <a:latin typeface="TIM Sans" panose="00000500000000000000" pitchFamily="50" charset="0"/>
                <a:ea typeface="+mn-ea"/>
                <a:cs typeface="+mn-cs"/>
              </a:defRPr>
            </a:lvl2pPr>
            <a:lvl3pPr marL="514337" indent="0" algn="l" defTabSz="514337" rtl="0" eaLnBrk="1" latinLnBrk="0" hangingPunct="1">
              <a:lnSpc>
                <a:spcPct val="120000"/>
              </a:lnSpc>
              <a:spcBef>
                <a:spcPts val="281"/>
              </a:spcBef>
              <a:buFontTx/>
              <a:buNone/>
              <a:defRPr sz="1100" kern="1200">
                <a:solidFill>
                  <a:schemeClr val="accent5"/>
                </a:solidFill>
                <a:latin typeface="TIM Sans" panose="00000500000000000000" pitchFamily="50" charset="0"/>
                <a:ea typeface="+mn-ea"/>
                <a:cs typeface="+mn-cs"/>
              </a:defRPr>
            </a:lvl3pPr>
            <a:lvl4pPr marL="900091"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4pPr>
            <a:lvl5pPr marL="1157259"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5pPr>
            <a:lvl6pPr marL="1414428"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6pPr>
            <a:lvl7pPr marL="1671596"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7pPr>
            <a:lvl8pPr marL="1928765"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8pPr>
            <a:lvl9pPr marL="2185934" indent="-128585" algn="l" defTabSz="514337"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9pPr>
          </a:lstStyle>
          <a:p>
            <a:pPr algn="ctr" defTabSz="186300" fontAlgn="auto">
              <a:lnSpc>
                <a:spcPct val="100000"/>
              </a:lnSpc>
              <a:spcBef>
                <a:spcPts val="0"/>
              </a:spcBef>
              <a:spcAft>
                <a:spcPts val="0"/>
              </a:spcAft>
              <a:defRPr/>
            </a:pPr>
            <a:r>
              <a:rPr lang="pt-BR" sz="900">
                <a:solidFill>
                  <a:srgbClr val="F39610"/>
                </a:solidFill>
                <a:latin typeface="TIM Sans Light" panose="00000400000000000000" pitchFamily="50" charset="0"/>
              </a:rPr>
              <a:t>Oi Play, Oi Livros </a:t>
            </a:r>
            <a:r>
              <a:rPr lang="pt-BR" sz="900" err="1">
                <a:solidFill>
                  <a:srgbClr val="F39610"/>
                </a:solidFill>
                <a:latin typeface="TIM Sans Light" panose="00000400000000000000" pitchFamily="50" charset="0"/>
              </a:rPr>
              <a:t>by</a:t>
            </a:r>
            <a:r>
              <a:rPr lang="pt-BR" sz="900">
                <a:solidFill>
                  <a:srgbClr val="F39610"/>
                </a:solidFill>
                <a:latin typeface="TIM Sans Light" panose="00000400000000000000" pitchFamily="50" charset="0"/>
              </a:rPr>
              <a:t> </a:t>
            </a:r>
            <a:r>
              <a:rPr lang="pt-BR" sz="900" err="1">
                <a:solidFill>
                  <a:srgbClr val="F39610"/>
                </a:solidFill>
                <a:latin typeface="TIM Sans Light" panose="00000400000000000000" pitchFamily="50" charset="0"/>
              </a:rPr>
              <a:t>LivrOh</a:t>
            </a:r>
            <a:r>
              <a:rPr lang="pt-BR" sz="900">
                <a:solidFill>
                  <a:srgbClr val="F39610"/>
                </a:solidFill>
                <a:latin typeface="TIM Sans Light" panose="00000400000000000000" pitchFamily="50" charset="0"/>
              </a:rPr>
              <a:t>!, Oi Jornais, Oi Revistas, </a:t>
            </a:r>
            <a:r>
              <a:rPr lang="pt-BR" sz="900" err="1">
                <a:solidFill>
                  <a:srgbClr val="F39610"/>
                </a:solidFill>
                <a:latin typeface="TIM Sans Light" panose="00000400000000000000" pitchFamily="50" charset="0"/>
              </a:rPr>
              <a:t>Clic</a:t>
            </a:r>
            <a:r>
              <a:rPr lang="pt-BR" sz="900">
                <a:solidFill>
                  <a:srgbClr val="F39610"/>
                </a:solidFill>
                <a:latin typeface="TIM Sans Light" panose="00000400000000000000" pitchFamily="50" charset="0"/>
              </a:rPr>
              <a:t> News, Dentro da história, Minuto leitura</a:t>
            </a:r>
          </a:p>
        </p:txBody>
      </p:sp>
    </p:spTree>
    <p:extLst>
      <p:ext uri="{BB962C8B-B14F-4D97-AF65-F5344CB8AC3E}">
        <p14:creationId xmlns:p14="http://schemas.microsoft.com/office/powerpoint/2010/main" val="377451445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MPETITIVE OVERVIEW – TO BE">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65FAEDF1-FF87-466B-AE89-570B5E66E2CD}"/>
              </a:ext>
            </a:extLst>
          </p:cNvPr>
          <p:cNvSpPr/>
          <p:nvPr userDrawn="1"/>
        </p:nvSpPr>
        <p:spPr>
          <a:xfrm>
            <a:off x="-7116"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6" name="Retângulo: Cantos Superiores Arredondados 5">
            <a:extLst>
              <a:ext uri="{FF2B5EF4-FFF2-40B4-BE49-F238E27FC236}">
                <a16:creationId xmlns:a16="http://schemas.microsoft.com/office/drawing/2014/main" id="{58280137-A574-49A2-B09A-F3051C4607DC}"/>
              </a:ext>
            </a:extLst>
          </p:cNvPr>
          <p:cNvSpPr/>
          <p:nvPr userDrawn="1"/>
        </p:nvSpPr>
        <p:spPr>
          <a:xfrm>
            <a:off x="202258" y="758814"/>
            <a:ext cx="11787484" cy="5658727"/>
          </a:xfrm>
          <a:prstGeom prst="round2SameRect">
            <a:avLst>
              <a:gd name="adj1" fmla="val 3194"/>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TIM SE ENCONTRA....</a:t>
            </a: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512114" y="1195778"/>
            <a:ext cx="11197665" cy="501941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2" name="Retângulo: Cantos Arredondados 1">
            <a:extLst>
              <a:ext uri="{FF2B5EF4-FFF2-40B4-BE49-F238E27FC236}">
                <a16:creationId xmlns:a16="http://schemas.microsoft.com/office/drawing/2014/main" id="{F493033D-E5EB-4D57-BC5C-E6ED19E15ABB}"/>
              </a:ext>
            </a:extLst>
          </p:cNvPr>
          <p:cNvSpPr/>
          <p:nvPr userDrawn="1"/>
        </p:nvSpPr>
        <p:spPr>
          <a:xfrm>
            <a:off x="669391" y="179801"/>
            <a:ext cx="4553278"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COMPETITIVE OVERVIEW – TO BE</a:t>
            </a:r>
          </a:p>
        </p:txBody>
      </p:sp>
      <p:sp>
        <p:nvSpPr>
          <p:cNvPr id="3" name="object 30">
            <a:extLst>
              <a:ext uri="{FF2B5EF4-FFF2-40B4-BE49-F238E27FC236}">
                <a16:creationId xmlns:a16="http://schemas.microsoft.com/office/drawing/2014/main" id="{A1502214-612A-4873-AB04-BA706CA8483D}"/>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4" name="object 31">
            <a:extLst>
              <a:ext uri="{FF2B5EF4-FFF2-40B4-BE49-F238E27FC236}">
                <a16:creationId xmlns:a16="http://schemas.microsoft.com/office/drawing/2014/main" id="{41469CE5-9CED-43C0-9FDC-ECDE2ABE0849}"/>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5" name="Imagem 4">
            <a:extLst>
              <a:ext uri="{FF2B5EF4-FFF2-40B4-BE49-F238E27FC236}">
                <a16:creationId xmlns:a16="http://schemas.microsoft.com/office/drawing/2014/main" id="{C0CBF0DC-E284-4A17-9275-67B6F10E26C8}"/>
              </a:ext>
            </a:extLst>
          </p:cNvPr>
          <p:cNvPicPr>
            <a:picLocks noChangeAspect="1"/>
          </p:cNvPicPr>
          <p:nvPr userDrawn="1"/>
        </p:nvPicPr>
        <p:blipFill>
          <a:blip r:embed="rId9"/>
          <a:srcRect/>
          <a:stretch/>
        </p:blipFill>
        <p:spPr>
          <a:xfrm>
            <a:off x="255313" y="6480194"/>
            <a:ext cx="256801" cy="208487"/>
          </a:xfrm>
          <a:prstGeom prst="rect">
            <a:avLst/>
          </a:prstGeom>
        </p:spPr>
      </p:pic>
      <p:pic>
        <p:nvPicPr>
          <p:cNvPr id="32" name="Immagine 7" descr="secondario_rgb.png">
            <a:extLst>
              <a:ext uri="{FF2B5EF4-FFF2-40B4-BE49-F238E27FC236}">
                <a16:creationId xmlns:a16="http://schemas.microsoft.com/office/drawing/2014/main" id="{B11DDA16-505C-4E48-AE7E-F60AD8430A8C}"/>
              </a:ext>
            </a:extLst>
          </p:cNvPr>
          <p:cNvPicPr>
            <a:picLocks noChangeAspect="1"/>
          </p:cNvPicPr>
          <p:nvPr userDrawn="1"/>
        </p:nvPicPr>
        <p:blipFill>
          <a:blip r:embed="rId10"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6" name="Segnaposto numero diapositiva 1">
            <a:extLst>
              <a:ext uri="{FF2B5EF4-FFF2-40B4-BE49-F238E27FC236}">
                <a16:creationId xmlns:a16="http://schemas.microsoft.com/office/drawing/2014/main" id="{3ECDCA88-62C1-448A-BC05-813BB6A92A3D}"/>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pic>
        <p:nvPicPr>
          <p:cNvPr id="7" name="Immagine 7" descr="secondario_rgb.png">
            <a:extLst>
              <a:ext uri="{FF2B5EF4-FFF2-40B4-BE49-F238E27FC236}">
                <a16:creationId xmlns:a16="http://schemas.microsoft.com/office/drawing/2014/main" id="{FCF190C9-8F4C-4F28-9D37-83C32001E727}"/>
              </a:ext>
            </a:extLst>
          </p:cNvPr>
          <p:cNvPicPr>
            <a:picLocks noChangeAspect="1"/>
          </p:cNvPicPr>
          <p:nvPr userDrawn="1"/>
        </p:nvPicPr>
        <p:blipFill>
          <a:blip r:embed="rId10" cstate="print">
            <a:extLst>
              <a:ext uri="{28A0092B-C50C-407E-A947-70E740481C1C}">
                <a14:useLocalDpi xmlns:a14="http://schemas.microsoft.com/office/drawing/2010/main"/>
              </a:ext>
            </a:extLst>
          </a:blip>
          <a:stretch>
            <a:fillRect/>
          </a:stretch>
        </p:blipFill>
        <p:spPr>
          <a:xfrm>
            <a:off x="10910659" y="301729"/>
            <a:ext cx="985433" cy="260903"/>
          </a:xfrm>
          <a:prstGeom prst="rect">
            <a:avLst/>
          </a:prstGeom>
        </p:spPr>
      </p:pic>
      <p:pic>
        <p:nvPicPr>
          <p:cNvPr id="12" name="Immagine 13">
            <a:extLst>
              <a:ext uri="{FF2B5EF4-FFF2-40B4-BE49-F238E27FC236}">
                <a16:creationId xmlns:a16="http://schemas.microsoft.com/office/drawing/2014/main" id="{E23A0DD8-C7FA-49EA-9026-D867489DB794}"/>
              </a:ext>
            </a:extLst>
          </p:cNvPr>
          <p:cNvPicPr>
            <a:picLocks noChangeAspect="1"/>
          </p:cNvPicPr>
          <p:nvPr userDrawn="1">
            <p:custDataLst>
              <p:tags r:id="rId1"/>
            </p:custDataLst>
          </p:nvPr>
        </p:nvPicPr>
        <p:blipFill>
          <a:blip r:embed="rId11" cstate="print">
            <a:duotone>
              <a:srgbClr val="006EB8">
                <a:shade val="45000"/>
                <a:satMod val="135000"/>
              </a:srgbClr>
              <a:prstClr val="white"/>
            </a:duotone>
            <a:extLst>
              <a:ext uri="{28A0092B-C50C-407E-A947-70E740481C1C}">
                <a14:useLocalDpi xmlns:a14="http://schemas.microsoft.com/office/drawing/2010/main" val="0"/>
              </a:ext>
            </a:extLst>
          </a:blip>
          <a:stretch>
            <a:fillRect/>
          </a:stretch>
        </p:blipFill>
        <p:spPr>
          <a:xfrm>
            <a:off x="1805712" y="3094472"/>
            <a:ext cx="295079" cy="308293"/>
          </a:xfrm>
          <a:prstGeom prst="rect">
            <a:avLst/>
          </a:prstGeom>
        </p:spPr>
      </p:pic>
      <p:pic>
        <p:nvPicPr>
          <p:cNvPr id="13" name="Immagine 48">
            <a:extLst>
              <a:ext uri="{FF2B5EF4-FFF2-40B4-BE49-F238E27FC236}">
                <a16:creationId xmlns:a16="http://schemas.microsoft.com/office/drawing/2014/main" id="{C0CFC488-BBAC-4A37-BBC0-1616A88DACE6}"/>
              </a:ext>
            </a:extLst>
          </p:cNvPr>
          <p:cNvPicPr>
            <a:picLocks noChangeAspect="1"/>
          </p:cNvPicPr>
          <p:nvPr userDrawn="1">
            <p:custDataLst>
              <p:tags r:id="rId2"/>
            </p:custDataLst>
          </p:nvPr>
        </p:nvPicPr>
        <p:blipFill>
          <a:blip r:embed="rId12" cstate="print">
            <a:duotone>
              <a:srgbClr val="006EB8">
                <a:shade val="45000"/>
                <a:satMod val="135000"/>
              </a:srgbClr>
              <a:prstClr val="white"/>
            </a:duotone>
            <a:extLst>
              <a:ext uri="{28A0092B-C50C-407E-A947-70E740481C1C}">
                <a14:useLocalDpi xmlns:a14="http://schemas.microsoft.com/office/drawing/2010/main" val="0"/>
              </a:ext>
            </a:extLst>
          </a:blip>
          <a:stretch>
            <a:fillRect/>
          </a:stretch>
        </p:blipFill>
        <p:spPr>
          <a:xfrm>
            <a:off x="1810687" y="2372885"/>
            <a:ext cx="293180" cy="344937"/>
          </a:xfrm>
          <a:prstGeom prst="rect">
            <a:avLst/>
          </a:prstGeom>
        </p:spPr>
      </p:pic>
      <p:cxnSp>
        <p:nvCxnSpPr>
          <p:cNvPr id="14" name="Straight Connector 81">
            <a:extLst>
              <a:ext uri="{FF2B5EF4-FFF2-40B4-BE49-F238E27FC236}">
                <a16:creationId xmlns:a16="http://schemas.microsoft.com/office/drawing/2014/main" id="{66544A7F-776B-467C-B2A5-7074F3963CC3}"/>
              </a:ext>
            </a:extLst>
          </p:cNvPr>
          <p:cNvCxnSpPr/>
          <p:nvPr userDrawn="1">
            <p:custDataLst>
              <p:tags r:id="rId3"/>
            </p:custDataLst>
          </p:nvPr>
        </p:nvCxnSpPr>
        <p:spPr>
          <a:xfrm>
            <a:off x="2347413" y="3579654"/>
            <a:ext cx="8158538" cy="0"/>
          </a:xfrm>
          <a:prstGeom prst="line">
            <a:avLst/>
          </a:prstGeom>
          <a:noFill/>
          <a:ln w="6350" cap="flat" cmpd="sng" algn="ctr">
            <a:solidFill>
              <a:srgbClr val="FFFFFF">
                <a:lumMod val="85000"/>
              </a:srgbClr>
            </a:solidFill>
            <a:prstDash val="solid"/>
            <a:miter lim="800000"/>
          </a:ln>
          <a:effectLst/>
        </p:spPr>
      </p:cxnSp>
      <p:cxnSp>
        <p:nvCxnSpPr>
          <p:cNvPr id="15" name="Straight Connector 82">
            <a:extLst>
              <a:ext uri="{FF2B5EF4-FFF2-40B4-BE49-F238E27FC236}">
                <a16:creationId xmlns:a16="http://schemas.microsoft.com/office/drawing/2014/main" id="{D8B03E80-C3BE-43B5-A1D5-5D01550781E3}"/>
              </a:ext>
            </a:extLst>
          </p:cNvPr>
          <p:cNvCxnSpPr/>
          <p:nvPr userDrawn="1">
            <p:custDataLst>
              <p:tags r:id="rId4"/>
            </p:custDataLst>
          </p:nvPr>
        </p:nvCxnSpPr>
        <p:spPr>
          <a:xfrm>
            <a:off x="2347413" y="4972517"/>
            <a:ext cx="8158538" cy="0"/>
          </a:xfrm>
          <a:prstGeom prst="line">
            <a:avLst/>
          </a:prstGeom>
          <a:noFill/>
          <a:ln w="6350" cap="flat" cmpd="sng" algn="ctr">
            <a:solidFill>
              <a:srgbClr val="FFFFFF">
                <a:lumMod val="85000"/>
              </a:srgbClr>
            </a:solidFill>
            <a:prstDash val="solid"/>
            <a:miter lim="800000"/>
          </a:ln>
          <a:effectLst/>
        </p:spPr>
      </p:cxnSp>
      <p:cxnSp>
        <p:nvCxnSpPr>
          <p:cNvPr id="16" name="Straight Connector 83">
            <a:extLst>
              <a:ext uri="{FF2B5EF4-FFF2-40B4-BE49-F238E27FC236}">
                <a16:creationId xmlns:a16="http://schemas.microsoft.com/office/drawing/2014/main" id="{FC7DDBD5-3FAD-4B25-AEC6-0E8444F64869}"/>
              </a:ext>
            </a:extLst>
          </p:cNvPr>
          <p:cNvCxnSpPr/>
          <p:nvPr userDrawn="1">
            <p:custDataLst>
              <p:tags r:id="rId5"/>
            </p:custDataLst>
          </p:nvPr>
        </p:nvCxnSpPr>
        <p:spPr>
          <a:xfrm>
            <a:off x="2347413" y="2942785"/>
            <a:ext cx="8158538" cy="0"/>
          </a:xfrm>
          <a:prstGeom prst="line">
            <a:avLst/>
          </a:prstGeom>
          <a:noFill/>
          <a:ln w="6350" cap="flat" cmpd="sng" algn="ctr">
            <a:solidFill>
              <a:srgbClr val="FFFFFF">
                <a:lumMod val="85000"/>
              </a:srgbClr>
            </a:solidFill>
            <a:prstDash val="solid"/>
            <a:miter lim="800000"/>
          </a:ln>
          <a:effectLst/>
        </p:spPr>
      </p:cxnSp>
      <p:pic>
        <p:nvPicPr>
          <p:cNvPr id="17" name="Immagine 30">
            <a:extLst>
              <a:ext uri="{FF2B5EF4-FFF2-40B4-BE49-F238E27FC236}">
                <a16:creationId xmlns:a16="http://schemas.microsoft.com/office/drawing/2014/main" id="{2777B503-7136-4E10-8472-943E69BD0C58}"/>
              </a:ext>
            </a:extLst>
          </p:cNvPr>
          <p:cNvPicPr>
            <a:picLocks noChangeAspect="1"/>
          </p:cNvPicPr>
          <p:nvPr userDrawn="1"/>
        </p:nvPicPr>
        <p:blipFill>
          <a:blip r:embed="rId13" cstate="print">
            <a:duotone>
              <a:srgbClr val="006EB8">
                <a:shade val="45000"/>
                <a:satMod val="135000"/>
              </a:srgbClr>
              <a:prstClr val="white"/>
            </a:duotone>
            <a:extLst>
              <a:ext uri="{28A0092B-C50C-407E-A947-70E740481C1C}">
                <a14:useLocalDpi xmlns:a14="http://schemas.microsoft.com/office/drawing/2010/main" val="0"/>
              </a:ext>
            </a:extLst>
          </a:blip>
          <a:stretch>
            <a:fillRect/>
          </a:stretch>
        </p:blipFill>
        <p:spPr>
          <a:xfrm>
            <a:off x="1777195" y="5118133"/>
            <a:ext cx="376334" cy="300130"/>
          </a:xfrm>
          <a:prstGeom prst="rect">
            <a:avLst/>
          </a:prstGeom>
        </p:spPr>
      </p:pic>
      <p:pic>
        <p:nvPicPr>
          <p:cNvPr id="18" name="Picture 86">
            <a:extLst>
              <a:ext uri="{FF2B5EF4-FFF2-40B4-BE49-F238E27FC236}">
                <a16:creationId xmlns:a16="http://schemas.microsoft.com/office/drawing/2014/main" id="{05D0BE05-3084-4D8A-8B25-3CB31F596000}"/>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2807047" y="1812005"/>
            <a:ext cx="767060" cy="219468"/>
          </a:xfrm>
          <a:prstGeom prst="rect">
            <a:avLst/>
          </a:prstGeom>
        </p:spPr>
      </p:pic>
      <p:cxnSp>
        <p:nvCxnSpPr>
          <p:cNvPr id="19" name="Straight Connector 154">
            <a:extLst>
              <a:ext uri="{FF2B5EF4-FFF2-40B4-BE49-F238E27FC236}">
                <a16:creationId xmlns:a16="http://schemas.microsoft.com/office/drawing/2014/main" id="{60046441-1EC2-4449-8348-2FABD00EEF43}"/>
              </a:ext>
            </a:extLst>
          </p:cNvPr>
          <p:cNvCxnSpPr/>
          <p:nvPr userDrawn="1">
            <p:custDataLst>
              <p:tags r:id="rId6"/>
            </p:custDataLst>
          </p:nvPr>
        </p:nvCxnSpPr>
        <p:spPr>
          <a:xfrm>
            <a:off x="2347413" y="4568440"/>
            <a:ext cx="8158538" cy="0"/>
          </a:xfrm>
          <a:prstGeom prst="line">
            <a:avLst/>
          </a:prstGeom>
          <a:noFill/>
          <a:ln w="6350" cap="flat" cmpd="sng" algn="ctr">
            <a:solidFill>
              <a:srgbClr val="FFFFFF">
                <a:lumMod val="85000"/>
              </a:srgbClr>
            </a:solidFill>
            <a:prstDash val="solid"/>
            <a:miter lim="800000"/>
          </a:ln>
          <a:effectLst/>
        </p:spPr>
      </p:cxnSp>
      <p:pic>
        <p:nvPicPr>
          <p:cNvPr id="20" name="Picture 3">
            <a:extLst>
              <a:ext uri="{FF2B5EF4-FFF2-40B4-BE49-F238E27FC236}">
                <a16:creationId xmlns:a16="http://schemas.microsoft.com/office/drawing/2014/main" id="{4C3770F4-EF34-4574-B6B6-02BF24EC84F9}"/>
              </a:ext>
            </a:extLst>
          </p:cNvPr>
          <p:cNvPicPr>
            <a:picLocks noChangeAspect="1" noChangeArrowheads="1"/>
          </p:cNvPicPr>
          <p:nvPr userDrawn="1"/>
        </p:nvPicPr>
        <p:blipFill>
          <a:blip r:embed="rId15" cstate="print">
            <a:duotone>
              <a:srgbClr val="006EB8">
                <a:shade val="45000"/>
                <a:satMod val="135000"/>
              </a:srgbClr>
              <a:prstClr val="white"/>
            </a:duotone>
            <a:extLst>
              <a:ext uri="{28A0092B-C50C-407E-A947-70E740481C1C}">
                <a14:useLocalDpi xmlns:a14="http://schemas.microsoft.com/office/drawing/2010/main" val="0"/>
              </a:ext>
            </a:extLst>
          </a:blip>
          <a:srcRect/>
          <a:stretch>
            <a:fillRect/>
          </a:stretch>
        </p:blipFill>
        <p:spPr bwMode="auto">
          <a:xfrm>
            <a:off x="1825943" y="3669706"/>
            <a:ext cx="278838" cy="30812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1" name="Straight Connector 171">
            <a:extLst>
              <a:ext uri="{FF2B5EF4-FFF2-40B4-BE49-F238E27FC236}">
                <a16:creationId xmlns:a16="http://schemas.microsoft.com/office/drawing/2014/main" id="{D5ABC0C2-3CC7-4E95-B1F0-F3D18A317119}"/>
              </a:ext>
            </a:extLst>
          </p:cNvPr>
          <p:cNvCxnSpPr/>
          <p:nvPr userDrawn="1">
            <p:custDataLst>
              <p:tags r:id="rId7"/>
            </p:custDataLst>
          </p:nvPr>
        </p:nvCxnSpPr>
        <p:spPr>
          <a:xfrm>
            <a:off x="2347413" y="4109107"/>
            <a:ext cx="8158538" cy="0"/>
          </a:xfrm>
          <a:prstGeom prst="line">
            <a:avLst/>
          </a:prstGeom>
          <a:noFill/>
          <a:ln w="6350" cap="flat" cmpd="sng" algn="ctr">
            <a:solidFill>
              <a:srgbClr val="FFFFFF">
                <a:lumMod val="85000"/>
              </a:srgbClr>
            </a:solidFill>
            <a:prstDash val="solid"/>
            <a:miter lim="800000"/>
          </a:ln>
          <a:effectLst/>
        </p:spPr>
      </p:cxnSp>
      <p:pic>
        <p:nvPicPr>
          <p:cNvPr id="22" name="Picture 2">
            <a:extLst>
              <a:ext uri="{FF2B5EF4-FFF2-40B4-BE49-F238E27FC236}">
                <a16:creationId xmlns:a16="http://schemas.microsoft.com/office/drawing/2014/main" id="{719BD8E8-7551-43C9-A3F0-6DFD4D1C2F81}"/>
              </a:ext>
            </a:extLst>
          </p:cNvPr>
          <p:cNvPicPr>
            <a:picLocks noChangeAspect="1" noChangeArrowheads="1"/>
          </p:cNvPicPr>
          <p:nvPr userDrawn="1"/>
        </p:nvPicPr>
        <p:blipFill>
          <a:blip r:embed="rId16" cstate="print">
            <a:extLst>
              <a:ext uri="{BEBA8EAE-BF5A-486C-A8C5-ECC9F3942E4B}">
                <a14:imgProps xmlns:a14="http://schemas.microsoft.com/office/drawing/2010/main">
                  <a14:imgLayer r:embed="rId17">
                    <a14:imgEffect>
                      <a14:backgroundRemoval t="0" b="100000" l="0" r="100000">
                        <a14:foregroundMark x1="64889" y1="31111" x2="34222" y2="73333"/>
                      </a14:backgroundRemoval>
                    </a14:imgEffect>
                    <a14:imgEffect>
                      <a14:sharpenSoften amount="50000"/>
                    </a14:imgEffect>
                    <a14:imgEffect>
                      <a14:saturation sat="200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1808704" y="4170175"/>
            <a:ext cx="289094" cy="3194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3" name="Picture 2">
            <a:extLst>
              <a:ext uri="{FF2B5EF4-FFF2-40B4-BE49-F238E27FC236}">
                <a16:creationId xmlns:a16="http://schemas.microsoft.com/office/drawing/2014/main" id="{CD4B1D8D-46D5-4756-8846-CCCFFC6BDF76}"/>
              </a:ext>
            </a:extLst>
          </p:cNvPr>
          <p:cNvPicPr>
            <a:picLocks noChangeAspect="1" noChangeArrowheads="1"/>
          </p:cNvPicPr>
          <p:nvPr userDrawn="1"/>
        </p:nvPicPr>
        <p:blipFill>
          <a:blip r:embed="rId18" cstate="print">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1797738" y="4589877"/>
            <a:ext cx="318202" cy="35162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9180349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GO TO MARKET - PILARES">
    <p:spTree>
      <p:nvGrpSpPr>
        <p:cNvPr id="1" name=""/>
        <p:cNvGrpSpPr/>
        <p:nvPr/>
      </p:nvGrpSpPr>
      <p:grpSpPr>
        <a:xfrm>
          <a:off x="0" y="0"/>
          <a:ext cx="0" cy="0"/>
          <a:chOff x="0" y="0"/>
          <a:chExt cx="0" cy="0"/>
        </a:xfrm>
      </p:grpSpPr>
      <p:sp>
        <p:nvSpPr>
          <p:cNvPr id="11" name="Retângulo 10">
            <a:extLst>
              <a:ext uri="{FF2B5EF4-FFF2-40B4-BE49-F238E27FC236}">
                <a16:creationId xmlns:a16="http://schemas.microsoft.com/office/drawing/2014/main" id="{65FAEDF1-FF87-466B-AE89-570B5E66E2CD}"/>
              </a:ext>
            </a:extLst>
          </p:cNvPr>
          <p:cNvSpPr/>
          <p:nvPr userDrawn="1"/>
        </p:nvSpPr>
        <p:spPr>
          <a:xfrm>
            <a:off x="0"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2" name="Retângulo: Cantos Arredondados 1">
            <a:extLst>
              <a:ext uri="{FF2B5EF4-FFF2-40B4-BE49-F238E27FC236}">
                <a16:creationId xmlns:a16="http://schemas.microsoft.com/office/drawing/2014/main" id="{F493033D-E5EB-4D57-BC5C-E6ED19E15ABB}"/>
              </a:ext>
            </a:extLst>
          </p:cNvPr>
          <p:cNvSpPr/>
          <p:nvPr userDrawn="1"/>
        </p:nvSpPr>
        <p:spPr>
          <a:xfrm>
            <a:off x="669391" y="179801"/>
            <a:ext cx="4553278"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GO TO MARKET - PILARES</a:t>
            </a:r>
          </a:p>
        </p:txBody>
      </p:sp>
      <p:sp>
        <p:nvSpPr>
          <p:cNvPr id="3" name="object 30">
            <a:extLst>
              <a:ext uri="{FF2B5EF4-FFF2-40B4-BE49-F238E27FC236}">
                <a16:creationId xmlns:a16="http://schemas.microsoft.com/office/drawing/2014/main" id="{A1502214-612A-4873-AB04-BA706CA8483D}"/>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4" name="object 31">
            <a:extLst>
              <a:ext uri="{FF2B5EF4-FFF2-40B4-BE49-F238E27FC236}">
                <a16:creationId xmlns:a16="http://schemas.microsoft.com/office/drawing/2014/main" id="{41469CE5-9CED-43C0-9FDC-ECDE2ABE0849}"/>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5" name="Imagem 4">
            <a:extLst>
              <a:ext uri="{FF2B5EF4-FFF2-40B4-BE49-F238E27FC236}">
                <a16:creationId xmlns:a16="http://schemas.microsoft.com/office/drawing/2014/main" id="{C0CBF0DC-E284-4A17-9275-67B6F10E26C8}"/>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32" name="Immagine 7" descr="secondario_rgb.png">
            <a:extLst>
              <a:ext uri="{FF2B5EF4-FFF2-40B4-BE49-F238E27FC236}">
                <a16:creationId xmlns:a16="http://schemas.microsoft.com/office/drawing/2014/main" id="{B11DDA16-505C-4E48-AE7E-F60AD8430A8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6" name="Segnaposto numero diapositiva 1">
            <a:extLst>
              <a:ext uri="{FF2B5EF4-FFF2-40B4-BE49-F238E27FC236}">
                <a16:creationId xmlns:a16="http://schemas.microsoft.com/office/drawing/2014/main" id="{3ECDCA88-62C1-448A-BC05-813BB6A92A3D}"/>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pic>
        <p:nvPicPr>
          <p:cNvPr id="7" name="Immagine 7" descr="secondario_rgb.png">
            <a:extLst>
              <a:ext uri="{FF2B5EF4-FFF2-40B4-BE49-F238E27FC236}">
                <a16:creationId xmlns:a16="http://schemas.microsoft.com/office/drawing/2014/main" id="{FCF190C9-8F4C-4F28-9D37-83C32001E727}"/>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1729"/>
            <a:ext cx="985433" cy="260903"/>
          </a:xfrm>
          <a:prstGeom prst="rect">
            <a:avLst/>
          </a:prstGeom>
        </p:spPr>
      </p:pic>
      <p:sp>
        <p:nvSpPr>
          <p:cNvPr id="51" name="Retângulo: Cantos Superiores Arredondados 50">
            <a:extLst>
              <a:ext uri="{FF2B5EF4-FFF2-40B4-BE49-F238E27FC236}">
                <a16:creationId xmlns:a16="http://schemas.microsoft.com/office/drawing/2014/main" id="{2031DD6F-6A99-42D6-9655-F79AB8ECAE3E}"/>
              </a:ext>
            </a:extLst>
          </p:cNvPr>
          <p:cNvSpPr/>
          <p:nvPr userDrawn="1"/>
        </p:nvSpPr>
        <p:spPr>
          <a:xfrm>
            <a:off x="202258" y="758814"/>
            <a:ext cx="11787484" cy="5658727"/>
          </a:xfrm>
          <a:prstGeom prst="round2SameRect">
            <a:avLst>
              <a:gd name="adj1" fmla="val 3194"/>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pt-BR" sz="1400" b="1">
              <a:latin typeface="Arial Narrow" panose="020B0606020202030204" pitchFamily="34" charset="0"/>
            </a:endParaRPr>
          </a:p>
        </p:txBody>
      </p:sp>
      <p:sp>
        <p:nvSpPr>
          <p:cNvPr id="53" name="Retângulo 52">
            <a:extLst>
              <a:ext uri="{FF2B5EF4-FFF2-40B4-BE49-F238E27FC236}">
                <a16:creationId xmlns:a16="http://schemas.microsoft.com/office/drawing/2014/main" id="{00B958B4-25C3-4AE8-B47E-67B63323391A}"/>
              </a:ext>
            </a:extLst>
          </p:cNvPr>
          <p:cNvSpPr/>
          <p:nvPr userDrawn="1"/>
        </p:nvSpPr>
        <p:spPr>
          <a:xfrm>
            <a:off x="512114" y="992085"/>
            <a:ext cx="11197665" cy="522310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graphicFrame>
        <p:nvGraphicFramePr>
          <p:cNvPr id="54" name="Tabela 54">
            <a:extLst>
              <a:ext uri="{FF2B5EF4-FFF2-40B4-BE49-F238E27FC236}">
                <a16:creationId xmlns:a16="http://schemas.microsoft.com/office/drawing/2014/main" id="{A4F65F0C-622E-42DC-952C-E4037E6E3E79}"/>
              </a:ext>
            </a:extLst>
          </p:cNvPr>
          <p:cNvGraphicFramePr>
            <a:graphicFrameLocks noGrp="1"/>
          </p:cNvGraphicFramePr>
          <p:nvPr userDrawn="1">
            <p:extLst>
              <p:ext uri="{D42A27DB-BD31-4B8C-83A1-F6EECF244321}">
                <p14:modId xmlns:p14="http://schemas.microsoft.com/office/powerpoint/2010/main" val="2602420657"/>
              </p:ext>
            </p:extLst>
          </p:nvPr>
        </p:nvGraphicFramePr>
        <p:xfrm>
          <a:off x="701474" y="1081991"/>
          <a:ext cx="10864880" cy="5036047"/>
        </p:xfrm>
        <a:graphic>
          <a:graphicData uri="http://schemas.openxmlformats.org/drawingml/2006/table">
            <a:tbl>
              <a:tblPr firstRow="1" bandRow="1">
                <a:tableStyleId>{3B4B98B0-60AC-42C2-AFA5-B58CD77FA1E5}</a:tableStyleId>
              </a:tblPr>
              <a:tblGrid>
                <a:gridCol w="1358110">
                  <a:extLst>
                    <a:ext uri="{9D8B030D-6E8A-4147-A177-3AD203B41FA5}">
                      <a16:colId xmlns:a16="http://schemas.microsoft.com/office/drawing/2014/main" val="3010900568"/>
                    </a:ext>
                  </a:extLst>
                </a:gridCol>
                <a:gridCol w="1358110">
                  <a:extLst>
                    <a:ext uri="{9D8B030D-6E8A-4147-A177-3AD203B41FA5}">
                      <a16:colId xmlns:a16="http://schemas.microsoft.com/office/drawing/2014/main" val="1382463521"/>
                    </a:ext>
                  </a:extLst>
                </a:gridCol>
                <a:gridCol w="1358110">
                  <a:extLst>
                    <a:ext uri="{9D8B030D-6E8A-4147-A177-3AD203B41FA5}">
                      <a16:colId xmlns:a16="http://schemas.microsoft.com/office/drawing/2014/main" val="2248710764"/>
                    </a:ext>
                  </a:extLst>
                </a:gridCol>
                <a:gridCol w="1358110">
                  <a:extLst>
                    <a:ext uri="{9D8B030D-6E8A-4147-A177-3AD203B41FA5}">
                      <a16:colId xmlns:a16="http://schemas.microsoft.com/office/drawing/2014/main" val="613230469"/>
                    </a:ext>
                  </a:extLst>
                </a:gridCol>
                <a:gridCol w="1358110">
                  <a:extLst>
                    <a:ext uri="{9D8B030D-6E8A-4147-A177-3AD203B41FA5}">
                      <a16:colId xmlns:a16="http://schemas.microsoft.com/office/drawing/2014/main" val="3271063692"/>
                    </a:ext>
                  </a:extLst>
                </a:gridCol>
                <a:gridCol w="1358110">
                  <a:extLst>
                    <a:ext uri="{9D8B030D-6E8A-4147-A177-3AD203B41FA5}">
                      <a16:colId xmlns:a16="http://schemas.microsoft.com/office/drawing/2014/main" val="1098056940"/>
                    </a:ext>
                  </a:extLst>
                </a:gridCol>
                <a:gridCol w="1358110">
                  <a:extLst>
                    <a:ext uri="{9D8B030D-6E8A-4147-A177-3AD203B41FA5}">
                      <a16:colId xmlns:a16="http://schemas.microsoft.com/office/drawing/2014/main" val="3104748330"/>
                    </a:ext>
                  </a:extLst>
                </a:gridCol>
                <a:gridCol w="1358110">
                  <a:extLst>
                    <a:ext uri="{9D8B030D-6E8A-4147-A177-3AD203B41FA5}">
                      <a16:colId xmlns:a16="http://schemas.microsoft.com/office/drawing/2014/main" val="2683078111"/>
                    </a:ext>
                  </a:extLst>
                </a:gridCol>
              </a:tblGrid>
              <a:tr h="502969">
                <a:tc>
                  <a:txBody>
                    <a:bodyPr/>
                    <a:lstStyle/>
                    <a:p>
                      <a:pPr algn="ctr"/>
                      <a:r>
                        <a:rPr lang="pt-BR" sz="1400"/>
                        <a:t>MÍDIA OFERTA</a:t>
                      </a:r>
                    </a:p>
                  </a:txBody>
                  <a:tcPr anchor="ctr"/>
                </a:tc>
                <a:tc>
                  <a:txBody>
                    <a:bodyPr/>
                    <a:lstStyle/>
                    <a:p>
                      <a:pPr algn="ctr"/>
                      <a:r>
                        <a:rPr lang="pt-BR" sz="1400"/>
                        <a:t>PDV</a:t>
                      </a:r>
                    </a:p>
                  </a:txBody>
                  <a:tcPr anchor="ctr">
                    <a:lnB w="12700" cap="flat" cmpd="sng" algn="ctr">
                      <a:solidFill>
                        <a:schemeClr val="tx1"/>
                      </a:solidFill>
                      <a:prstDash val="solid"/>
                      <a:round/>
                      <a:headEnd type="none" w="med" len="med"/>
                      <a:tailEnd type="none" w="med" len="med"/>
                    </a:lnB>
                  </a:tcPr>
                </a:tc>
                <a:tc>
                  <a:txBody>
                    <a:bodyPr/>
                    <a:lstStyle/>
                    <a:p>
                      <a:pPr algn="ctr"/>
                      <a:r>
                        <a:rPr lang="pt-BR" sz="1400"/>
                        <a:t>SITE / TUTORIAIS</a:t>
                      </a:r>
                    </a:p>
                  </a:txBody>
                  <a:tcPr anchor="ctr"/>
                </a:tc>
                <a:tc>
                  <a:txBody>
                    <a:bodyPr/>
                    <a:lstStyle/>
                    <a:p>
                      <a:pPr algn="ctr"/>
                      <a:r>
                        <a:rPr lang="pt-BR" sz="1400"/>
                        <a:t>DIGITAL SALES</a:t>
                      </a:r>
                    </a:p>
                  </a:txBody>
                  <a:tcPr anchor="ctr">
                    <a:lnB w="12700" cap="flat" cmpd="sng" algn="ctr">
                      <a:solidFill>
                        <a:schemeClr val="tx1"/>
                      </a:solidFill>
                      <a:prstDash val="solid"/>
                      <a:round/>
                      <a:headEnd type="none" w="med" len="med"/>
                      <a:tailEnd type="none" w="med" len="med"/>
                    </a:lnB>
                  </a:tcPr>
                </a:tc>
                <a:tc>
                  <a:txBody>
                    <a:bodyPr/>
                    <a:lstStyle/>
                    <a:p>
                      <a:pPr algn="ctr"/>
                      <a:r>
                        <a:rPr lang="pt-BR" sz="1400"/>
                        <a:t>CAPACITAÇÃO FDV | ATH</a:t>
                      </a:r>
                    </a:p>
                  </a:txBody>
                  <a:tcPr anchor="ctr">
                    <a:lnB w="12700" cap="flat" cmpd="sng" algn="ctr">
                      <a:solidFill>
                        <a:schemeClr val="tx1"/>
                      </a:solidFill>
                      <a:prstDash val="solid"/>
                      <a:round/>
                      <a:headEnd type="none" w="med" len="med"/>
                      <a:tailEnd type="none" w="med" len="med"/>
                    </a:lnB>
                  </a:tcPr>
                </a:tc>
                <a:tc>
                  <a:txBody>
                    <a:bodyPr/>
                    <a:lstStyle/>
                    <a:p>
                      <a:pPr algn="ctr"/>
                      <a:r>
                        <a:rPr lang="pt-BR" sz="1400"/>
                        <a:t>MEU TIM / MEU PLANO</a:t>
                      </a:r>
                    </a:p>
                  </a:txBody>
                  <a:tcPr anchor="ctr">
                    <a:lnB w="12700" cap="flat" cmpd="sng" algn="ctr">
                      <a:solidFill>
                        <a:schemeClr val="tx1"/>
                      </a:solidFill>
                      <a:prstDash val="solid"/>
                      <a:round/>
                      <a:headEnd type="none" w="med" len="med"/>
                      <a:tailEnd type="none" w="med" len="med"/>
                    </a:lnB>
                  </a:tcPr>
                </a:tc>
                <a:tc>
                  <a:txBody>
                    <a:bodyPr/>
                    <a:lstStyle/>
                    <a:p>
                      <a:pPr algn="ctr"/>
                      <a:r>
                        <a:rPr lang="pt-BR" sz="1400"/>
                        <a:t>ENDOMARKETING</a:t>
                      </a:r>
                    </a:p>
                  </a:txBody>
                  <a:tcPr anchor="ctr">
                    <a:lnB w="12700" cap="flat" cmpd="sng" algn="ctr">
                      <a:solidFill>
                        <a:schemeClr val="tx1"/>
                      </a:solidFill>
                      <a:prstDash val="solid"/>
                      <a:round/>
                      <a:headEnd type="none" w="med" len="med"/>
                      <a:tailEnd type="none" w="med" len="med"/>
                    </a:lnB>
                  </a:tcPr>
                </a:tc>
                <a:tc>
                  <a:txBody>
                    <a:bodyPr/>
                    <a:lstStyle/>
                    <a:p>
                      <a:pPr algn="ctr"/>
                      <a:r>
                        <a:rPr lang="pt-BR" sz="1400"/>
                        <a:t>IMPRENSA</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8642922"/>
                  </a:ext>
                </a:extLst>
              </a:tr>
              <a:tr h="4517887">
                <a:tc>
                  <a:txBody>
                    <a:bodyPr/>
                    <a:lstStyle/>
                    <a:p>
                      <a:endParaRPr lang="pt-BR"/>
                    </a:p>
                  </a:txBody>
                  <a:tcPr>
                    <a:lnR w="12700" cap="flat" cmpd="sng" algn="ctr">
                      <a:solidFill>
                        <a:schemeClr val="tx1"/>
                      </a:solidFill>
                      <a:prstDash val="solid"/>
                      <a:round/>
                      <a:headEnd type="none" w="med" len="med"/>
                      <a:tailEnd type="none" w="med" len="med"/>
                    </a:lnR>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pt-B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81610848"/>
                  </a:ext>
                </a:extLst>
              </a:tr>
            </a:tbl>
          </a:graphicData>
        </a:graphic>
      </p:graphicFrame>
      <p:sp>
        <p:nvSpPr>
          <p:cNvPr id="55" name="Espaço Reservado para Texto 46">
            <a:extLst>
              <a:ext uri="{FF2B5EF4-FFF2-40B4-BE49-F238E27FC236}">
                <a16:creationId xmlns:a16="http://schemas.microsoft.com/office/drawing/2014/main" id="{5A94F368-C780-46AE-8274-A1B873E276BE}"/>
              </a:ext>
            </a:extLst>
          </p:cNvPr>
          <p:cNvSpPr>
            <a:spLocks noGrp="1"/>
          </p:cNvSpPr>
          <p:nvPr>
            <p:ph type="body" sz="quarter" idx="38" hasCustomPrompt="1"/>
          </p:nvPr>
        </p:nvSpPr>
        <p:spPr>
          <a:xfrm>
            <a:off x="721312" y="1656397"/>
            <a:ext cx="1299993" cy="4442789"/>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Ex.: Uso dos influenciadores do </a:t>
            </a:r>
            <a:r>
              <a:rPr lang="pt-BR" err="1"/>
              <a:t>Pré</a:t>
            </a:r>
            <a:r>
              <a:rPr lang="pt-BR"/>
              <a:t> para divulgar o benefício (em análise).</a:t>
            </a:r>
            <a:br>
              <a:rPr lang="pt-BR"/>
            </a:br>
            <a:r>
              <a:rPr lang="pt-BR"/>
              <a:t>Plano de mídia digital para divulgação da oferta para conversão da base Controle e upgrade da base </a:t>
            </a:r>
            <a:r>
              <a:rPr lang="pt-BR" err="1"/>
              <a:t>Pré</a:t>
            </a:r>
            <a:r>
              <a:rPr lang="pt-BR"/>
              <a:t> e </a:t>
            </a:r>
            <a:r>
              <a:rPr lang="pt-BR" err="1"/>
              <a:t>Awareness</a:t>
            </a:r>
            <a:r>
              <a:rPr lang="pt-BR"/>
              <a:t> para novos clientes.</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56" name="Espaço Reservado para Texto 46">
            <a:extLst>
              <a:ext uri="{FF2B5EF4-FFF2-40B4-BE49-F238E27FC236}">
                <a16:creationId xmlns:a16="http://schemas.microsoft.com/office/drawing/2014/main" id="{F79EA2E9-704A-45AC-9901-8E34A083CC79}"/>
              </a:ext>
            </a:extLst>
          </p:cNvPr>
          <p:cNvSpPr>
            <a:spLocks noGrp="1"/>
          </p:cNvSpPr>
          <p:nvPr>
            <p:ph type="body" sz="quarter" idx="39" hasCustomPrompt="1"/>
          </p:nvPr>
        </p:nvSpPr>
        <p:spPr>
          <a:xfrm>
            <a:off x="2041143" y="1656396"/>
            <a:ext cx="1299993" cy="4442789"/>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Ex.: Enxoval de PDV + Ações Táticas em Lojas/Revendas. Preparação dos sistemas de loja para modalidade de parcelamento e 18x.</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Comissionamento</a:t>
            </a:r>
          </a:p>
        </p:txBody>
      </p:sp>
      <p:sp>
        <p:nvSpPr>
          <p:cNvPr id="57" name="Espaço Reservado para Texto 46">
            <a:extLst>
              <a:ext uri="{FF2B5EF4-FFF2-40B4-BE49-F238E27FC236}">
                <a16:creationId xmlns:a16="http://schemas.microsoft.com/office/drawing/2014/main" id="{3943BBBA-5D6C-4827-99E6-9B05DC50A86E}"/>
              </a:ext>
            </a:extLst>
          </p:cNvPr>
          <p:cNvSpPr>
            <a:spLocks noGrp="1"/>
          </p:cNvSpPr>
          <p:nvPr>
            <p:ph type="body" sz="quarter" idx="40" hasCustomPrompt="1"/>
          </p:nvPr>
        </p:nvSpPr>
        <p:spPr>
          <a:xfrm>
            <a:off x="3421997" y="1656395"/>
            <a:ext cx="1299993" cy="4442789"/>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Ex.: Página única com todas as informações/</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ofertas relacionadas à parceria. Tutoriais sobre "Como abrir a conta" e  "Como recarregar“.</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endParaRPr lang="pt-BR"/>
          </a:p>
        </p:txBody>
      </p:sp>
      <p:sp>
        <p:nvSpPr>
          <p:cNvPr id="58" name="Espaço Reservado para Texto 46">
            <a:extLst>
              <a:ext uri="{FF2B5EF4-FFF2-40B4-BE49-F238E27FC236}">
                <a16:creationId xmlns:a16="http://schemas.microsoft.com/office/drawing/2014/main" id="{B233076B-1DAD-43AD-AAC7-CF671568A03B}"/>
              </a:ext>
            </a:extLst>
          </p:cNvPr>
          <p:cNvSpPr>
            <a:spLocks noGrp="1"/>
          </p:cNvSpPr>
          <p:nvPr>
            <p:ph type="body" sz="quarter" idx="41" hasCustomPrompt="1"/>
          </p:nvPr>
        </p:nvSpPr>
        <p:spPr>
          <a:xfrm>
            <a:off x="4802851" y="1656394"/>
            <a:ext cx="1299993" cy="4442789"/>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Ex. Inclusão dos benefícios e da modalidade de parcelamento em 18x na loja online.</a:t>
            </a:r>
          </a:p>
        </p:txBody>
      </p:sp>
      <p:sp>
        <p:nvSpPr>
          <p:cNvPr id="59" name="Espaço Reservado para Texto 46">
            <a:extLst>
              <a:ext uri="{FF2B5EF4-FFF2-40B4-BE49-F238E27FC236}">
                <a16:creationId xmlns:a16="http://schemas.microsoft.com/office/drawing/2014/main" id="{CFDA8E15-384E-48F3-A713-DC2E738F57D5}"/>
              </a:ext>
            </a:extLst>
          </p:cNvPr>
          <p:cNvSpPr>
            <a:spLocks noGrp="1"/>
          </p:cNvSpPr>
          <p:nvPr>
            <p:ph type="body" sz="quarter" idx="42" hasCustomPrompt="1"/>
          </p:nvPr>
        </p:nvSpPr>
        <p:spPr>
          <a:xfrm>
            <a:off x="6168454" y="1656391"/>
            <a:ext cx="1299993" cy="4442789"/>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Ex.: Desenvolvimento de treinamento online divulgando a parceria e os benefícios nas versões </a:t>
            </a:r>
            <a:r>
              <a:rPr lang="pt-BR" err="1"/>
              <a:t>Pré</a:t>
            </a:r>
            <a:r>
              <a:rPr lang="pt-BR"/>
              <a:t> e controle. </a:t>
            </a:r>
          </a:p>
        </p:txBody>
      </p:sp>
      <p:sp>
        <p:nvSpPr>
          <p:cNvPr id="60" name="Espaço Reservado para Texto 46">
            <a:extLst>
              <a:ext uri="{FF2B5EF4-FFF2-40B4-BE49-F238E27FC236}">
                <a16:creationId xmlns:a16="http://schemas.microsoft.com/office/drawing/2014/main" id="{B02B9C9D-22FB-415E-B696-629249BB0315}"/>
              </a:ext>
            </a:extLst>
          </p:cNvPr>
          <p:cNvSpPr>
            <a:spLocks noGrp="1"/>
          </p:cNvSpPr>
          <p:nvPr>
            <p:ph type="body" sz="quarter" idx="43" hasCustomPrompt="1"/>
          </p:nvPr>
        </p:nvSpPr>
        <p:spPr>
          <a:xfrm>
            <a:off x="7503536" y="1656392"/>
            <a:ext cx="1299993" cy="4442789"/>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err="1"/>
              <a:t>Ex</a:t>
            </a:r>
            <a:r>
              <a:rPr lang="pt-BR"/>
              <a:t>.:Uso de ferramentas do app para atrair a base TIM: in App, </a:t>
            </a:r>
            <a:r>
              <a:rPr lang="pt-BR" err="1"/>
              <a:t>Push</a:t>
            </a:r>
            <a:r>
              <a:rPr lang="pt-BR"/>
              <a:t> </a:t>
            </a:r>
            <a:r>
              <a:rPr lang="pt-BR" err="1"/>
              <a:t>Notification</a:t>
            </a:r>
            <a:r>
              <a:rPr lang="pt-BR"/>
              <a:t>, Stories e Banner  </a:t>
            </a:r>
            <a:r>
              <a:rPr lang="pt-BR" err="1"/>
              <a:t>Banner</a:t>
            </a:r>
            <a:r>
              <a:rPr lang="pt-BR"/>
              <a:t> de estímulo à migração exibido para público específico </a:t>
            </a:r>
            <a:r>
              <a:rPr lang="pt-BR" err="1"/>
              <a:t>Pré</a:t>
            </a:r>
            <a:r>
              <a:rPr lang="pt-BR"/>
              <a:t> (</a:t>
            </a:r>
            <a:r>
              <a:rPr lang="pt-BR" err="1"/>
              <a:t>one</a:t>
            </a:r>
            <a:r>
              <a:rPr lang="pt-BR"/>
              <a:t> click </a:t>
            </a:r>
            <a:r>
              <a:rPr lang="pt-BR" err="1"/>
              <a:t>to</a:t>
            </a:r>
            <a:r>
              <a:rPr lang="pt-BR"/>
              <a:t> </a:t>
            </a:r>
            <a:r>
              <a:rPr lang="pt-BR" err="1"/>
              <a:t>buy</a:t>
            </a:r>
            <a:r>
              <a:rPr lang="pt-BR"/>
              <a:t>). </a:t>
            </a:r>
          </a:p>
        </p:txBody>
      </p:sp>
      <p:sp>
        <p:nvSpPr>
          <p:cNvPr id="61" name="Espaço Reservado para Texto 46">
            <a:extLst>
              <a:ext uri="{FF2B5EF4-FFF2-40B4-BE49-F238E27FC236}">
                <a16:creationId xmlns:a16="http://schemas.microsoft.com/office/drawing/2014/main" id="{3C0124AA-E21E-4123-B1C7-CBBB59952C66}"/>
              </a:ext>
            </a:extLst>
          </p:cNvPr>
          <p:cNvSpPr>
            <a:spLocks noGrp="1"/>
          </p:cNvSpPr>
          <p:nvPr>
            <p:ph type="body" sz="quarter" idx="44" hasCustomPrompt="1"/>
          </p:nvPr>
        </p:nvSpPr>
        <p:spPr>
          <a:xfrm>
            <a:off x="8863761" y="1656391"/>
            <a:ext cx="1299993" cy="4442789"/>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Ex.: Campanhas para os colaboradores e terceiros da TIM.</a:t>
            </a:r>
          </a:p>
        </p:txBody>
      </p:sp>
      <p:sp>
        <p:nvSpPr>
          <p:cNvPr id="62" name="Espaço Reservado para Texto 46">
            <a:extLst>
              <a:ext uri="{FF2B5EF4-FFF2-40B4-BE49-F238E27FC236}">
                <a16:creationId xmlns:a16="http://schemas.microsoft.com/office/drawing/2014/main" id="{51E9C9E0-866F-46C9-AFD3-FBC7731E214B}"/>
              </a:ext>
            </a:extLst>
          </p:cNvPr>
          <p:cNvSpPr>
            <a:spLocks noGrp="1"/>
          </p:cNvSpPr>
          <p:nvPr>
            <p:ph type="body" sz="quarter" idx="45" hasCustomPrompt="1"/>
          </p:nvPr>
        </p:nvSpPr>
        <p:spPr>
          <a:xfrm>
            <a:off x="10243824" y="1656391"/>
            <a:ext cx="1299993" cy="4442789"/>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err="1"/>
              <a:t>Ex</a:t>
            </a:r>
            <a:r>
              <a:rPr lang="pt-BR"/>
              <a:t>.:Release para a imprensa e coletivas de lançamento.</a:t>
            </a:r>
          </a:p>
        </p:txBody>
      </p:sp>
    </p:spTree>
    <p:extLst>
      <p:ext uri="{BB962C8B-B14F-4D97-AF65-F5344CB8AC3E}">
        <p14:creationId xmlns:p14="http://schemas.microsoft.com/office/powerpoint/2010/main" val="184588078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NEXOS">
    <p:spTree>
      <p:nvGrpSpPr>
        <p:cNvPr id="1" name=""/>
        <p:cNvGrpSpPr/>
        <p:nvPr/>
      </p:nvGrpSpPr>
      <p:grpSpPr>
        <a:xfrm>
          <a:off x="0" y="0"/>
          <a:ext cx="0" cy="0"/>
          <a:chOff x="0" y="0"/>
          <a:chExt cx="0" cy="0"/>
        </a:xfrm>
      </p:grpSpPr>
      <p:sp>
        <p:nvSpPr>
          <p:cNvPr id="151" name="Retângulo 150">
            <a:extLst>
              <a:ext uri="{FF2B5EF4-FFF2-40B4-BE49-F238E27FC236}">
                <a16:creationId xmlns:a16="http://schemas.microsoft.com/office/drawing/2014/main" id="{94539554-914F-4EF9-A710-8F87D8165A97}"/>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9" name="Retângulo: Cantos Superiores Arredondados 8">
            <a:extLst>
              <a:ext uri="{FF2B5EF4-FFF2-40B4-BE49-F238E27FC236}">
                <a16:creationId xmlns:a16="http://schemas.microsoft.com/office/drawing/2014/main" id="{4749333B-E6F0-4FDE-BB4F-308BE95F7B22}"/>
              </a:ext>
            </a:extLst>
          </p:cNvPr>
          <p:cNvSpPr/>
          <p:nvPr userDrawn="1"/>
        </p:nvSpPr>
        <p:spPr>
          <a:xfrm rot="16200000">
            <a:off x="5388566" y="-250252"/>
            <a:ext cx="1410712" cy="11811696"/>
          </a:xfrm>
          <a:prstGeom prst="round2SameRect">
            <a:avLst>
              <a:gd name="adj1" fmla="val 5299"/>
              <a:gd name="adj2" fmla="val 0"/>
            </a:avLst>
          </a:prstGeom>
          <a:solidFill>
            <a:schemeClr val="accent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COMENTÁRIOS</a:t>
            </a:r>
          </a:p>
        </p:txBody>
      </p:sp>
      <p:sp>
        <p:nvSpPr>
          <p:cNvPr id="10" name="Retângulo 9">
            <a:extLst>
              <a:ext uri="{FF2B5EF4-FFF2-40B4-BE49-F238E27FC236}">
                <a16:creationId xmlns:a16="http://schemas.microsoft.com/office/drawing/2014/main" id="{6CB08043-A7E9-4C72-AEAE-6B31C0E6D307}"/>
              </a:ext>
            </a:extLst>
          </p:cNvPr>
          <p:cNvSpPr/>
          <p:nvPr userDrawn="1"/>
        </p:nvSpPr>
        <p:spPr>
          <a:xfrm>
            <a:off x="635443" y="5057895"/>
            <a:ext cx="11260647" cy="1207937"/>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47" name="Espaço Reservado para Texto 46">
            <a:extLst>
              <a:ext uri="{FF2B5EF4-FFF2-40B4-BE49-F238E27FC236}">
                <a16:creationId xmlns:a16="http://schemas.microsoft.com/office/drawing/2014/main" id="{FD3EC130-71A3-4631-982F-82143E912156}"/>
              </a:ext>
            </a:extLst>
          </p:cNvPr>
          <p:cNvSpPr>
            <a:spLocks noGrp="1"/>
          </p:cNvSpPr>
          <p:nvPr>
            <p:ph type="body" sz="quarter" idx="21" hasCustomPrompt="1"/>
          </p:nvPr>
        </p:nvSpPr>
        <p:spPr>
          <a:xfrm>
            <a:off x="669390" y="5057895"/>
            <a:ext cx="11226700" cy="1207937"/>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comentários relevantes e indicações sobre os anexos adicionados a cima.</a:t>
            </a: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47" name="Retângulo: Cantos Arredondados 146">
            <a:extLst>
              <a:ext uri="{FF2B5EF4-FFF2-40B4-BE49-F238E27FC236}">
                <a16:creationId xmlns:a16="http://schemas.microsoft.com/office/drawing/2014/main" id="{9229C4AE-376F-4605-8153-F8723D076920}"/>
              </a:ext>
            </a:extLst>
          </p:cNvPr>
          <p:cNvSpPr/>
          <p:nvPr userDrawn="1"/>
        </p:nvSpPr>
        <p:spPr>
          <a:xfrm>
            <a:off x="669391" y="179801"/>
            <a:ext cx="391567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ANEXOS - ARQUIVOS</a:t>
            </a:r>
          </a:p>
        </p:txBody>
      </p:sp>
      <p:pic>
        <p:nvPicPr>
          <p:cNvPr id="149" name="Immagine 7" descr="secondario_rgb.png">
            <a:extLst>
              <a:ext uri="{FF2B5EF4-FFF2-40B4-BE49-F238E27FC236}">
                <a16:creationId xmlns:a16="http://schemas.microsoft.com/office/drawing/2014/main" id="{E5C6C0CA-158B-4838-AA4D-78D04351509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
        <p:nvSpPr>
          <p:cNvPr id="7" name="Retângulo: Cantos Superiores Arredondados 6">
            <a:extLst>
              <a:ext uri="{FF2B5EF4-FFF2-40B4-BE49-F238E27FC236}">
                <a16:creationId xmlns:a16="http://schemas.microsoft.com/office/drawing/2014/main" id="{9A5C7E94-66F9-40DE-BB73-997EB1B75270}"/>
              </a:ext>
            </a:extLst>
          </p:cNvPr>
          <p:cNvSpPr/>
          <p:nvPr userDrawn="1"/>
        </p:nvSpPr>
        <p:spPr>
          <a:xfrm>
            <a:off x="190529" y="792198"/>
            <a:ext cx="3803956" cy="4038799"/>
          </a:xfrm>
          <a:prstGeom prst="round2SameRect">
            <a:avLst>
              <a:gd name="adj1" fmla="val 5299"/>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Projetos de Referência</a:t>
            </a: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344426" y="1310185"/>
            <a:ext cx="3493647" cy="32598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6" name="Retângulo: Cantos Superiores Arredondados 5">
            <a:extLst>
              <a:ext uri="{FF2B5EF4-FFF2-40B4-BE49-F238E27FC236}">
                <a16:creationId xmlns:a16="http://schemas.microsoft.com/office/drawing/2014/main" id="{DE6C6618-09CE-4344-95E6-1EF785442462}"/>
              </a:ext>
            </a:extLst>
          </p:cNvPr>
          <p:cNvSpPr/>
          <p:nvPr userDrawn="1"/>
        </p:nvSpPr>
        <p:spPr>
          <a:xfrm>
            <a:off x="4101510" y="799697"/>
            <a:ext cx="3915673" cy="4038799"/>
          </a:xfrm>
          <a:prstGeom prst="round2SameRect">
            <a:avLst>
              <a:gd name="adj1" fmla="val 5299"/>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Dados do Escopo</a:t>
            </a:r>
          </a:p>
        </p:txBody>
      </p:sp>
      <p:sp>
        <p:nvSpPr>
          <p:cNvPr id="11" name="Retângulo: Cantos Superiores Arredondados 10">
            <a:extLst>
              <a:ext uri="{FF2B5EF4-FFF2-40B4-BE49-F238E27FC236}">
                <a16:creationId xmlns:a16="http://schemas.microsoft.com/office/drawing/2014/main" id="{3807E3A3-BE5E-4AC1-AD4A-1486980C8839}"/>
              </a:ext>
            </a:extLst>
          </p:cNvPr>
          <p:cNvSpPr/>
          <p:nvPr userDrawn="1"/>
        </p:nvSpPr>
        <p:spPr>
          <a:xfrm>
            <a:off x="8084097" y="792197"/>
            <a:ext cx="3915673" cy="4038799"/>
          </a:xfrm>
          <a:prstGeom prst="round2SameRect">
            <a:avLst>
              <a:gd name="adj1" fmla="val 5299"/>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Outros</a:t>
            </a:r>
          </a:p>
        </p:txBody>
      </p:sp>
      <p:sp>
        <p:nvSpPr>
          <p:cNvPr id="12" name="Retângulo 11">
            <a:extLst>
              <a:ext uri="{FF2B5EF4-FFF2-40B4-BE49-F238E27FC236}">
                <a16:creationId xmlns:a16="http://schemas.microsoft.com/office/drawing/2014/main" id="{B2CD1404-0A30-40AF-A2CF-39BB96E690FE}"/>
              </a:ext>
            </a:extLst>
          </p:cNvPr>
          <p:cNvSpPr/>
          <p:nvPr userDrawn="1"/>
        </p:nvSpPr>
        <p:spPr>
          <a:xfrm>
            <a:off x="4319204" y="1310184"/>
            <a:ext cx="3493647" cy="32598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13" name="Retângulo 12">
            <a:extLst>
              <a:ext uri="{FF2B5EF4-FFF2-40B4-BE49-F238E27FC236}">
                <a16:creationId xmlns:a16="http://schemas.microsoft.com/office/drawing/2014/main" id="{7C9B9B79-BF92-4314-95AA-E404EB66001E}"/>
              </a:ext>
            </a:extLst>
          </p:cNvPr>
          <p:cNvSpPr/>
          <p:nvPr userDrawn="1"/>
        </p:nvSpPr>
        <p:spPr>
          <a:xfrm>
            <a:off x="8295109" y="1310184"/>
            <a:ext cx="3493647" cy="3259823"/>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19" name="Triângulo Retângulo 18">
            <a:extLst>
              <a:ext uri="{FF2B5EF4-FFF2-40B4-BE49-F238E27FC236}">
                <a16:creationId xmlns:a16="http://schemas.microsoft.com/office/drawing/2014/main" id="{0136C63F-7F52-4363-9C7E-1D69B2E41D02}"/>
              </a:ext>
            </a:extLst>
          </p:cNvPr>
          <p:cNvSpPr/>
          <p:nvPr userDrawn="1"/>
        </p:nvSpPr>
        <p:spPr>
          <a:xfrm rot="5400000">
            <a:off x="0" y="0"/>
            <a:ext cx="540000" cy="540000"/>
          </a:xfrm>
          <a:prstGeom prst="r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pt-BR"/>
          </a:p>
        </p:txBody>
      </p:sp>
    </p:spTree>
    <p:extLst>
      <p:ext uri="{BB962C8B-B14F-4D97-AF65-F5344CB8AC3E}">
        <p14:creationId xmlns:p14="http://schemas.microsoft.com/office/powerpoint/2010/main" val="2113094017"/>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NEXOS - PROTÓTOIPOS/TELAS">
    <p:spTree>
      <p:nvGrpSpPr>
        <p:cNvPr id="1" name=""/>
        <p:cNvGrpSpPr/>
        <p:nvPr/>
      </p:nvGrpSpPr>
      <p:grpSpPr>
        <a:xfrm>
          <a:off x="0" y="0"/>
          <a:ext cx="0" cy="0"/>
          <a:chOff x="0" y="0"/>
          <a:chExt cx="0" cy="0"/>
        </a:xfrm>
      </p:grpSpPr>
      <p:sp>
        <p:nvSpPr>
          <p:cNvPr id="151" name="Retângulo 150">
            <a:extLst>
              <a:ext uri="{FF2B5EF4-FFF2-40B4-BE49-F238E27FC236}">
                <a16:creationId xmlns:a16="http://schemas.microsoft.com/office/drawing/2014/main" id="{94539554-914F-4EF9-A710-8F87D8165A97}"/>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6" name="Retângulo: Cantos Superiores Arredondados 5">
            <a:extLst>
              <a:ext uri="{FF2B5EF4-FFF2-40B4-BE49-F238E27FC236}">
                <a16:creationId xmlns:a16="http://schemas.microsoft.com/office/drawing/2014/main" id="{58280137-A574-49A2-B09A-F3051C4607DC}"/>
              </a:ext>
            </a:extLst>
          </p:cNvPr>
          <p:cNvSpPr/>
          <p:nvPr userDrawn="1"/>
        </p:nvSpPr>
        <p:spPr>
          <a:xfrm rot="16200000">
            <a:off x="3879168" y="-2898898"/>
            <a:ext cx="4429506" cy="11811697"/>
          </a:xfrm>
          <a:prstGeom prst="round2SameRect">
            <a:avLst>
              <a:gd name="adj1" fmla="val 5299"/>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PROTÓTIPO / TELAS</a:t>
            </a: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635442" y="913843"/>
            <a:ext cx="11260649" cy="421477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 name="Retângulo: Cantos Superiores Arredondados 8">
            <a:extLst>
              <a:ext uri="{FF2B5EF4-FFF2-40B4-BE49-F238E27FC236}">
                <a16:creationId xmlns:a16="http://schemas.microsoft.com/office/drawing/2014/main" id="{4749333B-E6F0-4FDE-BB4F-308BE95F7B22}"/>
              </a:ext>
            </a:extLst>
          </p:cNvPr>
          <p:cNvSpPr/>
          <p:nvPr userDrawn="1"/>
        </p:nvSpPr>
        <p:spPr>
          <a:xfrm rot="16200000">
            <a:off x="5566409" y="-72409"/>
            <a:ext cx="1055025" cy="11811696"/>
          </a:xfrm>
          <a:prstGeom prst="round2SameRect">
            <a:avLst>
              <a:gd name="adj1" fmla="val 5299"/>
              <a:gd name="adj2" fmla="val 0"/>
            </a:avLst>
          </a:prstGeom>
          <a:solidFill>
            <a:schemeClr val="accent2"/>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NOTAS</a:t>
            </a:r>
          </a:p>
        </p:txBody>
      </p:sp>
      <p:sp>
        <p:nvSpPr>
          <p:cNvPr id="10" name="Retângulo 9">
            <a:extLst>
              <a:ext uri="{FF2B5EF4-FFF2-40B4-BE49-F238E27FC236}">
                <a16:creationId xmlns:a16="http://schemas.microsoft.com/office/drawing/2014/main" id="{6CB08043-A7E9-4C72-AEAE-6B31C0E6D307}"/>
              </a:ext>
            </a:extLst>
          </p:cNvPr>
          <p:cNvSpPr/>
          <p:nvPr userDrawn="1"/>
        </p:nvSpPr>
        <p:spPr>
          <a:xfrm>
            <a:off x="635443" y="5402179"/>
            <a:ext cx="11260647" cy="863653"/>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47" name="Espaço Reservado para Texto 46">
            <a:extLst>
              <a:ext uri="{FF2B5EF4-FFF2-40B4-BE49-F238E27FC236}">
                <a16:creationId xmlns:a16="http://schemas.microsoft.com/office/drawing/2014/main" id="{FD3EC130-71A3-4631-982F-82143E912156}"/>
              </a:ext>
            </a:extLst>
          </p:cNvPr>
          <p:cNvSpPr>
            <a:spLocks noGrp="1"/>
          </p:cNvSpPr>
          <p:nvPr>
            <p:ph type="body" sz="quarter" idx="21" hasCustomPrompt="1"/>
          </p:nvPr>
        </p:nvSpPr>
        <p:spPr>
          <a:xfrm>
            <a:off x="669390" y="5402179"/>
            <a:ext cx="11226700" cy="863653"/>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todas as observações que considerar importantes para o melhor entendimento do material apresentado acima.</a:t>
            </a: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47" name="Retângulo: Cantos Arredondados 146">
            <a:extLst>
              <a:ext uri="{FF2B5EF4-FFF2-40B4-BE49-F238E27FC236}">
                <a16:creationId xmlns:a16="http://schemas.microsoft.com/office/drawing/2014/main" id="{9229C4AE-376F-4605-8153-F8723D076920}"/>
              </a:ext>
            </a:extLst>
          </p:cNvPr>
          <p:cNvSpPr/>
          <p:nvPr userDrawn="1"/>
        </p:nvSpPr>
        <p:spPr>
          <a:xfrm>
            <a:off x="669390" y="179801"/>
            <a:ext cx="5426609"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ANEXOS PROTÓTIPOS/TELAS/SISTEMAS - </a:t>
            </a:r>
          </a:p>
        </p:txBody>
      </p:sp>
      <p:pic>
        <p:nvPicPr>
          <p:cNvPr id="149" name="Immagine 7" descr="secondario_rgb.png">
            <a:extLst>
              <a:ext uri="{FF2B5EF4-FFF2-40B4-BE49-F238E27FC236}">
                <a16:creationId xmlns:a16="http://schemas.microsoft.com/office/drawing/2014/main" id="{E5C6C0CA-158B-4838-AA4D-78D04351509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
        <p:nvSpPr>
          <p:cNvPr id="15" name="Espaço Reservado para Texto 46">
            <a:extLst>
              <a:ext uri="{FF2B5EF4-FFF2-40B4-BE49-F238E27FC236}">
                <a16:creationId xmlns:a16="http://schemas.microsoft.com/office/drawing/2014/main" id="{05035304-D3C3-4C10-9D75-3E3A73B400FD}"/>
              </a:ext>
            </a:extLst>
          </p:cNvPr>
          <p:cNvSpPr>
            <a:spLocks noGrp="1"/>
          </p:cNvSpPr>
          <p:nvPr>
            <p:ph type="body" sz="quarter" idx="65" hasCustomPrompt="1"/>
          </p:nvPr>
        </p:nvSpPr>
        <p:spPr>
          <a:xfrm>
            <a:off x="5934332" y="177387"/>
            <a:ext cx="4809867" cy="468330"/>
          </a:xfrm>
        </p:spPr>
        <p:txBody>
          <a:bodyPr>
            <a:normAutofit/>
          </a:bodyPr>
          <a:lstStyle>
            <a:lvl1pPr marL="0" indent="0" algn="ctr">
              <a:lnSpc>
                <a:spcPct val="100000"/>
              </a:lnSpc>
              <a:spcBef>
                <a:spcPts val="100"/>
              </a:spcBef>
              <a:buNone/>
              <a:defRPr sz="240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o nome do sistema/protótipo</a:t>
            </a:r>
          </a:p>
        </p:txBody>
      </p:sp>
      <p:sp>
        <p:nvSpPr>
          <p:cNvPr id="16" name="Triângulo Retângulo 15">
            <a:extLst>
              <a:ext uri="{FF2B5EF4-FFF2-40B4-BE49-F238E27FC236}">
                <a16:creationId xmlns:a16="http://schemas.microsoft.com/office/drawing/2014/main" id="{6B9E249C-C472-4CB6-8B98-51848C7463C1}"/>
              </a:ext>
            </a:extLst>
          </p:cNvPr>
          <p:cNvSpPr/>
          <p:nvPr userDrawn="1"/>
        </p:nvSpPr>
        <p:spPr>
          <a:xfrm rot="5400000">
            <a:off x="0" y="0"/>
            <a:ext cx="540000" cy="540000"/>
          </a:xfrm>
          <a:prstGeom prst="r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pt-BR"/>
          </a:p>
        </p:txBody>
      </p:sp>
    </p:spTree>
    <p:extLst>
      <p:ext uri="{BB962C8B-B14F-4D97-AF65-F5344CB8AC3E}">
        <p14:creationId xmlns:p14="http://schemas.microsoft.com/office/powerpoint/2010/main" val="317688195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HECKLIST ANEXOS - RESIDÊNCIAL">
    <p:spTree>
      <p:nvGrpSpPr>
        <p:cNvPr id="1" name=""/>
        <p:cNvGrpSpPr/>
        <p:nvPr/>
      </p:nvGrpSpPr>
      <p:grpSpPr>
        <a:xfrm>
          <a:off x="0" y="0"/>
          <a:ext cx="0" cy="0"/>
          <a:chOff x="0" y="0"/>
          <a:chExt cx="0" cy="0"/>
        </a:xfrm>
      </p:grpSpPr>
      <p:sp>
        <p:nvSpPr>
          <p:cNvPr id="151" name="Retângulo 150">
            <a:extLst>
              <a:ext uri="{FF2B5EF4-FFF2-40B4-BE49-F238E27FC236}">
                <a16:creationId xmlns:a16="http://schemas.microsoft.com/office/drawing/2014/main" id="{94539554-914F-4EF9-A710-8F87D8165A97}"/>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188071" y="789015"/>
            <a:ext cx="11811697" cy="55719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28600" indent="-228600">
              <a:buFont typeface="+mj-lt"/>
              <a:buAutoNum type="arabicPeriod"/>
            </a:pPr>
            <a:endParaRPr lang="pt-BR" sz="1100" b="1">
              <a:solidFill>
                <a:schemeClr val="tx1"/>
              </a:solidFill>
              <a:latin typeface="Arial Narrow" panose="020B0606020202030204" pitchFamily="34" charset="0"/>
            </a:endParaRPr>
          </a:p>
          <a:p>
            <a:pPr marL="914400" marR="0" lvl="2" indent="0" algn="l" defTabSz="914400" rtl="0" eaLnBrk="1" fontAlgn="auto" latinLnBrk="0" hangingPunct="1">
              <a:lnSpc>
                <a:spcPct val="100000"/>
              </a:lnSpc>
              <a:spcBef>
                <a:spcPts val="0"/>
              </a:spcBef>
              <a:spcAft>
                <a:spcPts val="0"/>
              </a:spcAft>
              <a:buClrTx/>
              <a:buSzTx/>
              <a:buFontTx/>
              <a:buNone/>
              <a:tabLst/>
              <a:defRPr/>
            </a:pPr>
            <a:endParaRPr lang="pt-BR" sz="1100" b="0">
              <a:solidFill>
                <a:schemeClr val="tx1"/>
              </a:solidFill>
              <a:latin typeface="Arial Narrow" panose="020B0606020202030204" pitchFamily="34" charset="0"/>
            </a:endParaRPr>
          </a:p>
          <a:p>
            <a:pPr marL="914400" marR="0" lvl="2" indent="0" algn="l" defTabSz="914400" rtl="0" eaLnBrk="1" fontAlgn="auto" latinLnBrk="0" hangingPunct="1">
              <a:lnSpc>
                <a:spcPct val="100000"/>
              </a:lnSpc>
              <a:spcBef>
                <a:spcPts val="0"/>
              </a:spcBef>
              <a:spcAft>
                <a:spcPts val="0"/>
              </a:spcAft>
              <a:buClrTx/>
              <a:buSzTx/>
              <a:buFontTx/>
              <a:buNone/>
              <a:tabLst/>
              <a:defRPr/>
            </a:pPr>
            <a:endParaRPr lang="pt-BR" sz="1100" b="0">
              <a:solidFill>
                <a:schemeClr val="tx1"/>
              </a:solidFill>
              <a:latin typeface="Arial Narrow" panose="020B0606020202030204" pitchFamily="34" charset="0"/>
            </a:endParaRPr>
          </a:p>
          <a:p>
            <a:pPr marL="914400" marR="0" lvl="2" indent="0" algn="l" defTabSz="914400" rtl="0" eaLnBrk="1" fontAlgn="auto" latinLnBrk="0" hangingPunct="1">
              <a:lnSpc>
                <a:spcPct val="100000"/>
              </a:lnSpc>
              <a:spcBef>
                <a:spcPts val="0"/>
              </a:spcBef>
              <a:spcAft>
                <a:spcPts val="0"/>
              </a:spcAft>
              <a:buClrTx/>
              <a:buSzTx/>
              <a:buFontTx/>
              <a:buNone/>
              <a:tabLst/>
              <a:defRPr/>
            </a:pPr>
            <a:endParaRPr lang="pt-BR" sz="1100" b="0">
              <a:solidFill>
                <a:schemeClr val="tx1"/>
              </a:solidFill>
              <a:latin typeface="Arial Narrow" panose="020B0606020202030204" pitchFamily="34" charset="0"/>
            </a:endParaRPr>
          </a:p>
          <a:p>
            <a:pPr lvl="2"/>
            <a:endParaRPr lang="pt-BR" sz="1100" b="0">
              <a:solidFill>
                <a:schemeClr val="tx1"/>
              </a:solidFill>
              <a:latin typeface="Arial Narrow" panose="020B0606020202030204" pitchFamily="34" charset="0"/>
            </a:endParaRPr>
          </a:p>
          <a:p>
            <a:r>
              <a:rPr lang="pt-BR" sz="1100" b="1">
                <a:solidFill>
                  <a:schemeClr val="tx1"/>
                </a:solidFill>
                <a:latin typeface="Arial Narrow" panose="020B0606020202030204" pitchFamily="34" charset="0"/>
              </a:rPr>
              <a:t>	</a:t>
            </a:r>
          </a:p>
          <a:p>
            <a:endParaRPr lang="pt-BR" sz="1100" b="1">
              <a:solidFill>
                <a:schemeClr val="tx1"/>
              </a:solidFill>
              <a:latin typeface="Arial Narrow" panose="020B0606020202030204" pitchFamily="34" charset="0"/>
            </a:endParaRP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47" name="Retângulo: Cantos Arredondados 146">
            <a:extLst>
              <a:ext uri="{FF2B5EF4-FFF2-40B4-BE49-F238E27FC236}">
                <a16:creationId xmlns:a16="http://schemas.microsoft.com/office/drawing/2014/main" id="{9229C4AE-376F-4605-8153-F8723D076920}"/>
              </a:ext>
            </a:extLst>
          </p:cNvPr>
          <p:cNvSpPr/>
          <p:nvPr userDrawn="1"/>
        </p:nvSpPr>
        <p:spPr>
          <a:xfrm>
            <a:off x="669391" y="179801"/>
            <a:ext cx="526494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CHECKLIST DE ANEXOS - RESIDENCIAL </a:t>
            </a:r>
          </a:p>
        </p:txBody>
      </p:sp>
      <p:pic>
        <p:nvPicPr>
          <p:cNvPr id="149" name="Immagine 7" descr="secondario_rgb.png">
            <a:extLst>
              <a:ext uri="{FF2B5EF4-FFF2-40B4-BE49-F238E27FC236}">
                <a16:creationId xmlns:a16="http://schemas.microsoft.com/office/drawing/2014/main" id="{E5C6C0CA-158B-4838-AA4D-78D04351509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graphicFrame>
        <p:nvGraphicFramePr>
          <p:cNvPr id="12" name="Tabela 11">
            <a:extLst>
              <a:ext uri="{FF2B5EF4-FFF2-40B4-BE49-F238E27FC236}">
                <a16:creationId xmlns:a16="http://schemas.microsoft.com/office/drawing/2014/main" id="{FBE7C147-DABE-4B4A-A33E-F999CF3578BC}"/>
              </a:ext>
            </a:extLst>
          </p:cNvPr>
          <p:cNvGraphicFramePr>
            <a:graphicFrameLocks noGrp="1"/>
          </p:cNvGraphicFramePr>
          <p:nvPr userDrawn="1">
            <p:extLst>
              <p:ext uri="{D42A27DB-BD31-4B8C-83A1-F6EECF244321}">
                <p14:modId xmlns:p14="http://schemas.microsoft.com/office/powerpoint/2010/main" val="2732483727"/>
              </p:ext>
            </p:extLst>
          </p:nvPr>
        </p:nvGraphicFramePr>
        <p:xfrm>
          <a:off x="682376" y="1029444"/>
          <a:ext cx="10905575" cy="5039541"/>
        </p:xfrm>
        <a:graphic>
          <a:graphicData uri="http://schemas.openxmlformats.org/drawingml/2006/table">
            <a:tbl>
              <a:tblPr/>
              <a:tblGrid>
                <a:gridCol w="4131925">
                  <a:extLst>
                    <a:ext uri="{9D8B030D-6E8A-4147-A177-3AD203B41FA5}">
                      <a16:colId xmlns:a16="http://schemas.microsoft.com/office/drawing/2014/main" val="630358844"/>
                    </a:ext>
                  </a:extLst>
                </a:gridCol>
                <a:gridCol w="1354730">
                  <a:extLst>
                    <a:ext uri="{9D8B030D-6E8A-4147-A177-3AD203B41FA5}">
                      <a16:colId xmlns:a16="http://schemas.microsoft.com/office/drawing/2014/main" val="4236227058"/>
                    </a:ext>
                  </a:extLst>
                </a:gridCol>
                <a:gridCol w="1354730">
                  <a:extLst>
                    <a:ext uri="{9D8B030D-6E8A-4147-A177-3AD203B41FA5}">
                      <a16:colId xmlns:a16="http://schemas.microsoft.com/office/drawing/2014/main" val="1411643826"/>
                    </a:ext>
                  </a:extLst>
                </a:gridCol>
                <a:gridCol w="1354730">
                  <a:extLst>
                    <a:ext uri="{9D8B030D-6E8A-4147-A177-3AD203B41FA5}">
                      <a16:colId xmlns:a16="http://schemas.microsoft.com/office/drawing/2014/main" val="4189229927"/>
                    </a:ext>
                  </a:extLst>
                </a:gridCol>
                <a:gridCol w="1354730">
                  <a:extLst>
                    <a:ext uri="{9D8B030D-6E8A-4147-A177-3AD203B41FA5}">
                      <a16:colId xmlns:a16="http://schemas.microsoft.com/office/drawing/2014/main" val="3546221373"/>
                    </a:ext>
                  </a:extLst>
                </a:gridCol>
                <a:gridCol w="1354730">
                  <a:extLst>
                    <a:ext uri="{9D8B030D-6E8A-4147-A177-3AD203B41FA5}">
                      <a16:colId xmlns:a16="http://schemas.microsoft.com/office/drawing/2014/main" val="1998186556"/>
                    </a:ext>
                  </a:extLst>
                </a:gridCol>
              </a:tblGrid>
              <a:tr h="425240">
                <a:tc>
                  <a:txBody>
                    <a:bodyPr/>
                    <a:lstStyle/>
                    <a:p>
                      <a:pPr algn="l" fontAlgn="b"/>
                      <a:r>
                        <a:rPr lang="en-US" sz="1100" b="1" i="0" u="none" strike="noStrike">
                          <a:solidFill>
                            <a:srgbClr val="161616"/>
                          </a:solidFill>
                          <a:effectLst/>
                          <a:latin typeface="Calibri" panose="020F0502020204030204" pitchFamily="34" charset="0"/>
                        </a:rPr>
                        <a:t> </a:t>
                      </a:r>
                    </a:p>
                  </a:txBody>
                  <a:tcPr marL="0" marR="0" marT="0" marB="0" anchor="b">
                    <a:lnL>
                      <a:noFill/>
                    </a:lnL>
                    <a:lnR w="6350" cap="flat" cmpd="sng" algn="ctr">
                      <a:solidFill>
                        <a:srgbClr val="000000"/>
                      </a:solidFill>
                      <a:prstDash val="solid"/>
                      <a:round/>
                      <a:headEnd type="none" w="med" len="med"/>
                      <a:tailEnd type="none" w="med" len="med"/>
                    </a:lnR>
                    <a:lnT>
                      <a:noFill/>
                    </a:lnT>
                    <a:lnB w="6350" cap="flat" cmpd="sng" algn="ctr">
                      <a:solidFill>
                        <a:srgbClr val="D9D9D9"/>
                      </a:solidFill>
                      <a:prstDash val="solid"/>
                      <a:round/>
                      <a:headEnd type="none" w="med" len="med"/>
                      <a:tailEnd type="none" w="med" len="med"/>
                    </a:lnB>
                    <a:solidFill>
                      <a:srgbClr val="FFFFFF"/>
                    </a:solidFill>
                  </a:tcPr>
                </a:tc>
                <a:tc gridSpan="5">
                  <a:txBody>
                    <a:bodyPr/>
                    <a:lstStyle/>
                    <a:p>
                      <a:pPr algn="ctr" fontAlgn="ctr"/>
                      <a:r>
                        <a:rPr lang="en-US" sz="1100" b="1" i="0" u="none" strike="noStrike">
                          <a:solidFill>
                            <a:srgbClr val="FFFFFF"/>
                          </a:solidFill>
                          <a:effectLst/>
                          <a:latin typeface="Calibri" panose="020F0502020204030204" pitchFamily="34" charset="0"/>
                        </a:rPr>
                        <a:t>FIXA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D0CECE"/>
                      </a:solidFill>
                      <a:prstDash val="solid"/>
                      <a:round/>
                      <a:headEnd type="none" w="med" len="med"/>
                      <a:tailEnd type="none" w="med" len="med"/>
                    </a:lnB>
                    <a:solidFill>
                      <a:srgbClr val="002060"/>
                    </a:solidFill>
                  </a:tcPr>
                </a:tc>
                <a:tc hMerge="1">
                  <a:txBody>
                    <a:bodyPr/>
                    <a:lstStyle/>
                    <a:p>
                      <a:endParaRPr lang="pt-PT"/>
                    </a:p>
                  </a:txBody>
                  <a:tcPr/>
                </a:tc>
                <a:tc hMerge="1">
                  <a:txBody>
                    <a:bodyPr/>
                    <a:lstStyle/>
                    <a:p>
                      <a:endParaRPr lang="pt-PT"/>
                    </a:p>
                  </a:txBody>
                  <a:tcPr/>
                </a:tc>
                <a:tc hMerge="1">
                  <a:txBody>
                    <a:bodyPr/>
                    <a:lstStyle/>
                    <a:p>
                      <a:endParaRPr lang="pt-PT"/>
                    </a:p>
                  </a:txBody>
                  <a:tcPr/>
                </a:tc>
                <a:tc hMerge="1">
                  <a:txBody>
                    <a:bodyPr/>
                    <a:lstStyle/>
                    <a:p>
                      <a:endParaRPr lang="pt-PT"/>
                    </a:p>
                  </a:txBody>
                  <a:tcPr/>
                </a:tc>
                <a:extLst>
                  <a:ext uri="{0D108BD9-81ED-4DB2-BD59-A6C34878D82A}">
                    <a16:rowId xmlns:a16="http://schemas.microsoft.com/office/drawing/2014/main" val="3830428509"/>
                  </a:ext>
                </a:extLst>
              </a:tr>
              <a:tr h="805241">
                <a:tc>
                  <a:txBody>
                    <a:bodyPr/>
                    <a:lstStyle/>
                    <a:p>
                      <a:pPr algn="ctr" fontAlgn="ctr"/>
                      <a:r>
                        <a:rPr lang="en-US" sz="1100" b="1" i="0" u="none" strike="noStrike">
                          <a:solidFill>
                            <a:srgbClr val="FFFFFF"/>
                          </a:solidFill>
                          <a:effectLst/>
                          <a:latin typeface="Calibri" panose="020F0502020204030204" pitchFamily="34" charset="0"/>
                        </a:rPr>
                        <a:t>ANEXO</a:t>
                      </a:r>
                    </a:p>
                  </a:txBody>
                  <a:tcPr marL="0" marR="0" marT="0" marB="0" anchor="ctr">
                    <a:lnL>
                      <a:noFill/>
                    </a:lnL>
                    <a:lnR w="6350" cap="flat" cmpd="sng" algn="ctr">
                      <a:solidFill>
                        <a:srgbClr val="000000"/>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002060"/>
                    </a:solidFill>
                  </a:tcPr>
                </a:tc>
                <a:tc>
                  <a:txBody>
                    <a:bodyPr/>
                    <a:lstStyle/>
                    <a:p>
                      <a:pPr algn="ctr" fontAlgn="ctr"/>
                      <a:r>
                        <a:rPr lang="en-US" sz="900" b="0" i="0" u="none" strike="noStrike">
                          <a:solidFill>
                            <a:srgbClr val="FFFFFF"/>
                          </a:solidFill>
                          <a:effectLst/>
                          <a:latin typeface="Calibri" panose="020F0502020204030204" pitchFamily="34" charset="0"/>
                        </a:rPr>
                        <a:t>PLANO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05496"/>
                    </a:solidFill>
                  </a:tcPr>
                </a:tc>
                <a:tc>
                  <a:txBody>
                    <a:bodyPr/>
                    <a:lstStyle/>
                    <a:p>
                      <a:pPr algn="ctr" fontAlgn="ctr"/>
                      <a:r>
                        <a:rPr lang="en-US" sz="900" b="0" i="0" u="none" strike="noStrike">
                          <a:solidFill>
                            <a:srgbClr val="FFFFFF"/>
                          </a:solidFill>
                          <a:effectLst/>
                          <a:latin typeface="Calibri" panose="020F0502020204030204" pitchFamily="34" charset="0"/>
                        </a:rPr>
                        <a:t>OUTROS</a:t>
                      </a:r>
                    </a:p>
                  </a:txBody>
                  <a:tcPr marL="0" marR="0" marT="0" marB="0" anchor="ctr">
                    <a:lnL w="6350" cap="flat" cmpd="sng" algn="ctr">
                      <a:solidFill>
                        <a:srgbClr val="D0CECE"/>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05496"/>
                    </a:solidFill>
                  </a:tcPr>
                </a:tc>
                <a:tc>
                  <a:txBody>
                    <a:bodyPr/>
                    <a:lstStyle/>
                    <a:p>
                      <a:pPr algn="ctr" fontAlgn="ctr"/>
                      <a:r>
                        <a:rPr lang="en-US" sz="900" b="0" i="0" u="none" strike="noStrike">
                          <a:solidFill>
                            <a:srgbClr val="FFFFFF"/>
                          </a:solidFill>
                          <a:effectLst/>
                          <a:latin typeface="Calibri" panose="020F0502020204030204" pitchFamily="34" charset="0"/>
                        </a:rPr>
                        <a:t>MKT</a:t>
                      </a:r>
                    </a:p>
                  </a:txBody>
                  <a:tcPr marL="0" marR="0" marT="0" marB="0" anchor="ctr">
                    <a:lnL w="6350" cap="flat" cmpd="sng" algn="ctr">
                      <a:solidFill>
                        <a:srgbClr val="D0CECE"/>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05496"/>
                    </a:solidFill>
                  </a:tcPr>
                </a:tc>
                <a:tc>
                  <a:txBody>
                    <a:bodyPr/>
                    <a:lstStyle/>
                    <a:p>
                      <a:pPr algn="ctr" fontAlgn="ctr"/>
                      <a:r>
                        <a:rPr lang="en-US" sz="900" b="0" i="0" u="none" strike="noStrike">
                          <a:solidFill>
                            <a:srgbClr val="FFFFFF"/>
                          </a:solidFill>
                          <a:effectLst/>
                          <a:latin typeface="Calibri" panose="020F0502020204030204" pitchFamily="34" charset="0"/>
                        </a:rPr>
                        <a:t>MKT/Vendas/CRC</a:t>
                      </a:r>
                    </a:p>
                  </a:txBody>
                  <a:tcPr marL="0" marR="0" marT="0" marB="0" anchor="ctr">
                    <a:lnL w="6350" cap="flat" cmpd="sng" algn="ctr">
                      <a:solidFill>
                        <a:srgbClr val="D0CECE"/>
                      </a:solidFill>
                      <a:prstDash val="solid"/>
                      <a:round/>
                      <a:headEnd type="none" w="med" len="med"/>
                      <a:tailEnd type="none" w="med" len="med"/>
                    </a:lnL>
                    <a:lnR w="6350" cap="flat" cmpd="sng" algn="ctr">
                      <a:solidFill>
                        <a:srgbClr val="D0CECE"/>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05496"/>
                    </a:solidFill>
                  </a:tcPr>
                </a:tc>
                <a:tc>
                  <a:txBody>
                    <a:bodyPr/>
                    <a:lstStyle/>
                    <a:p>
                      <a:pPr algn="ctr" fontAlgn="ctr"/>
                      <a:r>
                        <a:rPr lang="pt-BR" sz="900" b="0" i="0" u="none" strike="noStrike">
                          <a:solidFill>
                            <a:srgbClr val="FFFFFF"/>
                          </a:solidFill>
                          <a:effectLst/>
                          <a:latin typeface="Calibri" panose="020F0502020204030204" pitchFamily="34" charset="0"/>
                        </a:rPr>
                        <a:t>MEU TIM/ Aplicativos &amp; WTT &amp; MKT Vendas &amp; MKT/CRC</a:t>
                      </a:r>
                    </a:p>
                  </a:txBody>
                  <a:tcPr marL="0" marR="0" marT="0" marB="0" anchor="ctr">
                    <a:lnL w="6350" cap="flat" cmpd="sng" algn="ctr">
                      <a:solidFill>
                        <a:srgbClr val="D0CECE"/>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D0CECE"/>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305496"/>
                    </a:solidFill>
                  </a:tcPr>
                </a:tc>
                <a:extLst>
                  <a:ext uri="{0D108BD9-81ED-4DB2-BD59-A6C34878D82A}">
                    <a16:rowId xmlns:a16="http://schemas.microsoft.com/office/drawing/2014/main" val="790171726"/>
                  </a:ext>
                </a:extLst>
              </a:tr>
              <a:tr h="180953">
                <a:tc>
                  <a:txBody>
                    <a:bodyPr/>
                    <a:lstStyle/>
                    <a:p>
                      <a:pPr algn="l" fontAlgn="ctr"/>
                      <a:r>
                        <a:rPr lang="en-US" sz="1000" b="0" i="0" u="none" strike="noStrike">
                          <a:solidFill>
                            <a:srgbClr val="404040"/>
                          </a:solidFill>
                          <a:effectLst/>
                          <a:latin typeface="Arial" panose="020B0604020202020204" pitchFamily="34" charset="0"/>
                        </a:rPr>
                        <a:t>Fluxo Árvore</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630140896"/>
                  </a:ext>
                </a:extLst>
              </a:tr>
              <a:tr h="180953">
                <a:tc>
                  <a:txBody>
                    <a:bodyPr/>
                    <a:lstStyle/>
                    <a:p>
                      <a:pPr algn="l" fontAlgn="ctr"/>
                      <a:r>
                        <a:rPr lang="en-US" sz="1000" b="0" i="0" u="none" strike="noStrike">
                          <a:solidFill>
                            <a:srgbClr val="404040"/>
                          </a:solidFill>
                          <a:effectLst/>
                          <a:latin typeface="Arial" panose="020B0604020202020204" pitchFamily="34" charset="0"/>
                        </a:rPr>
                        <a:t>Arquivos de Prompts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24786854"/>
                  </a:ext>
                </a:extLst>
              </a:tr>
              <a:tr h="180953">
                <a:tc>
                  <a:txBody>
                    <a:bodyPr/>
                    <a:lstStyle/>
                    <a:p>
                      <a:pPr algn="l" fontAlgn="ctr"/>
                      <a:r>
                        <a:rPr lang="en-US" sz="1000" b="0" i="0" u="none" strike="noStrike">
                          <a:solidFill>
                            <a:srgbClr val="404040"/>
                          </a:solidFill>
                          <a:effectLst/>
                          <a:latin typeface="Arial" panose="020B0604020202020204" pitchFamily="34" charset="0"/>
                        </a:rPr>
                        <a:t>Planilha de Perfis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639847352"/>
                  </a:ext>
                </a:extLst>
              </a:tr>
              <a:tr h="180953">
                <a:tc>
                  <a:txBody>
                    <a:bodyPr/>
                    <a:lstStyle/>
                    <a:p>
                      <a:pPr algn="l" fontAlgn="ctr"/>
                      <a:r>
                        <a:rPr lang="en-US" sz="1000" b="0" i="0" u="none" strike="noStrike">
                          <a:solidFill>
                            <a:srgbClr val="404040"/>
                          </a:solidFill>
                          <a:effectLst/>
                          <a:latin typeface="Arial" panose="020B0604020202020204" pitchFamily="34" charset="0"/>
                        </a:rPr>
                        <a:t>Planilha de Pricing/ Tarifas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39248331"/>
                  </a:ext>
                </a:extLst>
              </a:tr>
              <a:tr h="180953">
                <a:tc>
                  <a:txBody>
                    <a:bodyPr/>
                    <a:lstStyle/>
                    <a:p>
                      <a:pPr algn="l" fontAlgn="ctr"/>
                      <a:r>
                        <a:rPr lang="en-US" sz="1000" b="0" i="0" u="none" strike="noStrike">
                          <a:solidFill>
                            <a:srgbClr val="404040"/>
                          </a:solidFill>
                          <a:effectLst/>
                          <a:latin typeface="Arial" panose="020B0604020202020204" pitchFamily="34" charset="0"/>
                        </a:rPr>
                        <a:t>Hierarquia de Planos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EDED"/>
                    </a:solidFill>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423011645"/>
                  </a:ext>
                </a:extLst>
              </a:tr>
              <a:tr h="180953">
                <a:tc>
                  <a:txBody>
                    <a:bodyPr/>
                    <a:lstStyle/>
                    <a:p>
                      <a:pPr algn="l" fontAlgn="ctr"/>
                      <a:r>
                        <a:rPr lang="en-US" sz="1000" b="0" i="0" u="none" strike="noStrike">
                          <a:solidFill>
                            <a:srgbClr val="404040"/>
                          </a:solidFill>
                          <a:effectLst/>
                          <a:latin typeface="Arial" panose="020B0604020202020204" pitchFamily="34" charset="0"/>
                        </a:rPr>
                        <a:t>Rateio de Receita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09138938"/>
                  </a:ext>
                </a:extLst>
              </a:tr>
              <a:tr h="180953">
                <a:tc>
                  <a:txBody>
                    <a:bodyPr/>
                    <a:lstStyle/>
                    <a:p>
                      <a:pPr algn="l" fontAlgn="ctr"/>
                      <a:r>
                        <a:rPr lang="pt-BR" sz="1000" b="0" i="0" u="none" strike="noStrike">
                          <a:solidFill>
                            <a:srgbClr val="404040"/>
                          </a:solidFill>
                          <a:effectLst/>
                          <a:latin typeface="Arial" panose="020B0604020202020204" pitchFamily="34" charset="0"/>
                        </a:rPr>
                        <a:t>Planilha de Configuração de Novos Serviços/Produtos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693903488"/>
                  </a:ext>
                </a:extLst>
              </a:tr>
              <a:tr h="180953">
                <a:tc>
                  <a:txBody>
                    <a:bodyPr/>
                    <a:lstStyle/>
                    <a:p>
                      <a:pPr algn="l" fontAlgn="ctr"/>
                      <a:r>
                        <a:rPr lang="en-US" sz="1000" b="0" i="0" u="none" strike="noStrike">
                          <a:solidFill>
                            <a:srgbClr val="404040"/>
                          </a:solidFill>
                          <a:effectLst/>
                          <a:latin typeface="Arial" panose="020B0604020202020204" pitchFamily="34" charset="0"/>
                        </a:rPr>
                        <a:t>Planilha SAF</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67901547"/>
                  </a:ext>
                </a:extLst>
              </a:tr>
              <a:tr h="180953">
                <a:tc>
                  <a:txBody>
                    <a:bodyPr/>
                    <a:lstStyle/>
                    <a:p>
                      <a:pPr algn="l" fontAlgn="ctr"/>
                      <a:r>
                        <a:rPr lang="en-US" sz="1000" b="0" i="0" u="none" strike="noStrike">
                          <a:solidFill>
                            <a:srgbClr val="404040"/>
                          </a:solidFill>
                          <a:effectLst/>
                          <a:latin typeface="Arial" panose="020B0604020202020204" pitchFamily="34" charset="0"/>
                        </a:rPr>
                        <a:t>Formulário de Informações Contábeis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EDED"/>
                    </a:solidFill>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20253968"/>
                  </a:ext>
                </a:extLst>
              </a:tr>
              <a:tr h="180953">
                <a:tc>
                  <a:txBody>
                    <a:bodyPr/>
                    <a:lstStyle/>
                    <a:p>
                      <a:pPr algn="l" fontAlgn="ctr"/>
                      <a:r>
                        <a:rPr lang="en-US" sz="1000" b="0" i="0" u="none" strike="noStrike">
                          <a:solidFill>
                            <a:srgbClr val="404040"/>
                          </a:solidFill>
                          <a:effectLst/>
                          <a:latin typeface="Arial" panose="020B0604020202020204" pitchFamily="34" charset="0"/>
                        </a:rPr>
                        <a:t>Planilha Promoção Criação CBCF</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20427887"/>
                  </a:ext>
                </a:extLst>
              </a:tr>
              <a:tr h="180953">
                <a:tc>
                  <a:txBody>
                    <a:bodyPr/>
                    <a:lstStyle/>
                    <a:p>
                      <a:pPr algn="l" fontAlgn="ctr"/>
                      <a:r>
                        <a:rPr lang="en-US" sz="1000" b="0" i="0" u="none" strike="noStrike">
                          <a:solidFill>
                            <a:srgbClr val="404040"/>
                          </a:solidFill>
                          <a:effectLst/>
                          <a:latin typeface="Arial" panose="020B0604020202020204" pitchFamily="34" charset="0"/>
                        </a:rPr>
                        <a:t>Tabela de Migrações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EDED"/>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660043230"/>
                  </a:ext>
                </a:extLst>
              </a:tr>
              <a:tr h="180953">
                <a:tc>
                  <a:txBody>
                    <a:bodyPr/>
                    <a:lstStyle/>
                    <a:p>
                      <a:pPr algn="l" fontAlgn="ctr"/>
                      <a:r>
                        <a:rPr lang="en-US" sz="1000" b="0" i="0" u="none" strike="noStrike">
                          <a:solidFill>
                            <a:srgbClr val="404040"/>
                          </a:solidFill>
                          <a:effectLst/>
                          <a:latin typeface="Arial" panose="020B0604020202020204" pitchFamily="34" charset="0"/>
                        </a:rPr>
                        <a:t>FCTS Network</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64328902"/>
                  </a:ext>
                </a:extLst>
              </a:tr>
              <a:tr h="180953">
                <a:tc>
                  <a:txBody>
                    <a:bodyPr/>
                    <a:lstStyle/>
                    <a:p>
                      <a:pPr algn="l" fontAlgn="ctr"/>
                      <a:r>
                        <a:rPr lang="pt-BR" sz="1000" b="0" i="0" u="none" strike="noStrike">
                          <a:solidFill>
                            <a:srgbClr val="404040"/>
                          </a:solidFill>
                          <a:effectLst/>
                          <a:latin typeface="Arial" panose="020B0604020202020204" pitchFamily="34" charset="0"/>
                        </a:rPr>
                        <a:t>Termos de Contrato e Sumário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EDED"/>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EDED"/>
                    </a:solidFill>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EDEDED"/>
                    </a:solidFill>
                  </a:tcPr>
                </a:tc>
                <a:extLst>
                  <a:ext uri="{0D108BD9-81ED-4DB2-BD59-A6C34878D82A}">
                    <a16:rowId xmlns:a16="http://schemas.microsoft.com/office/drawing/2014/main" val="1195786970"/>
                  </a:ext>
                </a:extLst>
              </a:tr>
              <a:tr h="180953">
                <a:tc>
                  <a:txBody>
                    <a:bodyPr/>
                    <a:lstStyle/>
                    <a:p>
                      <a:pPr algn="l" fontAlgn="ctr"/>
                      <a:r>
                        <a:rPr lang="en-US" sz="1000" b="0" i="0" u="none" strike="noStrike">
                          <a:solidFill>
                            <a:srgbClr val="404040"/>
                          </a:solidFill>
                          <a:effectLst/>
                          <a:latin typeface="Arial" panose="020B0604020202020204" pitchFamily="34" charset="0"/>
                        </a:rPr>
                        <a:t>Arquivo de Volumetria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77253926"/>
                  </a:ext>
                </a:extLst>
              </a:tr>
              <a:tr h="180953">
                <a:tc>
                  <a:txBody>
                    <a:bodyPr/>
                    <a:lstStyle/>
                    <a:p>
                      <a:pPr algn="l" fontAlgn="ctr"/>
                      <a:r>
                        <a:rPr lang="en-US" sz="1000" b="0" i="0" u="none" strike="noStrike">
                          <a:solidFill>
                            <a:srgbClr val="404040"/>
                          </a:solidFill>
                          <a:effectLst/>
                          <a:latin typeface="Arial" panose="020B0604020202020204" pitchFamily="34" charset="0"/>
                        </a:rPr>
                        <a:t>Captive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76394995"/>
                  </a:ext>
                </a:extLst>
              </a:tr>
              <a:tr h="180953">
                <a:tc>
                  <a:txBody>
                    <a:bodyPr/>
                    <a:lstStyle/>
                    <a:p>
                      <a:pPr algn="l" fontAlgn="ctr"/>
                      <a:r>
                        <a:rPr lang="en-US" sz="1000" b="0" i="0" u="none" strike="noStrike">
                          <a:solidFill>
                            <a:srgbClr val="404040"/>
                          </a:solidFill>
                          <a:effectLst/>
                          <a:latin typeface="Arial" panose="020B0604020202020204" pitchFamily="34" charset="0"/>
                        </a:rPr>
                        <a:t>Pacote para Estouro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35683459"/>
                  </a:ext>
                </a:extLst>
              </a:tr>
              <a:tr h="180953">
                <a:tc>
                  <a:txBody>
                    <a:bodyPr/>
                    <a:lstStyle/>
                    <a:p>
                      <a:pPr algn="l" fontAlgn="ctr"/>
                      <a:r>
                        <a:rPr lang="en-US" sz="1000" b="0" i="0" u="none" strike="noStrike">
                          <a:solidFill>
                            <a:srgbClr val="404040"/>
                          </a:solidFill>
                          <a:effectLst/>
                          <a:latin typeface="Arial" panose="020B0604020202020204" pitchFamily="34" charset="0"/>
                        </a:rPr>
                        <a:t>Contrato de Permanência</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6860136"/>
                  </a:ext>
                </a:extLst>
              </a:tr>
              <a:tr h="180953">
                <a:tc>
                  <a:txBody>
                    <a:bodyPr/>
                    <a:lstStyle/>
                    <a:p>
                      <a:pPr algn="l" fontAlgn="ctr"/>
                      <a:r>
                        <a:rPr lang="en-US" sz="1000" b="0" i="0" u="none" strike="noStrike">
                          <a:solidFill>
                            <a:srgbClr val="404040"/>
                          </a:solidFill>
                          <a:effectLst/>
                          <a:latin typeface="Arial" panose="020B0604020202020204" pitchFamily="34" charset="0"/>
                        </a:rPr>
                        <a:t>VAS - Service Parameters</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DDEBF7"/>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20960191"/>
                  </a:ext>
                </a:extLst>
              </a:tr>
              <a:tr h="180953">
                <a:tc>
                  <a:txBody>
                    <a:bodyPr/>
                    <a:lstStyle/>
                    <a:p>
                      <a:pPr algn="l" fontAlgn="ctr"/>
                      <a:r>
                        <a:rPr lang="en-US" sz="1000" b="0" i="0" u="none" strike="noStrike">
                          <a:solidFill>
                            <a:srgbClr val="404040"/>
                          </a:solidFill>
                          <a:effectLst/>
                          <a:latin typeface="Arial" panose="020B0604020202020204" pitchFamily="34" charset="0"/>
                        </a:rPr>
                        <a:t>Layout de </a:t>
                      </a:r>
                      <a:r>
                        <a:rPr lang="en-US" sz="1000" b="0" i="0" u="none" strike="noStrike" err="1">
                          <a:solidFill>
                            <a:srgbClr val="404040"/>
                          </a:solidFill>
                          <a:effectLst/>
                          <a:latin typeface="Arial" panose="020B0604020202020204" pitchFamily="34" charset="0"/>
                        </a:rPr>
                        <a:t>Fatura</a:t>
                      </a:r>
                      <a:endParaRPr lang="en-US" sz="1000" b="0" i="0" u="none" strike="noStrike">
                        <a:solidFill>
                          <a:srgbClr val="40404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3579204420"/>
                  </a:ext>
                </a:extLst>
              </a:tr>
              <a:tr h="180953">
                <a:tc>
                  <a:txBody>
                    <a:bodyPr/>
                    <a:lstStyle/>
                    <a:p>
                      <a:pPr algn="l" fontAlgn="ctr"/>
                      <a:r>
                        <a:rPr lang="pt-BR" sz="1000" b="0" i="0" u="none" strike="noStrike">
                          <a:solidFill>
                            <a:srgbClr val="404040"/>
                          </a:solidFill>
                          <a:effectLst/>
                          <a:latin typeface="Arial" panose="020B0604020202020204" pitchFamily="34" charset="0"/>
                        </a:rPr>
                        <a:t>Planilha de Elegibilidade ( Serviços e VAS Avulso)</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 </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930213972"/>
                  </a:ext>
                </a:extLst>
              </a:tr>
              <a:tr h="190000">
                <a:tc>
                  <a:txBody>
                    <a:bodyPr/>
                    <a:lstStyle/>
                    <a:p>
                      <a:pPr algn="l" fontAlgn="ctr"/>
                      <a:r>
                        <a:rPr lang="en-US" sz="1000" b="0" i="0" u="none" strike="noStrike">
                          <a:solidFill>
                            <a:srgbClr val="404040"/>
                          </a:solidFill>
                          <a:effectLst/>
                          <a:latin typeface="Arial" panose="020B0604020202020204" pitchFamily="34" charset="0"/>
                        </a:rPr>
                        <a:t>Layouts </a:t>
                      </a:r>
                      <a:r>
                        <a:rPr lang="en-US" sz="1000" b="0" i="0" u="none" strike="noStrike" err="1">
                          <a:solidFill>
                            <a:srgbClr val="404040"/>
                          </a:solidFill>
                          <a:effectLst/>
                          <a:latin typeface="Arial" panose="020B0604020202020204" pitchFamily="34" charset="0"/>
                        </a:rPr>
                        <a:t>Relatórios</a:t>
                      </a:r>
                      <a:r>
                        <a:rPr lang="en-US" sz="1000" b="0" i="0" u="none" strike="noStrike">
                          <a:solidFill>
                            <a:srgbClr val="404040"/>
                          </a:solidFill>
                          <a:effectLst/>
                          <a:latin typeface="Arial" panose="020B0604020202020204" pitchFamily="34" charset="0"/>
                        </a:rPr>
                        <a:t> e </a:t>
                      </a:r>
                      <a:r>
                        <a:rPr lang="en-US" sz="1000" b="0" i="0" u="none" strike="noStrike" err="1">
                          <a:solidFill>
                            <a:srgbClr val="404040"/>
                          </a:solidFill>
                          <a:effectLst/>
                          <a:latin typeface="Arial" panose="020B0604020202020204" pitchFamily="34" charset="0"/>
                        </a:rPr>
                        <a:t>Controles</a:t>
                      </a:r>
                      <a:endParaRPr lang="en-US" sz="1000" b="0" i="0" u="none" strike="noStrike">
                        <a:solidFill>
                          <a:srgbClr val="404040"/>
                        </a:solidFill>
                        <a:effectLst/>
                        <a:latin typeface="Arial" panose="020B0604020202020204" pitchFamily="34" charset="0"/>
                      </a:endParaRP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ctr" fontAlgn="ctr"/>
                      <a:r>
                        <a:rPr lang="en-US" sz="1000" b="0" i="0" u="none" strike="noStrike">
                          <a:solidFill>
                            <a:srgbClr val="404040"/>
                          </a:solidFill>
                          <a:effectLst/>
                          <a:latin typeface="Arial" panose="020B0604020202020204" pitchFamily="34" charset="0"/>
                        </a:rPr>
                        <a:t>X</a:t>
                      </a:r>
                    </a:p>
                  </a:txBody>
                  <a:tcPr marL="0" marR="0" marT="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2967239551"/>
                  </a:ext>
                </a:extLst>
              </a:tr>
            </a:tbl>
          </a:graphicData>
        </a:graphic>
      </p:graphicFrame>
    </p:spTree>
    <p:extLst>
      <p:ext uri="{BB962C8B-B14F-4D97-AF65-F5344CB8AC3E}">
        <p14:creationId xmlns:p14="http://schemas.microsoft.com/office/powerpoint/2010/main" val="54956469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 - CHECKLIST ANEXOS - MÓVEL">
    <p:spTree>
      <p:nvGrpSpPr>
        <p:cNvPr id="1" name=""/>
        <p:cNvGrpSpPr/>
        <p:nvPr/>
      </p:nvGrpSpPr>
      <p:grpSpPr>
        <a:xfrm>
          <a:off x="0" y="0"/>
          <a:ext cx="0" cy="0"/>
          <a:chOff x="0" y="0"/>
          <a:chExt cx="0" cy="0"/>
        </a:xfrm>
      </p:grpSpPr>
      <p:sp>
        <p:nvSpPr>
          <p:cNvPr id="151" name="Retângulo 150">
            <a:extLst>
              <a:ext uri="{FF2B5EF4-FFF2-40B4-BE49-F238E27FC236}">
                <a16:creationId xmlns:a16="http://schemas.microsoft.com/office/drawing/2014/main" id="{94539554-914F-4EF9-A710-8F87D8165A97}"/>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188071" y="789015"/>
            <a:ext cx="11811697" cy="55719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28600" indent="-228600">
              <a:buFont typeface="+mj-lt"/>
              <a:buAutoNum type="arabicPeriod"/>
            </a:pPr>
            <a:endParaRPr lang="pt-BR" sz="1100" b="1">
              <a:solidFill>
                <a:schemeClr val="tx1"/>
              </a:solidFill>
              <a:latin typeface="Arial Narrow" panose="020B0606020202030204" pitchFamily="34" charset="0"/>
            </a:endParaRPr>
          </a:p>
          <a:p>
            <a:pPr marL="914400" marR="0" lvl="2" indent="0" algn="l" defTabSz="914400" rtl="0" eaLnBrk="1" fontAlgn="auto" latinLnBrk="0" hangingPunct="1">
              <a:lnSpc>
                <a:spcPct val="100000"/>
              </a:lnSpc>
              <a:spcBef>
                <a:spcPts val="0"/>
              </a:spcBef>
              <a:spcAft>
                <a:spcPts val="0"/>
              </a:spcAft>
              <a:buClrTx/>
              <a:buSzTx/>
              <a:buFontTx/>
              <a:buNone/>
              <a:tabLst/>
              <a:defRPr/>
            </a:pPr>
            <a:endParaRPr lang="pt-BR" sz="1100" b="0">
              <a:solidFill>
                <a:schemeClr val="tx1"/>
              </a:solidFill>
              <a:latin typeface="Arial Narrow" panose="020B0606020202030204" pitchFamily="34" charset="0"/>
            </a:endParaRPr>
          </a:p>
          <a:p>
            <a:pPr marL="914400" marR="0" lvl="2" indent="0" algn="l" defTabSz="914400" rtl="0" eaLnBrk="1" fontAlgn="auto" latinLnBrk="0" hangingPunct="1">
              <a:lnSpc>
                <a:spcPct val="100000"/>
              </a:lnSpc>
              <a:spcBef>
                <a:spcPts val="0"/>
              </a:spcBef>
              <a:spcAft>
                <a:spcPts val="0"/>
              </a:spcAft>
              <a:buClrTx/>
              <a:buSzTx/>
              <a:buFontTx/>
              <a:buNone/>
              <a:tabLst/>
              <a:defRPr/>
            </a:pPr>
            <a:endParaRPr lang="pt-BR" sz="1100" b="0">
              <a:solidFill>
                <a:schemeClr val="tx1"/>
              </a:solidFill>
              <a:latin typeface="Arial Narrow" panose="020B0606020202030204" pitchFamily="34" charset="0"/>
            </a:endParaRPr>
          </a:p>
          <a:p>
            <a:pPr marL="914400" marR="0" lvl="2" indent="0" algn="l" defTabSz="914400" rtl="0" eaLnBrk="1" fontAlgn="auto" latinLnBrk="0" hangingPunct="1">
              <a:lnSpc>
                <a:spcPct val="100000"/>
              </a:lnSpc>
              <a:spcBef>
                <a:spcPts val="0"/>
              </a:spcBef>
              <a:spcAft>
                <a:spcPts val="0"/>
              </a:spcAft>
              <a:buClrTx/>
              <a:buSzTx/>
              <a:buFontTx/>
              <a:buNone/>
              <a:tabLst/>
              <a:defRPr/>
            </a:pPr>
            <a:endParaRPr lang="pt-BR" sz="1100" b="0">
              <a:solidFill>
                <a:schemeClr val="tx1"/>
              </a:solidFill>
              <a:latin typeface="Arial Narrow" panose="020B0606020202030204" pitchFamily="34" charset="0"/>
            </a:endParaRPr>
          </a:p>
          <a:p>
            <a:pPr lvl="2"/>
            <a:endParaRPr lang="pt-BR" sz="1100" b="0">
              <a:solidFill>
                <a:schemeClr val="tx1"/>
              </a:solidFill>
              <a:latin typeface="Arial Narrow" panose="020B0606020202030204" pitchFamily="34" charset="0"/>
            </a:endParaRPr>
          </a:p>
          <a:p>
            <a:r>
              <a:rPr lang="pt-BR" sz="1100" b="1">
                <a:solidFill>
                  <a:schemeClr val="tx1"/>
                </a:solidFill>
                <a:latin typeface="Arial Narrow" panose="020B0606020202030204" pitchFamily="34" charset="0"/>
              </a:rPr>
              <a:t>	</a:t>
            </a:r>
          </a:p>
          <a:p>
            <a:endParaRPr lang="pt-BR" sz="1100" b="1">
              <a:solidFill>
                <a:schemeClr val="tx1"/>
              </a:solidFill>
              <a:latin typeface="Arial Narrow" panose="020B0606020202030204" pitchFamily="34" charset="0"/>
            </a:endParaRP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47" name="Retângulo: Cantos Arredondados 146">
            <a:extLst>
              <a:ext uri="{FF2B5EF4-FFF2-40B4-BE49-F238E27FC236}">
                <a16:creationId xmlns:a16="http://schemas.microsoft.com/office/drawing/2014/main" id="{9229C4AE-376F-4605-8153-F8723D076920}"/>
              </a:ext>
            </a:extLst>
          </p:cNvPr>
          <p:cNvSpPr/>
          <p:nvPr userDrawn="1"/>
        </p:nvSpPr>
        <p:spPr>
          <a:xfrm>
            <a:off x="669390" y="179801"/>
            <a:ext cx="5799823"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CHECKLIST DE ANEXOS – MÓVEL</a:t>
            </a:r>
          </a:p>
        </p:txBody>
      </p:sp>
      <p:pic>
        <p:nvPicPr>
          <p:cNvPr id="149" name="Immagine 7" descr="secondario_rgb.png">
            <a:extLst>
              <a:ext uri="{FF2B5EF4-FFF2-40B4-BE49-F238E27FC236}">
                <a16:creationId xmlns:a16="http://schemas.microsoft.com/office/drawing/2014/main" id="{E5C6C0CA-158B-4838-AA4D-78D04351509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pic>
        <p:nvPicPr>
          <p:cNvPr id="6" name="Imagem 5">
            <a:extLst>
              <a:ext uri="{FF2B5EF4-FFF2-40B4-BE49-F238E27FC236}">
                <a16:creationId xmlns:a16="http://schemas.microsoft.com/office/drawing/2014/main" id="{52F2FA28-B7E3-4CFB-9FA9-646EB24B834C}"/>
              </a:ext>
            </a:extLst>
          </p:cNvPr>
          <p:cNvPicPr>
            <a:picLocks noChangeAspect="1"/>
          </p:cNvPicPr>
          <p:nvPr userDrawn="1"/>
        </p:nvPicPr>
        <p:blipFill>
          <a:blip r:embed="rId4"/>
          <a:stretch>
            <a:fillRect/>
          </a:stretch>
        </p:blipFill>
        <p:spPr>
          <a:xfrm>
            <a:off x="566541" y="1523195"/>
            <a:ext cx="11097089" cy="3811609"/>
          </a:xfrm>
          <a:prstGeom prst="rect">
            <a:avLst/>
          </a:prstGeom>
        </p:spPr>
      </p:pic>
    </p:spTree>
    <p:extLst>
      <p:ext uri="{BB962C8B-B14F-4D97-AF65-F5344CB8AC3E}">
        <p14:creationId xmlns:p14="http://schemas.microsoft.com/office/powerpoint/2010/main" val="329172676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2 - CHECKLIST ANEXOS - MÓVEL">
    <p:spTree>
      <p:nvGrpSpPr>
        <p:cNvPr id="1" name=""/>
        <p:cNvGrpSpPr/>
        <p:nvPr/>
      </p:nvGrpSpPr>
      <p:grpSpPr>
        <a:xfrm>
          <a:off x="0" y="0"/>
          <a:ext cx="0" cy="0"/>
          <a:chOff x="0" y="0"/>
          <a:chExt cx="0" cy="0"/>
        </a:xfrm>
      </p:grpSpPr>
      <p:sp>
        <p:nvSpPr>
          <p:cNvPr id="151" name="Retângulo 150">
            <a:extLst>
              <a:ext uri="{FF2B5EF4-FFF2-40B4-BE49-F238E27FC236}">
                <a16:creationId xmlns:a16="http://schemas.microsoft.com/office/drawing/2014/main" id="{94539554-914F-4EF9-A710-8F87D8165A97}"/>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188071" y="789015"/>
            <a:ext cx="11811697" cy="55719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28600" indent="-228600">
              <a:buFont typeface="+mj-lt"/>
              <a:buAutoNum type="arabicPeriod"/>
            </a:pPr>
            <a:endParaRPr lang="pt-BR" sz="1100" b="1">
              <a:solidFill>
                <a:schemeClr val="tx1"/>
              </a:solidFill>
              <a:latin typeface="Arial Narrow" panose="020B0606020202030204" pitchFamily="34" charset="0"/>
            </a:endParaRPr>
          </a:p>
          <a:p>
            <a:pPr marL="914400" marR="0" lvl="2" indent="0" algn="l" defTabSz="914400" rtl="0" eaLnBrk="1" fontAlgn="auto" latinLnBrk="0" hangingPunct="1">
              <a:lnSpc>
                <a:spcPct val="100000"/>
              </a:lnSpc>
              <a:spcBef>
                <a:spcPts val="0"/>
              </a:spcBef>
              <a:spcAft>
                <a:spcPts val="0"/>
              </a:spcAft>
              <a:buClrTx/>
              <a:buSzTx/>
              <a:buFontTx/>
              <a:buNone/>
              <a:tabLst/>
              <a:defRPr/>
            </a:pPr>
            <a:endParaRPr lang="pt-BR" sz="1100" b="0">
              <a:solidFill>
                <a:schemeClr val="tx1"/>
              </a:solidFill>
              <a:latin typeface="Arial Narrow" panose="020B0606020202030204" pitchFamily="34" charset="0"/>
            </a:endParaRPr>
          </a:p>
          <a:p>
            <a:pPr marL="914400" marR="0" lvl="2" indent="0" algn="l" defTabSz="914400" rtl="0" eaLnBrk="1" fontAlgn="auto" latinLnBrk="0" hangingPunct="1">
              <a:lnSpc>
                <a:spcPct val="100000"/>
              </a:lnSpc>
              <a:spcBef>
                <a:spcPts val="0"/>
              </a:spcBef>
              <a:spcAft>
                <a:spcPts val="0"/>
              </a:spcAft>
              <a:buClrTx/>
              <a:buSzTx/>
              <a:buFontTx/>
              <a:buNone/>
              <a:tabLst/>
              <a:defRPr/>
            </a:pPr>
            <a:endParaRPr lang="pt-BR" sz="1100" b="0">
              <a:solidFill>
                <a:schemeClr val="tx1"/>
              </a:solidFill>
              <a:latin typeface="Arial Narrow" panose="020B0606020202030204" pitchFamily="34" charset="0"/>
            </a:endParaRPr>
          </a:p>
          <a:p>
            <a:pPr marL="914400" marR="0" lvl="2" indent="0" algn="l" defTabSz="914400" rtl="0" eaLnBrk="1" fontAlgn="auto" latinLnBrk="0" hangingPunct="1">
              <a:lnSpc>
                <a:spcPct val="100000"/>
              </a:lnSpc>
              <a:spcBef>
                <a:spcPts val="0"/>
              </a:spcBef>
              <a:spcAft>
                <a:spcPts val="0"/>
              </a:spcAft>
              <a:buClrTx/>
              <a:buSzTx/>
              <a:buFontTx/>
              <a:buNone/>
              <a:tabLst/>
              <a:defRPr/>
            </a:pPr>
            <a:endParaRPr lang="pt-BR" sz="1100" b="0">
              <a:solidFill>
                <a:schemeClr val="tx1"/>
              </a:solidFill>
              <a:latin typeface="Arial Narrow" panose="020B0606020202030204" pitchFamily="34" charset="0"/>
            </a:endParaRPr>
          </a:p>
          <a:p>
            <a:pPr lvl="2"/>
            <a:endParaRPr lang="pt-BR" sz="1100" b="0">
              <a:solidFill>
                <a:schemeClr val="tx1"/>
              </a:solidFill>
              <a:latin typeface="Arial Narrow" panose="020B0606020202030204" pitchFamily="34" charset="0"/>
            </a:endParaRPr>
          </a:p>
          <a:p>
            <a:r>
              <a:rPr lang="pt-BR" sz="1100" b="1">
                <a:solidFill>
                  <a:schemeClr val="tx1"/>
                </a:solidFill>
                <a:latin typeface="Arial Narrow" panose="020B0606020202030204" pitchFamily="34" charset="0"/>
              </a:rPr>
              <a:t>	</a:t>
            </a:r>
          </a:p>
          <a:p>
            <a:endParaRPr lang="pt-BR" sz="1100" b="1">
              <a:solidFill>
                <a:schemeClr val="tx1"/>
              </a:solidFill>
              <a:latin typeface="Arial Narrow" panose="020B0606020202030204" pitchFamily="34" charset="0"/>
            </a:endParaRP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47" name="Retângulo: Cantos Arredondados 146">
            <a:extLst>
              <a:ext uri="{FF2B5EF4-FFF2-40B4-BE49-F238E27FC236}">
                <a16:creationId xmlns:a16="http://schemas.microsoft.com/office/drawing/2014/main" id="{9229C4AE-376F-4605-8153-F8723D076920}"/>
              </a:ext>
            </a:extLst>
          </p:cNvPr>
          <p:cNvSpPr/>
          <p:nvPr userDrawn="1"/>
        </p:nvSpPr>
        <p:spPr>
          <a:xfrm>
            <a:off x="669391" y="179801"/>
            <a:ext cx="5953478"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CHECKLIST DE ANEXOS – MÓVEL (CONT.) </a:t>
            </a:r>
          </a:p>
        </p:txBody>
      </p:sp>
      <p:pic>
        <p:nvPicPr>
          <p:cNvPr id="149" name="Immagine 7" descr="secondario_rgb.png">
            <a:extLst>
              <a:ext uri="{FF2B5EF4-FFF2-40B4-BE49-F238E27FC236}">
                <a16:creationId xmlns:a16="http://schemas.microsoft.com/office/drawing/2014/main" id="{E5C6C0CA-158B-4838-AA4D-78D04351509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pic>
        <p:nvPicPr>
          <p:cNvPr id="11" name="Imagem 10">
            <a:extLst>
              <a:ext uri="{FF2B5EF4-FFF2-40B4-BE49-F238E27FC236}">
                <a16:creationId xmlns:a16="http://schemas.microsoft.com/office/drawing/2014/main" id="{024A64FE-2514-4F77-B3BC-E2D1C342A3AB}"/>
              </a:ext>
            </a:extLst>
          </p:cNvPr>
          <p:cNvPicPr>
            <a:picLocks noChangeAspect="1"/>
          </p:cNvPicPr>
          <p:nvPr userDrawn="1"/>
        </p:nvPicPr>
        <p:blipFill>
          <a:blip r:embed="rId4"/>
          <a:stretch>
            <a:fillRect/>
          </a:stretch>
        </p:blipFill>
        <p:spPr>
          <a:xfrm>
            <a:off x="457467" y="1582037"/>
            <a:ext cx="11206163" cy="3962601"/>
          </a:xfrm>
          <a:prstGeom prst="rect">
            <a:avLst/>
          </a:prstGeom>
        </p:spPr>
      </p:pic>
    </p:spTree>
    <p:extLst>
      <p:ext uri="{BB962C8B-B14F-4D97-AF65-F5344CB8AC3E}">
        <p14:creationId xmlns:p14="http://schemas.microsoft.com/office/powerpoint/2010/main" val="2044450307"/>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 - FAQ - VISÃO JORNADA">
    <p:spTree>
      <p:nvGrpSpPr>
        <p:cNvPr id="1" name=""/>
        <p:cNvGrpSpPr/>
        <p:nvPr/>
      </p:nvGrpSpPr>
      <p:grpSpPr>
        <a:xfrm>
          <a:off x="0" y="0"/>
          <a:ext cx="0" cy="0"/>
          <a:chOff x="0" y="0"/>
          <a:chExt cx="0" cy="0"/>
        </a:xfrm>
      </p:grpSpPr>
      <p:sp>
        <p:nvSpPr>
          <p:cNvPr id="151" name="Retângulo 150">
            <a:extLst>
              <a:ext uri="{FF2B5EF4-FFF2-40B4-BE49-F238E27FC236}">
                <a16:creationId xmlns:a16="http://schemas.microsoft.com/office/drawing/2014/main" id="{94539554-914F-4EF9-A710-8F87D8165A97}"/>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188071" y="789015"/>
            <a:ext cx="11811697" cy="55719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28600" indent="-228600">
              <a:buFont typeface="+mj-lt"/>
              <a:buAutoNum type="arabicPeriod"/>
            </a:pPr>
            <a:endParaRPr lang="pt-BR" sz="1100" b="1">
              <a:solidFill>
                <a:schemeClr val="tx1"/>
              </a:solidFill>
              <a:latin typeface="Arial Narrow" panose="020B0606020202030204" pitchFamily="34" charset="0"/>
            </a:endParaRPr>
          </a:p>
          <a:p>
            <a:pPr marL="628650" lvl="1" indent="-171450">
              <a:buFont typeface="Arial" panose="020B0604020202020204" pitchFamily="34" charset="0"/>
              <a:buChar char="•"/>
            </a:pPr>
            <a:r>
              <a:rPr lang="pt-BR" sz="1100" b="1">
                <a:solidFill>
                  <a:srgbClr val="C00000"/>
                </a:solidFill>
                <a:latin typeface="Arial Narrow" panose="020B0606020202030204" pitchFamily="34" charset="0"/>
              </a:rPr>
              <a:t>CONSCIENTIZAÇÃO</a:t>
            </a:r>
          </a:p>
          <a:p>
            <a:pPr lvl="1"/>
            <a:r>
              <a:rPr lang="pt-BR" sz="1100" b="0">
                <a:solidFill>
                  <a:schemeClr val="tx1"/>
                </a:solidFill>
                <a:latin typeface="Arial Narrow" panose="020B0606020202030204" pitchFamily="34" charset="0"/>
              </a:rPr>
              <a:t>É o momento em que os clientes aprendem sobre seu produto pela primeira vez. Isso pode acontecer enquanto eles pesquisam ativamente um produto como o seu ou quando encontram um serviço acidentalmente.</a:t>
            </a:r>
          </a:p>
          <a:p>
            <a:pPr marL="1085850" lvl="2" indent="-171450">
              <a:buFont typeface="Arial" panose="020B0604020202020204" pitchFamily="34" charset="0"/>
              <a:buChar char="•"/>
            </a:pPr>
            <a:r>
              <a:rPr lang="pt-BR" sz="1100" b="1">
                <a:solidFill>
                  <a:schemeClr val="tx1"/>
                </a:solidFill>
                <a:latin typeface="Arial Narrow" panose="020B0606020202030204" pitchFamily="34" charset="0"/>
              </a:rPr>
              <a:t>DESEJO OU NECESSIDADE</a:t>
            </a:r>
          </a:p>
          <a:p>
            <a:pPr lvl="2"/>
            <a:r>
              <a:rPr lang="pt-BR" sz="1100" b="0">
                <a:solidFill>
                  <a:schemeClr val="tx1"/>
                </a:solidFill>
                <a:latin typeface="Arial Narrow" panose="020B0606020202030204" pitchFamily="34" charset="0"/>
              </a:rPr>
              <a:t>É quando os clientes percebem sua necessidade pela primeira vez. Os gatilhos podem ser diferentes eventos, mudanças na vida da pessoa, saúde, cargo, posição, etc. Os clientes com potencial ainda podem não saber como satisfazer suas necessidades. E eles podem não saber que seu produto ou serviço existe</a:t>
            </a:r>
          </a:p>
          <a:p>
            <a:pPr marL="1085850" lvl="2" indent="-171450">
              <a:buFont typeface="Arial" panose="020B0604020202020204" pitchFamily="34" charset="0"/>
              <a:buChar char="•"/>
            </a:pPr>
            <a:r>
              <a:rPr lang="pt-BR" sz="1100" b="1">
                <a:solidFill>
                  <a:schemeClr val="tx1"/>
                </a:solidFill>
                <a:latin typeface="Arial Narrow" panose="020B0606020202030204" pitchFamily="34" charset="0"/>
              </a:rPr>
              <a:t>INTERESSE</a:t>
            </a:r>
          </a:p>
          <a:p>
            <a:pPr lvl="2"/>
            <a:r>
              <a:rPr lang="pt-BR" sz="1100" b="0">
                <a:solidFill>
                  <a:schemeClr val="tx1"/>
                </a:solidFill>
                <a:latin typeface="Arial Narrow" panose="020B0606020202030204" pitchFamily="34" charset="0"/>
              </a:rPr>
              <a:t>Saber que você existe não é suficiente para obter um cliente. Deve haver uma centelha de interesse para que seus clientes com potencial não se afastem neste estágio. Algo deve chamar a atenção deles.</a:t>
            </a:r>
          </a:p>
          <a:p>
            <a:pPr lvl="2"/>
            <a:endParaRPr lang="pt-BR" sz="1100" b="0">
              <a:solidFill>
                <a:schemeClr val="tx1"/>
              </a:solidFill>
              <a:latin typeface="Arial Narrow" panose="020B0606020202030204" pitchFamily="34" charset="0"/>
            </a:endParaRPr>
          </a:p>
          <a:p>
            <a:pPr marL="628650" lvl="1" indent="-171450">
              <a:buFont typeface="Arial" panose="020B0604020202020204" pitchFamily="34" charset="0"/>
              <a:buChar char="•"/>
            </a:pPr>
            <a:r>
              <a:rPr lang="pt-BR" sz="1100" b="1">
                <a:solidFill>
                  <a:srgbClr val="C00000"/>
                </a:solidFill>
                <a:latin typeface="Arial Narrow" panose="020B0606020202030204" pitchFamily="34" charset="0"/>
              </a:rPr>
              <a:t>PESQUISA OU DESCOBERTA</a:t>
            </a:r>
          </a:p>
          <a:p>
            <a:pPr marL="457200" lvl="1" indent="0">
              <a:buFont typeface="Arial" panose="020B0604020202020204" pitchFamily="34" charset="0"/>
              <a:buNone/>
            </a:pPr>
            <a:r>
              <a:rPr lang="pt-BR" sz="1100" b="0">
                <a:solidFill>
                  <a:schemeClr val="tx1"/>
                </a:solidFill>
                <a:latin typeface="Arial Narrow" panose="020B0606020202030204" pitchFamily="34" charset="0"/>
              </a:rPr>
              <a:t>Esse é o processo ativo da pesquisa inicial dos produtos/serviços que podem satisfazer as necessidades do cliente. Pode ser realizado de várias maneiras, como pedir conselhos a amigos ou colegas, pesquisar na web etc.</a:t>
            </a:r>
          </a:p>
          <a:p>
            <a:pPr marL="1085850" lvl="2" indent="-171450">
              <a:buFont typeface="Arial" panose="020B0604020202020204" pitchFamily="34" charset="0"/>
              <a:buChar char="•"/>
            </a:pPr>
            <a:r>
              <a:rPr lang="pt-BR" sz="1100" b="1">
                <a:solidFill>
                  <a:schemeClr val="tx1"/>
                </a:solidFill>
                <a:latin typeface="Arial Narrow" panose="020B0606020202030204" pitchFamily="34" charset="0"/>
              </a:rPr>
              <a:t>PESQUISA</a:t>
            </a:r>
          </a:p>
          <a:p>
            <a:pPr lvl="2"/>
            <a:r>
              <a:rPr lang="pt-BR" sz="1100" b="0">
                <a:solidFill>
                  <a:schemeClr val="tx1"/>
                </a:solidFill>
                <a:latin typeface="Arial Narrow" panose="020B0606020202030204" pitchFamily="34" charset="0"/>
              </a:rPr>
              <a:t>Esse é o processo ativo da pesquisa inicial dos produtos/serviços.</a:t>
            </a:r>
          </a:p>
          <a:p>
            <a:pPr marL="1085850" lvl="2" indent="-171450">
              <a:buFont typeface="Arial" panose="020B0604020202020204" pitchFamily="34" charset="0"/>
              <a:buChar char="•"/>
            </a:pPr>
            <a:r>
              <a:rPr lang="pt-BR" sz="1100" b="1">
                <a:solidFill>
                  <a:schemeClr val="tx1"/>
                </a:solidFill>
                <a:latin typeface="Arial Narrow" panose="020B0606020202030204" pitchFamily="34" charset="0"/>
              </a:rPr>
              <a:t>CONSIDERAÇÃO OU COMPARAÇÃO</a:t>
            </a:r>
          </a:p>
          <a:p>
            <a:pPr lvl="2"/>
            <a:r>
              <a:rPr lang="pt-BR" sz="1100" b="0">
                <a:solidFill>
                  <a:schemeClr val="tx1"/>
                </a:solidFill>
                <a:latin typeface="Arial Narrow" panose="020B0606020202030204" pitchFamily="34" charset="0"/>
              </a:rPr>
              <a:t>Neste ponto, os clientes já sabem quais serviços/produtos em geral podem atendê-los. Este é o momento de avaliar alternativas e comparar seus prós e contras.</a:t>
            </a:r>
          </a:p>
          <a:p>
            <a:pPr lvl="2"/>
            <a:endParaRPr lang="pt-BR" sz="1100" b="0">
              <a:solidFill>
                <a:schemeClr val="tx1"/>
              </a:solidFill>
              <a:latin typeface="Arial Narrow" panose="020B0606020202030204" pitchFamily="34" charset="0"/>
            </a:endParaRPr>
          </a:p>
          <a:p>
            <a:pPr marL="628650" lvl="1" indent="-171450">
              <a:buFont typeface="Arial" panose="020B0604020202020204" pitchFamily="34" charset="0"/>
              <a:buChar char="•"/>
            </a:pPr>
            <a:r>
              <a:rPr lang="pt-BR" sz="1100" b="1">
                <a:solidFill>
                  <a:srgbClr val="C00000"/>
                </a:solidFill>
                <a:latin typeface="Arial Narrow" panose="020B0606020202030204" pitchFamily="34" charset="0"/>
              </a:rPr>
              <a:t>PRIMEIRA COMUNICAÇÃO OU CONTACTO</a:t>
            </a:r>
          </a:p>
          <a:p>
            <a:pPr lvl="1"/>
            <a:r>
              <a:rPr lang="pt-BR" sz="1100" b="0">
                <a:solidFill>
                  <a:schemeClr val="tx1"/>
                </a:solidFill>
                <a:latin typeface="Arial Narrow" panose="020B0606020202030204" pitchFamily="34" charset="0"/>
              </a:rPr>
              <a:t>"Você nunca ai ter uma segunda chance de dar uma primeira impressão", dizem eles. Quem será seu primeiro contato? Quem cumprimenta seus clientes?</a:t>
            </a:r>
          </a:p>
          <a:p>
            <a:pPr lvl="1"/>
            <a:endParaRPr lang="pt-BR" sz="1100" b="0">
              <a:solidFill>
                <a:schemeClr val="tx1"/>
              </a:solidFill>
              <a:latin typeface="Arial Narrow" panose="020B0606020202030204" pitchFamily="34" charset="0"/>
            </a:endParaRPr>
          </a:p>
          <a:p>
            <a:pPr marL="628650" lvl="1" indent="-171450">
              <a:buFont typeface="Arial" panose="020B0604020202020204" pitchFamily="34" charset="0"/>
              <a:buChar char="•"/>
            </a:pPr>
            <a:r>
              <a:rPr lang="pt-BR" sz="1100" b="1">
                <a:solidFill>
                  <a:srgbClr val="C00000"/>
                </a:solidFill>
                <a:latin typeface="Arial Narrow" panose="020B0606020202030204" pitchFamily="34" charset="0"/>
              </a:rPr>
              <a:t>ESCOLHA</a:t>
            </a:r>
          </a:p>
          <a:p>
            <a:pPr lvl="1"/>
            <a:r>
              <a:rPr lang="pt-BR" sz="1100" b="0">
                <a:solidFill>
                  <a:schemeClr val="tx1"/>
                </a:solidFill>
                <a:latin typeface="Arial Narrow" panose="020B0606020202030204" pitchFamily="34" charset="0"/>
              </a:rPr>
              <a:t>Neste momento o futuro cliente está ciente do que o mercado oferece e procede a uma escolha</a:t>
            </a:r>
          </a:p>
          <a:p>
            <a:pPr marL="1085850" lvl="2" indent="-171450">
              <a:buFont typeface="Arial" panose="020B0604020202020204" pitchFamily="34" charset="0"/>
              <a:buChar char="•"/>
            </a:pPr>
            <a:r>
              <a:rPr lang="pt-BR" sz="1100" b="1">
                <a:solidFill>
                  <a:schemeClr val="tx1"/>
                </a:solidFill>
                <a:latin typeface="Arial Narrow" panose="020B0606020202030204" pitchFamily="34" charset="0"/>
              </a:rPr>
              <a:t>COMPARAÇÃO INTERNA	</a:t>
            </a:r>
          </a:p>
          <a:p>
            <a:pPr lvl="2"/>
            <a:r>
              <a:rPr lang="pt-BR" sz="1100" b="0">
                <a:solidFill>
                  <a:schemeClr val="tx1"/>
                </a:solidFill>
                <a:latin typeface="Arial Narrow" panose="020B0606020202030204" pitchFamily="34" charset="0"/>
              </a:rPr>
              <a:t>Neste ponto, os clientes já sabem quais serviços/produtos em geral podem atendê-los. Eles ebtão fazem uma avaliação e comparação interna dos produos da mesma empresa Este é o momento de avaliar alternativas e comparar seus prós e contras.	</a:t>
            </a:r>
          </a:p>
          <a:p>
            <a:pPr marL="1085850" lvl="2" indent="-171450">
              <a:buFont typeface="Arial" panose="020B0604020202020204" pitchFamily="34" charset="0"/>
              <a:buChar char="•"/>
            </a:pPr>
            <a:r>
              <a:rPr lang="pt-BR" sz="1100" b="1">
                <a:solidFill>
                  <a:schemeClr val="tx1"/>
                </a:solidFill>
                <a:latin typeface="Arial Narrow" panose="020B0606020202030204" pitchFamily="34" charset="0"/>
              </a:rPr>
              <a:t>CONVERSÃO OU TOMADA DE DECISÃO</a:t>
            </a:r>
          </a:p>
          <a:p>
            <a:pPr lvl="2"/>
            <a:r>
              <a:rPr lang="pt-BR" sz="1100" b="0">
                <a:solidFill>
                  <a:schemeClr val="tx1"/>
                </a:solidFill>
                <a:latin typeface="Arial Narrow" panose="020B0606020202030204" pitchFamily="34" charset="0"/>
              </a:rPr>
              <a:t>Verifique se isso faz parte do seu funil e calcule a taxa de conversão para que, sempre que fizer alterações no seu serviço, você possa medir o efeito.</a:t>
            </a:r>
          </a:p>
          <a:p>
            <a:pPr lvl="2"/>
            <a:endParaRPr lang="pt-BR" sz="1100" b="0">
              <a:solidFill>
                <a:schemeClr val="tx1"/>
              </a:solidFill>
              <a:latin typeface="Arial Narrow" panose="020B0606020202030204" pitchFamily="34" charset="0"/>
            </a:endParaRPr>
          </a:p>
          <a:p>
            <a:r>
              <a:rPr lang="pt-BR" sz="1100" b="1">
                <a:solidFill>
                  <a:schemeClr val="tx1"/>
                </a:solidFill>
                <a:latin typeface="Arial Narrow" panose="020B0606020202030204" pitchFamily="34" charset="0"/>
              </a:rPr>
              <a:t>	</a:t>
            </a:r>
          </a:p>
          <a:p>
            <a:endParaRPr lang="pt-BR" sz="1100" b="1">
              <a:solidFill>
                <a:schemeClr val="tx1"/>
              </a:solidFill>
              <a:latin typeface="Arial Narrow" panose="020B0606020202030204" pitchFamily="34" charset="0"/>
            </a:endParaRP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47" name="Retângulo: Cantos Arredondados 146">
            <a:extLst>
              <a:ext uri="{FF2B5EF4-FFF2-40B4-BE49-F238E27FC236}">
                <a16:creationId xmlns:a16="http://schemas.microsoft.com/office/drawing/2014/main" id="{9229C4AE-376F-4605-8153-F8723D076920}"/>
              </a:ext>
            </a:extLst>
          </p:cNvPr>
          <p:cNvSpPr/>
          <p:nvPr userDrawn="1"/>
        </p:nvSpPr>
        <p:spPr>
          <a:xfrm>
            <a:off x="669391" y="179801"/>
            <a:ext cx="526494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FAQ – LER A VISÃO DE JORNADA</a:t>
            </a:r>
          </a:p>
        </p:txBody>
      </p:sp>
      <p:pic>
        <p:nvPicPr>
          <p:cNvPr id="149" name="Immagine 7" descr="secondario_rgb.png">
            <a:extLst>
              <a:ext uri="{FF2B5EF4-FFF2-40B4-BE49-F238E27FC236}">
                <a16:creationId xmlns:a16="http://schemas.microsoft.com/office/drawing/2014/main" id="{E5C6C0CA-158B-4838-AA4D-78D04351509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Tree>
    <p:extLst>
      <p:ext uri="{BB962C8B-B14F-4D97-AF65-F5344CB8AC3E}">
        <p14:creationId xmlns:p14="http://schemas.microsoft.com/office/powerpoint/2010/main" val="148991733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 - FAQ - VISÃO JORNADA">
    <p:spTree>
      <p:nvGrpSpPr>
        <p:cNvPr id="1" name=""/>
        <p:cNvGrpSpPr/>
        <p:nvPr/>
      </p:nvGrpSpPr>
      <p:grpSpPr>
        <a:xfrm>
          <a:off x="0" y="0"/>
          <a:ext cx="0" cy="0"/>
          <a:chOff x="0" y="0"/>
          <a:chExt cx="0" cy="0"/>
        </a:xfrm>
      </p:grpSpPr>
      <p:sp>
        <p:nvSpPr>
          <p:cNvPr id="151" name="Retângulo 150">
            <a:extLst>
              <a:ext uri="{FF2B5EF4-FFF2-40B4-BE49-F238E27FC236}">
                <a16:creationId xmlns:a16="http://schemas.microsoft.com/office/drawing/2014/main" id="{94539554-914F-4EF9-A710-8F87D8165A97}"/>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188071" y="789015"/>
            <a:ext cx="11811697" cy="55719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28600" indent="-228600">
              <a:buFont typeface="+mj-lt"/>
              <a:buAutoNum type="arabicPeriod"/>
            </a:pPr>
            <a:endParaRPr lang="pt-BR" sz="1100" b="1">
              <a:solidFill>
                <a:schemeClr val="tx1"/>
              </a:solidFill>
              <a:latin typeface="Arial Narrow" panose="020B0606020202030204" pitchFamily="34" charset="0"/>
            </a:endParaRPr>
          </a:p>
          <a:p>
            <a:pPr marL="628650" lvl="1" indent="-171450">
              <a:buFont typeface="Arial" panose="020B0604020202020204" pitchFamily="34" charset="0"/>
              <a:buChar char="•"/>
            </a:pPr>
            <a:r>
              <a:rPr lang="pt-BR" sz="1100" b="1">
                <a:solidFill>
                  <a:srgbClr val="C00000"/>
                </a:solidFill>
                <a:latin typeface="Arial Narrow" panose="020B0606020202030204" pitchFamily="34" charset="0"/>
              </a:rPr>
              <a:t>AQUISIÇÃO</a:t>
            </a:r>
          </a:p>
          <a:p>
            <a:pPr lvl="1"/>
            <a:r>
              <a:rPr lang="pt-BR" sz="1100" b="0">
                <a:solidFill>
                  <a:schemeClr val="tx1"/>
                </a:solidFill>
                <a:latin typeface="Arial Narrow" panose="020B0606020202030204" pitchFamily="34" charset="0"/>
              </a:rPr>
              <a:t>É o momento em que existe a compra efetiva ou aquisição de um produto ou serviço.</a:t>
            </a:r>
          </a:p>
          <a:p>
            <a:pPr marL="1085850" lvl="2" indent="-171450">
              <a:buFont typeface="Arial" panose="020B0604020202020204" pitchFamily="34" charset="0"/>
              <a:buChar char="•"/>
            </a:pPr>
            <a:r>
              <a:rPr lang="pt-BR" sz="1100" b="1">
                <a:solidFill>
                  <a:schemeClr val="tx1"/>
                </a:solidFill>
                <a:latin typeface="Arial Narrow" panose="020B0606020202030204" pitchFamily="34" charset="0"/>
              </a:rPr>
              <a:t>COMPRA OU PEDIDO</a:t>
            </a:r>
          </a:p>
          <a:p>
            <a:pPr lvl="2"/>
            <a:r>
              <a:rPr lang="pt-BR" sz="1100" b="0">
                <a:solidFill>
                  <a:schemeClr val="tx1"/>
                </a:solidFill>
                <a:latin typeface="Arial Narrow" panose="020B0606020202030204" pitchFamily="34" charset="0"/>
              </a:rPr>
              <a:t>Este é o ponto em que os clientes passam de uma decisão sobre a tentativa de fazer uma compra real, se aplicável. Nem sempre é sobre o dinheiro. Para alguns serviços, o objetivo pode ser levar o maior número possível de pessoas a bordo: é isso.</a:t>
            </a:r>
          </a:p>
          <a:p>
            <a:pPr marL="1085850" lvl="2" indent="-171450">
              <a:buFont typeface="Arial" panose="020B0604020202020204" pitchFamily="34" charset="0"/>
              <a:buChar char="•"/>
            </a:pPr>
            <a:r>
              <a:rPr lang="pt-BR" sz="1100" b="1">
                <a:solidFill>
                  <a:schemeClr val="tx1"/>
                </a:solidFill>
                <a:latin typeface="Arial Narrow" panose="020B0606020202030204" pitchFamily="34" charset="0"/>
              </a:rPr>
              <a:t>ESPERA</a:t>
            </a:r>
          </a:p>
          <a:p>
            <a:pPr lvl="2"/>
            <a:r>
              <a:rPr lang="pt-BR" sz="1100" b="0">
                <a:solidFill>
                  <a:schemeClr val="tx1"/>
                </a:solidFill>
                <a:latin typeface="Arial Narrow" panose="020B0606020202030204" pitchFamily="34" charset="0"/>
              </a:rPr>
              <a:t>O cliente fica ocioso enquanto aguarda a entrega dos serviços/produtos. Em alguns casos, isso é irrelevante, pois os clientes as obtêm instantaneamente.</a:t>
            </a:r>
          </a:p>
          <a:p>
            <a:pPr marL="1085850" lvl="2" indent="-171450">
              <a:buFont typeface="Arial" panose="020B0604020202020204" pitchFamily="34" charset="0"/>
              <a:buChar char="•"/>
            </a:pPr>
            <a:r>
              <a:rPr lang="pt-BR" sz="1100" b="1">
                <a:solidFill>
                  <a:schemeClr val="tx1"/>
                </a:solidFill>
                <a:latin typeface="Arial Narrow" panose="020B0606020202030204" pitchFamily="34" charset="0"/>
              </a:rPr>
              <a:t>ENTREGA, INSTALAÇÃO OU ATIVAÇÃO</a:t>
            </a:r>
          </a:p>
          <a:p>
            <a:pPr lvl="2"/>
            <a:r>
              <a:rPr lang="pt-BR" sz="1100" b="0">
                <a:solidFill>
                  <a:schemeClr val="tx1"/>
                </a:solidFill>
                <a:latin typeface="Arial Narrow" panose="020B0606020202030204" pitchFamily="34" charset="0"/>
              </a:rPr>
              <a:t>O produto ou serviço é entregue ao cliente.</a:t>
            </a:r>
          </a:p>
          <a:p>
            <a:pPr lvl="1"/>
            <a:endParaRPr lang="pt-BR" sz="1100" b="0">
              <a:solidFill>
                <a:schemeClr val="tx1"/>
              </a:solidFill>
              <a:latin typeface="Arial Narrow" panose="020B0606020202030204" pitchFamily="34" charset="0"/>
            </a:endParaRPr>
          </a:p>
          <a:p>
            <a:pPr marL="628650" lvl="1" indent="-171450">
              <a:buFont typeface="Arial" panose="020B0604020202020204" pitchFamily="34" charset="0"/>
              <a:buChar char="•"/>
            </a:pPr>
            <a:r>
              <a:rPr lang="pt-BR" sz="1100" b="1">
                <a:solidFill>
                  <a:srgbClr val="C00000"/>
                </a:solidFill>
                <a:latin typeface="Arial Narrow" panose="020B0606020202030204" pitchFamily="34" charset="0"/>
              </a:rPr>
              <a:t>USO</a:t>
            </a:r>
          </a:p>
          <a:p>
            <a:pPr marL="457200" marR="0" lvl="1"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pt-BR" sz="1100" b="0">
                <a:solidFill>
                  <a:schemeClr val="tx1"/>
                </a:solidFill>
                <a:latin typeface="Arial Narrow" panose="020B0606020202030204" pitchFamily="34" charset="0"/>
              </a:rPr>
              <a:t>Momento da usabilidade do produto/serviço</a:t>
            </a:r>
            <a:endParaRPr lang="pt-BR" sz="1100" b="1">
              <a:solidFill>
                <a:srgbClr val="C00000"/>
              </a:solidFill>
              <a:latin typeface="Arial Narrow" panose="020B0606020202030204" pitchFamily="34" charset="0"/>
            </a:endParaRPr>
          </a:p>
          <a:p>
            <a:pPr marL="1085850" lvl="2" indent="-171450">
              <a:buFont typeface="Arial" panose="020B0604020202020204" pitchFamily="34" charset="0"/>
              <a:buChar char="•"/>
            </a:pPr>
            <a:r>
              <a:rPr lang="pt-BR" sz="1100" b="1">
                <a:solidFill>
                  <a:schemeClr val="tx1"/>
                </a:solidFill>
                <a:latin typeface="Arial Narrow" panose="020B0606020202030204" pitchFamily="34" charset="0"/>
              </a:rPr>
              <a:t>ONBOARDING, EXPLORAÇÃO OU ADOÇÃO </a:t>
            </a:r>
          </a:p>
          <a:p>
            <a:pPr lvl="2"/>
            <a:r>
              <a:rPr lang="pt-BR" sz="1100" b="0">
                <a:solidFill>
                  <a:schemeClr val="tx1"/>
                </a:solidFill>
                <a:latin typeface="Arial Narrow" panose="020B0606020202030204" pitchFamily="34" charset="0"/>
              </a:rPr>
              <a:t>Conhecer seu produto ou serviço, explorando-o por conta própria ou fazendo uma visita guiada.</a:t>
            </a:r>
          </a:p>
          <a:p>
            <a:pPr marL="1085850" lvl="2" indent="-171450">
              <a:buFont typeface="Arial" panose="020B0604020202020204" pitchFamily="34" charset="0"/>
              <a:buChar char="•"/>
            </a:pPr>
            <a:r>
              <a:rPr lang="pt-BR" sz="1100" b="1">
                <a:solidFill>
                  <a:schemeClr val="tx1"/>
                </a:solidFill>
                <a:latin typeface="Arial Narrow" panose="020B0606020202030204" pitchFamily="34" charset="0"/>
              </a:rPr>
              <a:t>USO, DESENVOLVIMENTO OU ENGAJAMENTO</a:t>
            </a:r>
          </a:p>
          <a:p>
            <a:pPr lvl="2"/>
            <a:r>
              <a:rPr lang="pt-BR" sz="1100" b="0">
                <a:solidFill>
                  <a:schemeClr val="tx1"/>
                </a:solidFill>
                <a:latin typeface="Arial Narrow" panose="020B0606020202030204" pitchFamily="34" charset="0"/>
              </a:rPr>
              <a:t>Uso ativo do serviço/produto conforme ele se desdobra ao longo do tempo.</a:t>
            </a:r>
          </a:p>
          <a:p>
            <a:pPr marL="1085850" marR="0" lvl="2"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pt-BR" sz="1100" b="1">
                <a:solidFill>
                  <a:schemeClr val="tx1"/>
                </a:solidFill>
                <a:latin typeface="Arial Narrow" panose="020B0606020202030204" pitchFamily="34" charset="0"/>
              </a:rPr>
              <a:t>PAGAMENTO</a:t>
            </a:r>
          </a:p>
          <a:p>
            <a:pPr marL="914400" marR="0" lvl="2" indent="0" algn="l" defTabSz="914400" rtl="0" eaLnBrk="1" fontAlgn="auto" latinLnBrk="0" hangingPunct="1">
              <a:lnSpc>
                <a:spcPct val="100000"/>
              </a:lnSpc>
              <a:spcBef>
                <a:spcPts val="0"/>
              </a:spcBef>
              <a:spcAft>
                <a:spcPts val="0"/>
              </a:spcAft>
              <a:buClrTx/>
              <a:buSzTx/>
              <a:buFontTx/>
              <a:buNone/>
              <a:tabLst/>
              <a:defRPr/>
            </a:pPr>
            <a:r>
              <a:rPr lang="pt-BR" sz="1100" b="0">
                <a:solidFill>
                  <a:schemeClr val="tx1"/>
                </a:solidFill>
                <a:latin typeface="Arial Narrow" panose="020B0606020202030204" pitchFamily="34" charset="0"/>
              </a:rPr>
              <a:t>Etapa onde o cliente procedo ao pagamento do serviço ou produto, ex. mensalidades.</a:t>
            </a:r>
          </a:p>
          <a:p>
            <a:pPr lvl="1"/>
            <a:endParaRPr lang="pt-BR" sz="1100" b="0">
              <a:solidFill>
                <a:schemeClr val="tx1"/>
              </a:solidFill>
              <a:latin typeface="Arial Narrow" panose="020B0606020202030204" pitchFamily="34" charset="0"/>
            </a:endParaRPr>
          </a:p>
          <a:p>
            <a:pPr marL="628650" lvl="1" indent="-171450">
              <a:buFont typeface="Arial" panose="020B0604020202020204" pitchFamily="34" charset="0"/>
              <a:buChar char="•"/>
            </a:pPr>
            <a:r>
              <a:rPr lang="pt-BR" sz="1100" b="1">
                <a:solidFill>
                  <a:srgbClr val="C00000"/>
                </a:solidFill>
                <a:latin typeface="Arial Narrow" panose="020B0606020202030204" pitchFamily="34" charset="0"/>
              </a:rPr>
              <a:t>OPÇÕES ADICIONAIS</a:t>
            </a:r>
          </a:p>
          <a:p>
            <a:pPr lvl="1"/>
            <a:r>
              <a:rPr lang="pt-BR" sz="1100" b="0">
                <a:solidFill>
                  <a:schemeClr val="tx1"/>
                </a:solidFill>
                <a:latin typeface="Arial Narrow" panose="020B0606020202030204" pitchFamily="34" charset="0"/>
              </a:rPr>
              <a:t>Nesta etapa são considerados pontos adicionais que podem ou não acontecer na jornada de um consumidor como programas de bônus e periodos de avaliação.</a:t>
            </a:r>
          </a:p>
          <a:p>
            <a:pPr marL="1085850" lvl="2" indent="-171450">
              <a:buFont typeface="Arial" panose="020B0604020202020204" pitchFamily="34" charset="0"/>
              <a:buChar char="•"/>
            </a:pPr>
            <a:r>
              <a:rPr lang="pt-BR" sz="1100" b="1">
                <a:solidFill>
                  <a:schemeClr val="tx1"/>
                </a:solidFill>
                <a:latin typeface="Arial Narrow" panose="020B0606020202030204" pitchFamily="34" charset="0"/>
              </a:rPr>
              <a:t>PROGRAMA DE BÔNUS OU REFÊRENCIA</a:t>
            </a:r>
          </a:p>
          <a:p>
            <a:pPr marL="914400" lvl="2" indent="0">
              <a:buFont typeface="Arial" panose="020B0604020202020204" pitchFamily="34" charset="0"/>
              <a:buNone/>
            </a:pPr>
            <a:r>
              <a:rPr lang="pt-BR" sz="1100" b="0">
                <a:solidFill>
                  <a:schemeClr val="tx1"/>
                </a:solidFill>
                <a:latin typeface="Arial Narrow" panose="020B0606020202030204" pitchFamily="34" charset="0"/>
              </a:rPr>
              <a:t>Este estágio inclui diferentes iniciativas que podem ajudar os clientes a permanecer mais tempo com seu serviço, se tiverem dúvidas.	</a:t>
            </a:r>
          </a:p>
          <a:p>
            <a:pPr marL="1085850" lvl="2" indent="-171450">
              <a:buFont typeface="Arial" panose="020B0604020202020204" pitchFamily="34" charset="0"/>
              <a:buChar char="•"/>
            </a:pPr>
            <a:r>
              <a:rPr lang="pt-BR" sz="1100" b="1">
                <a:solidFill>
                  <a:schemeClr val="tx1"/>
                </a:solidFill>
                <a:latin typeface="Arial Narrow" panose="020B0606020202030204" pitchFamily="34" charset="0"/>
              </a:rPr>
              <a:t>PERÍODO DE AVALIAÇÃO</a:t>
            </a:r>
          </a:p>
          <a:p>
            <a:pPr lvl="2"/>
            <a:r>
              <a:rPr lang="pt-BR" sz="1100" b="0">
                <a:solidFill>
                  <a:schemeClr val="tx1"/>
                </a:solidFill>
                <a:latin typeface="Arial Narrow" panose="020B0606020202030204" pitchFamily="34" charset="0"/>
              </a:rPr>
              <a:t>Pode ser um período explicitamente definido (por exemplo, 14 dias de acesso total) ou um período de avaliação em que os clientes experimentam o serviço/produto e avaliam até que ponto o produto/serviço atende às suas necessidades.</a:t>
            </a:r>
          </a:p>
          <a:p>
            <a:pPr marL="1085850" lvl="2" indent="-171450">
              <a:buFont typeface="Arial" panose="020B0604020202020204" pitchFamily="34" charset="0"/>
              <a:buChar char="•"/>
            </a:pPr>
            <a:r>
              <a:rPr lang="pt-BR" sz="1100" b="1">
                <a:solidFill>
                  <a:schemeClr val="tx1"/>
                </a:solidFill>
                <a:latin typeface="Arial Narrow" panose="020B0606020202030204" pitchFamily="34" charset="0"/>
              </a:rPr>
              <a:t>CROSS-SELLING OU UPSELLING</a:t>
            </a:r>
          </a:p>
          <a:p>
            <a:pPr lvl="2"/>
            <a:r>
              <a:rPr lang="pt-BR" sz="1100" b="0">
                <a:solidFill>
                  <a:schemeClr val="tx1"/>
                </a:solidFill>
                <a:latin typeface="Arial Narrow" panose="020B0606020202030204" pitchFamily="34" charset="0"/>
              </a:rPr>
              <a:t>Algumas etapas da jornada de seus clientes são perfeitas para sugerir serviços adicionais ou estender o uso atual de uma certa maneira.</a:t>
            </a:r>
          </a:p>
          <a:p>
            <a:pPr lvl="2"/>
            <a:endParaRPr lang="pt-BR" sz="1100" b="0">
              <a:solidFill>
                <a:schemeClr val="tx1"/>
              </a:solidFill>
              <a:latin typeface="Arial Narrow" panose="020B0606020202030204" pitchFamily="34" charset="0"/>
            </a:endParaRPr>
          </a:p>
          <a:p>
            <a:pPr marL="628650" lvl="1" indent="-171450">
              <a:buFont typeface="Arial" panose="020B0604020202020204" pitchFamily="34" charset="0"/>
              <a:buChar char="•"/>
            </a:pPr>
            <a:r>
              <a:rPr lang="pt-BR" sz="1100" b="1">
                <a:solidFill>
                  <a:srgbClr val="C00000"/>
                </a:solidFill>
                <a:latin typeface="Arial Narrow" panose="020B0606020202030204" pitchFamily="34" charset="0"/>
              </a:rPr>
              <a:t>SUPORTE, MANUTENÇÃO OU SERVIÇO</a:t>
            </a:r>
          </a:p>
          <a:p>
            <a:pPr lvl="1"/>
            <a:r>
              <a:rPr lang="pt-BR" sz="1100" b="0">
                <a:solidFill>
                  <a:schemeClr val="tx1"/>
                </a:solidFill>
                <a:latin typeface="Arial Narrow" panose="020B0606020202030204" pitchFamily="34" charset="0"/>
              </a:rPr>
              <a:t>Alguns produtos requerem manutenção ou reparos periódicos. Outros podem precisar de suporte quando algo está quebrado ou não funciona direito.</a:t>
            </a:r>
          </a:p>
          <a:p>
            <a:pPr lvl="1"/>
            <a:r>
              <a:rPr lang="pt-BR" sz="1100" b="1">
                <a:solidFill>
                  <a:schemeClr val="tx1"/>
                </a:solidFill>
                <a:latin typeface="Arial Narrow" panose="020B0606020202030204" pitchFamily="34" charset="0"/>
              </a:rPr>
              <a:t>	</a:t>
            </a:r>
          </a:p>
          <a:p>
            <a:pPr lvl="1"/>
            <a:endParaRPr lang="pt-BR" sz="1100" b="1">
              <a:solidFill>
                <a:schemeClr val="tx1"/>
              </a:solidFill>
              <a:latin typeface="Arial Narrow" panose="020B0606020202030204" pitchFamily="34" charset="0"/>
            </a:endParaRPr>
          </a:p>
          <a:p>
            <a:endParaRPr lang="pt-BR" sz="1100" b="1">
              <a:solidFill>
                <a:schemeClr val="tx1"/>
              </a:solidFill>
              <a:latin typeface="Arial Narrow" panose="020B0606020202030204" pitchFamily="34" charset="0"/>
            </a:endParaRP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47" name="Retângulo: Cantos Arredondados 146">
            <a:extLst>
              <a:ext uri="{FF2B5EF4-FFF2-40B4-BE49-F238E27FC236}">
                <a16:creationId xmlns:a16="http://schemas.microsoft.com/office/drawing/2014/main" id="{9229C4AE-376F-4605-8153-F8723D076920}"/>
              </a:ext>
            </a:extLst>
          </p:cNvPr>
          <p:cNvSpPr/>
          <p:nvPr userDrawn="1"/>
        </p:nvSpPr>
        <p:spPr>
          <a:xfrm>
            <a:off x="669391" y="179801"/>
            <a:ext cx="526494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FAQ – LER A VISÃO DE JORNADA (Cont.)</a:t>
            </a:r>
          </a:p>
        </p:txBody>
      </p:sp>
      <p:pic>
        <p:nvPicPr>
          <p:cNvPr id="149" name="Immagine 7" descr="secondario_rgb.png">
            <a:extLst>
              <a:ext uri="{FF2B5EF4-FFF2-40B4-BE49-F238E27FC236}">
                <a16:creationId xmlns:a16="http://schemas.microsoft.com/office/drawing/2014/main" id="{E5C6C0CA-158B-4838-AA4D-78D04351509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Tree>
    <p:extLst>
      <p:ext uri="{BB962C8B-B14F-4D97-AF65-F5344CB8AC3E}">
        <p14:creationId xmlns:p14="http://schemas.microsoft.com/office/powerpoint/2010/main" val="545861669"/>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3 - FAQ - VISÃO JORNADA">
    <p:spTree>
      <p:nvGrpSpPr>
        <p:cNvPr id="1" name=""/>
        <p:cNvGrpSpPr/>
        <p:nvPr/>
      </p:nvGrpSpPr>
      <p:grpSpPr>
        <a:xfrm>
          <a:off x="0" y="0"/>
          <a:ext cx="0" cy="0"/>
          <a:chOff x="0" y="0"/>
          <a:chExt cx="0" cy="0"/>
        </a:xfrm>
      </p:grpSpPr>
      <p:sp>
        <p:nvSpPr>
          <p:cNvPr id="151" name="Retângulo 150">
            <a:extLst>
              <a:ext uri="{FF2B5EF4-FFF2-40B4-BE49-F238E27FC236}">
                <a16:creationId xmlns:a16="http://schemas.microsoft.com/office/drawing/2014/main" id="{94539554-914F-4EF9-A710-8F87D8165A97}"/>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188071" y="789015"/>
            <a:ext cx="11811697" cy="5571936"/>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228600" indent="-228600">
              <a:buFont typeface="+mj-lt"/>
              <a:buAutoNum type="arabicPeriod"/>
            </a:pPr>
            <a:endParaRPr lang="pt-BR" sz="1100" b="1">
              <a:solidFill>
                <a:schemeClr val="tx1"/>
              </a:solidFill>
              <a:latin typeface="Arial Narrow" panose="020B0606020202030204" pitchFamily="34" charset="0"/>
            </a:endParaRPr>
          </a:p>
          <a:p>
            <a:pPr marL="628650" lvl="1" indent="-171450">
              <a:buFont typeface="Arial" panose="020B0604020202020204" pitchFamily="34" charset="0"/>
              <a:buChar char="•"/>
            </a:pPr>
            <a:r>
              <a:rPr lang="pt-BR" sz="1100" b="1">
                <a:solidFill>
                  <a:srgbClr val="C00000"/>
                </a:solidFill>
                <a:latin typeface="Arial Narrow" panose="020B0606020202030204" pitchFamily="34" charset="0"/>
              </a:rPr>
              <a:t>RETENÇÃO</a:t>
            </a:r>
          </a:p>
          <a:p>
            <a:pPr lvl="1"/>
            <a:r>
              <a:rPr lang="pt-BR" sz="1100" b="0">
                <a:solidFill>
                  <a:schemeClr val="tx1"/>
                </a:solidFill>
                <a:latin typeface="Arial Narrow" panose="020B0606020202030204" pitchFamily="34" charset="0"/>
              </a:rPr>
              <a:t>Esse estágio abrange a jornada dos clientes que pretendem se ou retornam e suas tentativas de recuperá-los.</a:t>
            </a:r>
          </a:p>
          <a:p>
            <a:pPr marL="1085850" lvl="2" indent="-171450">
              <a:buFont typeface="Arial" panose="020B0604020202020204" pitchFamily="34" charset="0"/>
              <a:buChar char="•"/>
            </a:pPr>
            <a:r>
              <a:rPr lang="pt-BR" sz="1100" b="1">
                <a:solidFill>
                  <a:schemeClr val="tx1"/>
                </a:solidFill>
                <a:latin typeface="Arial Narrow" panose="020B0606020202030204" pitchFamily="34" charset="0"/>
              </a:rPr>
              <a:t>NOVO: DESEJO OU NECESSIDADE</a:t>
            </a:r>
          </a:p>
          <a:p>
            <a:pPr lvl="2"/>
            <a:r>
              <a:rPr lang="pt-BR" sz="1100" b="0">
                <a:solidFill>
                  <a:schemeClr val="tx1"/>
                </a:solidFill>
                <a:latin typeface="Arial Narrow" panose="020B0606020202030204" pitchFamily="34" charset="0"/>
              </a:rPr>
              <a:t>Isso pode acontecer por diferentes razões: ou você falhou em garantir uma experiência agradável ao cliente ou os clientes simplesmente não precisam mais dela - em qualquer caso, eles começam a pensar em sair. por um tempo ou para sempre.</a:t>
            </a:r>
          </a:p>
          <a:p>
            <a:pPr marL="1085850" lvl="2" indent="-171450">
              <a:buFont typeface="Arial" panose="020B0604020202020204" pitchFamily="34" charset="0"/>
              <a:buChar char="•"/>
            </a:pPr>
            <a:r>
              <a:rPr lang="pt-BR" sz="1100" b="1">
                <a:solidFill>
                  <a:schemeClr val="tx1"/>
                </a:solidFill>
                <a:latin typeface="Arial Narrow" panose="020B0606020202030204" pitchFamily="34" charset="0"/>
              </a:rPr>
              <a:t>BLINDAGEM/RETENÇÃO	</a:t>
            </a:r>
          </a:p>
          <a:p>
            <a:pPr lvl="2"/>
            <a:r>
              <a:rPr lang="pt-BR" sz="1100" b="0">
                <a:solidFill>
                  <a:schemeClr val="tx1"/>
                </a:solidFill>
                <a:latin typeface="Arial Narrow" panose="020B0606020202030204" pitchFamily="34" charset="0"/>
              </a:rPr>
              <a:t>Esse estágio abrange a jornada dos clientes que se pretendem afastar ou são </a:t>
            </a:r>
            <a:r>
              <a:rPr lang="pt-BR" sz="1100" b="0" err="1">
                <a:solidFill>
                  <a:schemeClr val="tx1"/>
                </a:solidFill>
                <a:latin typeface="Arial Narrow" panose="020B0606020202030204" pitchFamily="34" charset="0"/>
              </a:rPr>
              <a:t>suseptiveis</a:t>
            </a:r>
            <a:r>
              <a:rPr lang="pt-BR" sz="1100" b="0">
                <a:solidFill>
                  <a:schemeClr val="tx1"/>
                </a:solidFill>
                <a:latin typeface="Arial Narrow" panose="020B0606020202030204" pitchFamily="34" charset="0"/>
              </a:rPr>
              <a:t> de blindagem e as tentativas de recuperá-los e </a:t>
            </a:r>
            <a:r>
              <a:rPr lang="pt-BR" sz="1100" b="0" err="1">
                <a:solidFill>
                  <a:schemeClr val="tx1"/>
                </a:solidFill>
                <a:latin typeface="Arial Narrow" panose="020B0606020202030204" pitchFamily="34" charset="0"/>
              </a:rPr>
              <a:t>fidelizá-los</a:t>
            </a:r>
            <a:r>
              <a:rPr lang="pt-BR" sz="1100" b="0">
                <a:solidFill>
                  <a:schemeClr val="tx1"/>
                </a:solidFill>
                <a:latin typeface="Arial Narrow" panose="020B0606020202030204" pitchFamily="34" charset="0"/>
              </a:rPr>
              <a:t>.</a:t>
            </a:r>
          </a:p>
          <a:p>
            <a:pPr marL="1085850" lvl="2" indent="-171450">
              <a:buFont typeface="Arial" panose="020B0604020202020204" pitchFamily="34" charset="0"/>
              <a:buChar char="•"/>
            </a:pPr>
            <a:r>
              <a:rPr lang="pt-BR" sz="1100" b="1">
                <a:solidFill>
                  <a:schemeClr val="tx1"/>
                </a:solidFill>
                <a:latin typeface="Arial Narrow" panose="020B0606020202030204" pitchFamily="34" charset="0"/>
              </a:rPr>
              <a:t>PROLONGAÇÃO</a:t>
            </a:r>
          </a:p>
          <a:p>
            <a:pPr lvl="2"/>
            <a:r>
              <a:rPr lang="pt-BR" sz="1100" b="0">
                <a:solidFill>
                  <a:schemeClr val="tx1"/>
                </a:solidFill>
                <a:latin typeface="Arial Narrow" panose="020B0606020202030204" pitchFamily="34" charset="0"/>
              </a:rPr>
              <a:t>Às vezes, as dúvidas dos clientes sobre o uso adicional resultam em sua permanência no seu serviço.</a:t>
            </a:r>
          </a:p>
          <a:p>
            <a:pPr marL="1085850" lvl="2" indent="-171450">
              <a:buFont typeface="Arial" panose="020B0604020202020204" pitchFamily="34" charset="0"/>
              <a:buChar char="•"/>
            </a:pPr>
            <a:r>
              <a:rPr lang="pt-BR" sz="1100" b="1">
                <a:solidFill>
                  <a:schemeClr val="tx1"/>
                </a:solidFill>
                <a:latin typeface="Arial Narrow" panose="020B0606020202030204" pitchFamily="34" charset="0"/>
              </a:rPr>
              <a:t>MIGRAÇÃO</a:t>
            </a:r>
          </a:p>
          <a:p>
            <a:pPr lvl="2"/>
            <a:r>
              <a:rPr lang="pt-BR" sz="1100" b="0">
                <a:solidFill>
                  <a:schemeClr val="tx1"/>
                </a:solidFill>
                <a:latin typeface="Arial Narrow" panose="020B0606020202030204" pitchFamily="34" charset="0"/>
              </a:rPr>
              <a:t>Etapa onde o CLIENTE migra de um serviço ou produto para um superior ou inferior.</a:t>
            </a:r>
          </a:p>
          <a:p>
            <a:pPr marL="1085850" lvl="2" indent="-171450">
              <a:buFont typeface="Arial" panose="020B0604020202020204" pitchFamily="34" charset="0"/>
              <a:buChar char="•"/>
            </a:pPr>
            <a:r>
              <a:rPr lang="pt-BR" sz="1100" b="1">
                <a:solidFill>
                  <a:schemeClr val="tx1"/>
                </a:solidFill>
                <a:latin typeface="Arial Narrow" panose="020B0606020202030204" pitchFamily="34" charset="0"/>
              </a:rPr>
              <a:t>CHURN OU DESCONTRATAÇÃO</a:t>
            </a:r>
          </a:p>
          <a:p>
            <a:pPr lvl="2"/>
            <a:r>
              <a:rPr lang="pt-BR" sz="1100" b="0">
                <a:solidFill>
                  <a:schemeClr val="tx1"/>
                </a:solidFill>
                <a:latin typeface="Arial Narrow" panose="020B0606020202030204" pitchFamily="34" charset="0"/>
              </a:rPr>
              <a:t>Às vezes, se a sua taxa de rotatividade for alta, as dúvidas dos clientes resultam em decisões de saída, não importa quão bom você seja na aquisição de clientes. Toda empresa odeia: o ponto de não retorno para os clientes. Pense em excluir uma conta de usuário para sempre - você simplesmente não tem mais como entrar em contato com o cliente.</a:t>
            </a:r>
          </a:p>
          <a:p>
            <a:pPr lvl="1"/>
            <a:endParaRPr lang="pt-BR" sz="1100" b="1">
              <a:solidFill>
                <a:schemeClr val="tx1"/>
              </a:solidFill>
              <a:latin typeface="Arial Narrow" panose="020B0606020202030204" pitchFamily="34" charset="0"/>
            </a:endParaRPr>
          </a:p>
          <a:p>
            <a:pPr marL="628650" lvl="1" indent="-171450">
              <a:buFont typeface="Arial" panose="020B0604020202020204" pitchFamily="34" charset="0"/>
              <a:buChar char="•"/>
            </a:pPr>
            <a:r>
              <a:rPr lang="pt-BR" sz="1100" b="1">
                <a:solidFill>
                  <a:srgbClr val="C00000"/>
                </a:solidFill>
                <a:latin typeface="Arial Narrow" panose="020B0606020202030204" pitchFamily="34" charset="0"/>
              </a:rPr>
              <a:t>FEEDBACK</a:t>
            </a:r>
          </a:p>
          <a:p>
            <a:pPr lvl="1"/>
            <a:r>
              <a:rPr lang="pt-BR" sz="1100" b="0">
                <a:solidFill>
                  <a:schemeClr val="tx1"/>
                </a:solidFill>
                <a:latin typeface="Arial Narrow" panose="020B0606020202030204" pitchFamily="34" charset="0"/>
              </a:rPr>
              <a:t>Etapa de avaliação e reclamação</a:t>
            </a:r>
          </a:p>
          <a:p>
            <a:pPr marL="1085850" lvl="2" indent="-171450">
              <a:buFont typeface="Arial" panose="020B0604020202020204" pitchFamily="34" charset="0"/>
              <a:buChar char="•"/>
            </a:pPr>
            <a:r>
              <a:rPr lang="pt-BR" sz="1100" b="1">
                <a:solidFill>
                  <a:schemeClr val="tx1"/>
                </a:solidFill>
                <a:latin typeface="Arial Narrow" panose="020B0606020202030204" pitchFamily="34" charset="0"/>
              </a:rPr>
              <a:t>AVALIAÇÃO</a:t>
            </a:r>
          </a:p>
          <a:p>
            <a:pPr lvl="2"/>
            <a:r>
              <a:rPr lang="pt-BR" sz="1100" b="0">
                <a:solidFill>
                  <a:schemeClr val="tx1"/>
                </a:solidFill>
                <a:latin typeface="Arial Narrow" panose="020B0606020202030204" pitchFamily="34" charset="0"/>
              </a:rPr>
              <a:t>Realmente não importa se as dúvidas dos clientes resultam em uso prolongado ou saem para sempre - saber por que eles tomaram essas decisões é igualmente importante.</a:t>
            </a:r>
          </a:p>
          <a:p>
            <a:pPr marL="1085850" lvl="2" indent="-171450">
              <a:buFont typeface="Arial" panose="020B0604020202020204" pitchFamily="34" charset="0"/>
              <a:buChar char="•"/>
            </a:pPr>
            <a:r>
              <a:rPr lang="pt-BR" sz="1100" b="1">
                <a:solidFill>
                  <a:schemeClr val="tx1"/>
                </a:solidFill>
                <a:latin typeface="Arial Narrow" panose="020B0606020202030204" pitchFamily="34" charset="0"/>
              </a:rPr>
              <a:t>RECLAMAÇÃO</a:t>
            </a:r>
          </a:p>
          <a:p>
            <a:pPr lvl="2"/>
            <a:r>
              <a:rPr lang="pt-BR" sz="1100" b="0">
                <a:solidFill>
                  <a:schemeClr val="tx1"/>
                </a:solidFill>
                <a:latin typeface="Arial Narrow" panose="020B0606020202030204" pitchFamily="34" charset="0"/>
              </a:rPr>
              <a:t>Sempre que seus clientes saem com experiências ruins, eles podem ter algumas histórias sobre o seu serviço para contar ao mundo. Certifique-se de abordar comentários negativos, sejam eles públicos ou não - as vozes dos clientes devem ser ouvidas!</a:t>
            </a:r>
          </a:p>
          <a:p>
            <a:pPr lvl="1"/>
            <a:r>
              <a:rPr lang="pt-BR" sz="1100" b="1">
                <a:solidFill>
                  <a:schemeClr val="tx1"/>
                </a:solidFill>
                <a:latin typeface="Arial Narrow" panose="020B0606020202030204" pitchFamily="34" charset="0"/>
              </a:rPr>
              <a:t>	</a:t>
            </a:r>
          </a:p>
          <a:p>
            <a:pPr lvl="1"/>
            <a:r>
              <a:rPr lang="pt-BR" sz="1100" b="1">
                <a:solidFill>
                  <a:schemeClr val="tx1"/>
                </a:solidFill>
                <a:latin typeface="Arial Narrow" panose="020B0606020202030204" pitchFamily="34" charset="0"/>
              </a:rPr>
              <a:t>	</a:t>
            </a:r>
          </a:p>
          <a:p>
            <a:pPr lvl="1"/>
            <a:endParaRPr lang="pt-BR" sz="1100" b="1">
              <a:solidFill>
                <a:schemeClr val="tx1"/>
              </a:solidFill>
              <a:latin typeface="Arial Narrow" panose="020B0606020202030204" pitchFamily="34" charset="0"/>
            </a:endParaRPr>
          </a:p>
          <a:p>
            <a:endParaRPr lang="pt-BR" sz="1100" b="1">
              <a:solidFill>
                <a:schemeClr val="tx1"/>
              </a:solidFill>
              <a:latin typeface="Arial Narrow" panose="020B0606020202030204" pitchFamily="34" charset="0"/>
            </a:endParaRP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47" name="Retângulo: Cantos Arredondados 146">
            <a:extLst>
              <a:ext uri="{FF2B5EF4-FFF2-40B4-BE49-F238E27FC236}">
                <a16:creationId xmlns:a16="http://schemas.microsoft.com/office/drawing/2014/main" id="{9229C4AE-376F-4605-8153-F8723D076920}"/>
              </a:ext>
            </a:extLst>
          </p:cNvPr>
          <p:cNvSpPr/>
          <p:nvPr userDrawn="1"/>
        </p:nvSpPr>
        <p:spPr>
          <a:xfrm>
            <a:off x="669391" y="179801"/>
            <a:ext cx="526494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FAQ – LER A VISÃO DE JORNADA (Cont.)</a:t>
            </a:r>
          </a:p>
        </p:txBody>
      </p:sp>
      <p:pic>
        <p:nvPicPr>
          <p:cNvPr id="149" name="Immagine 7" descr="secondario_rgb.png">
            <a:extLst>
              <a:ext uri="{FF2B5EF4-FFF2-40B4-BE49-F238E27FC236}">
                <a16:creationId xmlns:a16="http://schemas.microsoft.com/office/drawing/2014/main" id="{E5C6C0CA-158B-4838-AA4D-78D04351509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Tree>
    <p:extLst>
      <p:ext uri="{BB962C8B-B14F-4D97-AF65-F5344CB8AC3E}">
        <p14:creationId xmlns:p14="http://schemas.microsoft.com/office/powerpoint/2010/main" val="6781632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PÁGINA PRINCIPAL">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C08524-9ACA-428C-B795-CE978E93269E}"/>
              </a:ext>
            </a:extLst>
          </p:cNvPr>
          <p:cNvPicPr>
            <a:picLocks noChangeAspect="1" noChangeArrowheads="1"/>
          </p:cNvPicPr>
          <p:nvPr userDrawn="1"/>
        </p:nvPicPr>
        <p:blipFill>
          <a:blip r:embed="rId2"/>
          <a:srcRect/>
          <a:stretch/>
        </p:blipFill>
        <p:spPr bwMode="auto">
          <a:xfrm>
            <a:off x="4963" y="3045"/>
            <a:ext cx="12181172" cy="6851909"/>
          </a:xfrm>
          <a:prstGeom prst="rect">
            <a:avLst/>
          </a:prstGeom>
          <a:noFill/>
          <a:extLst>
            <a:ext uri="{909E8E84-426E-40DD-AFC4-6F175D3DCCD1}">
              <a14:hiddenFill xmlns:a14="http://schemas.microsoft.com/office/drawing/2010/main">
                <a:solidFill>
                  <a:srgbClr val="FFFFFF"/>
                </a:solidFill>
              </a14:hiddenFill>
            </a:ext>
          </a:extLst>
        </p:spPr>
      </p:pic>
      <p:sp>
        <p:nvSpPr>
          <p:cNvPr id="2" name="Retângulo 1">
            <a:extLst>
              <a:ext uri="{FF2B5EF4-FFF2-40B4-BE49-F238E27FC236}">
                <a16:creationId xmlns:a16="http://schemas.microsoft.com/office/drawing/2014/main" id="{1A9CCDF0-81AD-457C-8EDB-0DBFFC575F78}"/>
              </a:ext>
            </a:extLst>
          </p:cNvPr>
          <p:cNvSpPr/>
          <p:nvPr userDrawn="1"/>
        </p:nvSpPr>
        <p:spPr>
          <a:xfrm>
            <a:off x="-1803" y="0"/>
            <a:ext cx="12186135" cy="6858000"/>
          </a:xfrm>
          <a:prstGeom prst="rect">
            <a:avLst/>
          </a:prstGeom>
          <a:solidFill>
            <a:schemeClr val="accent1">
              <a:lumMod val="75000"/>
              <a:lumOff val="25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6" name="Retângulo: Cantos Superiores Arredondados 5">
            <a:extLst>
              <a:ext uri="{FF2B5EF4-FFF2-40B4-BE49-F238E27FC236}">
                <a16:creationId xmlns:a16="http://schemas.microsoft.com/office/drawing/2014/main" id="{58280137-A574-49A2-B09A-F3051C4607DC}"/>
              </a:ext>
            </a:extLst>
          </p:cNvPr>
          <p:cNvSpPr/>
          <p:nvPr userDrawn="1"/>
        </p:nvSpPr>
        <p:spPr>
          <a:xfrm rot="16200000">
            <a:off x="4933946" y="-733003"/>
            <a:ext cx="4362883" cy="9768236"/>
          </a:xfrm>
          <a:prstGeom prst="round2SameRect">
            <a:avLst>
              <a:gd name="adj1" fmla="val 2717"/>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DADOS GERAIS</a:t>
            </a: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2845216" y="2061741"/>
            <a:ext cx="9060183" cy="146385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BREVE DESCRIÇÃO</a:t>
            </a:r>
          </a:p>
        </p:txBody>
      </p:sp>
      <p:sp>
        <p:nvSpPr>
          <p:cNvPr id="14" name="Retângulo 13">
            <a:extLst>
              <a:ext uri="{FF2B5EF4-FFF2-40B4-BE49-F238E27FC236}">
                <a16:creationId xmlns:a16="http://schemas.microsoft.com/office/drawing/2014/main" id="{4A256136-F6DE-472D-AA92-FBB9B00DE68B}"/>
              </a:ext>
            </a:extLst>
          </p:cNvPr>
          <p:cNvSpPr/>
          <p:nvPr userDrawn="1"/>
        </p:nvSpPr>
        <p:spPr>
          <a:xfrm>
            <a:off x="2835910" y="3604100"/>
            <a:ext cx="2225183" cy="8343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ÁREA SOLICITANTE</a:t>
            </a:r>
          </a:p>
        </p:txBody>
      </p:sp>
      <p:sp>
        <p:nvSpPr>
          <p:cNvPr id="16" name="Retângulo 15">
            <a:extLst>
              <a:ext uri="{FF2B5EF4-FFF2-40B4-BE49-F238E27FC236}">
                <a16:creationId xmlns:a16="http://schemas.microsoft.com/office/drawing/2014/main" id="{1FF60D90-0D45-4C32-B56B-B6CD0A532BFF}"/>
              </a:ext>
            </a:extLst>
          </p:cNvPr>
          <p:cNvSpPr/>
          <p:nvPr userDrawn="1"/>
        </p:nvSpPr>
        <p:spPr>
          <a:xfrm>
            <a:off x="7395671" y="3604100"/>
            <a:ext cx="2232000" cy="8343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CATEGORIA DO PROJETO</a:t>
            </a:r>
          </a:p>
        </p:txBody>
      </p:sp>
      <p:sp>
        <p:nvSpPr>
          <p:cNvPr id="29" name="Retângulo: Cantos Arredondados 28">
            <a:extLst>
              <a:ext uri="{FF2B5EF4-FFF2-40B4-BE49-F238E27FC236}">
                <a16:creationId xmlns:a16="http://schemas.microsoft.com/office/drawing/2014/main" id="{DAFFD19B-00AF-4D83-BB11-45B5AF4FA441}"/>
              </a:ext>
            </a:extLst>
          </p:cNvPr>
          <p:cNvSpPr/>
          <p:nvPr userDrawn="1"/>
        </p:nvSpPr>
        <p:spPr>
          <a:xfrm>
            <a:off x="9539310" y="950629"/>
            <a:ext cx="2439466" cy="360000"/>
          </a:xfrm>
          <a:prstGeom prst="roundRect">
            <a:avLst>
              <a:gd name="adj" fmla="val 9887"/>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400" b="1">
                <a:solidFill>
                  <a:schemeClr val="tx1"/>
                </a:solidFill>
                <a:latin typeface="Arial Narrow" panose="020B0606020202030204" pitchFamily="34" charset="0"/>
              </a:rPr>
              <a:t>ID</a:t>
            </a:r>
          </a:p>
        </p:txBody>
      </p:sp>
      <p:sp>
        <p:nvSpPr>
          <p:cNvPr id="56" name="Espaço Reservado para Texto 46">
            <a:extLst>
              <a:ext uri="{FF2B5EF4-FFF2-40B4-BE49-F238E27FC236}">
                <a16:creationId xmlns:a16="http://schemas.microsoft.com/office/drawing/2014/main" id="{CAB4D051-DBCA-40B4-97F1-1C9A125C0AA1}"/>
              </a:ext>
            </a:extLst>
          </p:cNvPr>
          <p:cNvSpPr>
            <a:spLocks noGrp="1"/>
          </p:cNvSpPr>
          <p:nvPr>
            <p:ph type="body" sz="quarter" idx="28" hasCustomPrompt="1"/>
          </p:nvPr>
        </p:nvSpPr>
        <p:spPr>
          <a:xfrm>
            <a:off x="2835441" y="3742687"/>
            <a:ext cx="2233752" cy="695761"/>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Indique a área solicitante deste projeto ou solução.</a:t>
            </a:r>
          </a:p>
        </p:txBody>
      </p:sp>
      <p:sp>
        <p:nvSpPr>
          <p:cNvPr id="57" name="Espaço Reservado para Texto 46">
            <a:extLst>
              <a:ext uri="{FF2B5EF4-FFF2-40B4-BE49-F238E27FC236}">
                <a16:creationId xmlns:a16="http://schemas.microsoft.com/office/drawing/2014/main" id="{4A727AC1-17EE-44B9-B650-279537D48925}"/>
              </a:ext>
            </a:extLst>
          </p:cNvPr>
          <p:cNvSpPr>
            <a:spLocks noGrp="1"/>
          </p:cNvSpPr>
          <p:nvPr>
            <p:ph type="body" sz="quarter" idx="29" hasCustomPrompt="1"/>
          </p:nvPr>
        </p:nvSpPr>
        <p:spPr>
          <a:xfrm>
            <a:off x="2847028" y="2221512"/>
            <a:ext cx="9021234" cy="1215192"/>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Descreva brevemente o projeto ou solução proposta, bem como os seus objetivos e os impactos de forma geral que este tem para a TIM.</a:t>
            </a:r>
          </a:p>
        </p:txBody>
      </p:sp>
      <p:sp>
        <p:nvSpPr>
          <p:cNvPr id="59" name="Espaço Reservado para Texto 46">
            <a:extLst>
              <a:ext uri="{FF2B5EF4-FFF2-40B4-BE49-F238E27FC236}">
                <a16:creationId xmlns:a16="http://schemas.microsoft.com/office/drawing/2014/main" id="{3DB93101-8243-4159-A421-C0B6B1498B02}"/>
              </a:ext>
            </a:extLst>
          </p:cNvPr>
          <p:cNvSpPr>
            <a:spLocks noGrp="1"/>
          </p:cNvSpPr>
          <p:nvPr>
            <p:ph type="body" sz="quarter" idx="30" hasCustomPrompt="1"/>
          </p:nvPr>
        </p:nvSpPr>
        <p:spPr>
          <a:xfrm>
            <a:off x="7384526" y="3753440"/>
            <a:ext cx="2215440" cy="685008"/>
          </a:xfrm>
        </p:spPr>
        <p:txBody>
          <a:bodyPr>
            <a:normAutofit/>
          </a:bodyPr>
          <a:lstStyle>
            <a:lvl1pPr marL="0" indent="0">
              <a:lnSpc>
                <a:spcPct val="100000"/>
              </a:lnSpc>
              <a:spcBef>
                <a:spcPts val="100"/>
              </a:spcBef>
              <a:buNone/>
              <a:defRPr sz="1050">
                <a:solidFill>
                  <a:srgbClr val="1E5AA2"/>
                </a:solidFill>
                <a:latin typeface="Arial Narrow" panose="020B0606020202030204" pitchFamily="34" charset="0"/>
              </a:defRPr>
            </a:lvl1pPr>
          </a:lstStyle>
          <a:p>
            <a:pPr lvl="0"/>
            <a:r>
              <a:rPr lang="pt-BR"/>
              <a:t>Indique em que categoria se enquadra o escopo, “Plano”, “Oferta, Bônus”, “Estrurural”, “Fixa”,”Relatórios”, “Liberação de Perfil”,….</a:t>
            </a:r>
          </a:p>
        </p:txBody>
      </p:sp>
      <p:sp>
        <p:nvSpPr>
          <p:cNvPr id="70" name="Espaço Reservado para Texto 66">
            <a:extLst>
              <a:ext uri="{FF2B5EF4-FFF2-40B4-BE49-F238E27FC236}">
                <a16:creationId xmlns:a16="http://schemas.microsoft.com/office/drawing/2014/main" id="{20A738E8-F1B3-410F-AD5B-C8758CB029CF}"/>
              </a:ext>
            </a:extLst>
          </p:cNvPr>
          <p:cNvSpPr>
            <a:spLocks noGrp="1"/>
          </p:cNvSpPr>
          <p:nvPr>
            <p:ph type="body" sz="quarter" idx="40" hasCustomPrompt="1"/>
          </p:nvPr>
        </p:nvSpPr>
        <p:spPr>
          <a:xfrm>
            <a:off x="10051649" y="943616"/>
            <a:ext cx="2254850" cy="360000"/>
          </a:xfrm>
        </p:spPr>
        <p:txBody>
          <a:bodyPr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a:solidFill>
                  <a:schemeClr val="accent5">
                    <a:lumMod val="50000"/>
                  </a:schemeClr>
                </a:solidFill>
                <a:latin typeface="Arial Narrow" panose="020B0606020202030204" pitchFamily="34" charset="0"/>
              </a:defRPr>
            </a:lvl1pPr>
            <a:lvl2pPr>
              <a:defRPr sz="1400">
                <a:latin typeface="Arial Narrow" panose="020B0606020202030204" pitchFamily="34" charset="0"/>
              </a:defRPr>
            </a:lvl2pPr>
            <a:lvl3pPr>
              <a:defRPr sz="1200">
                <a:latin typeface="Arial Narrow" panose="020B0606020202030204" pitchFamily="34" charset="0"/>
              </a:defRPr>
            </a:lvl3pPr>
            <a:lvl4pPr>
              <a:defRPr sz="1100">
                <a:latin typeface="Arial Narrow" panose="020B0606020202030204" pitchFamily="34" charset="0"/>
              </a:defRPr>
            </a:lvl4pPr>
            <a:lvl5pPr>
              <a:defRPr sz="1100">
                <a:latin typeface="Arial Narrow" panose="020B0606020202030204" pitchFamily="34" charset="0"/>
              </a:defRPr>
            </a:lvl5pPr>
          </a:lstStyle>
          <a:p>
            <a:pPr lvl="0"/>
            <a:r>
              <a:rPr lang="pt-BR"/>
              <a:t>Se aplicável</a:t>
            </a:r>
          </a:p>
        </p:txBody>
      </p:sp>
      <p:sp>
        <p:nvSpPr>
          <p:cNvPr id="4" name="Retângulo: Cantos Arredondados 3">
            <a:extLst>
              <a:ext uri="{FF2B5EF4-FFF2-40B4-BE49-F238E27FC236}">
                <a16:creationId xmlns:a16="http://schemas.microsoft.com/office/drawing/2014/main" id="{6EAB1FB2-A5CB-4B78-8F50-D05C292ABDD2}"/>
              </a:ext>
            </a:extLst>
          </p:cNvPr>
          <p:cNvSpPr/>
          <p:nvPr userDrawn="1"/>
        </p:nvSpPr>
        <p:spPr>
          <a:xfrm>
            <a:off x="195615" y="950628"/>
            <a:ext cx="8696669" cy="781877"/>
          </a:xfrm>
          <a:prstGeom prst="roundRect">
            <a:avLst>
              <a:gd name="adj" fmla="val 9887"/>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400" b="1">
                <a:solidFill>
                  <a:schemeClr val="tx1"/>
                </a:solidFill>
                <a:latin typeface="Arial Narrow" panose="020B0606020202030204" pitchFamily="34" charset="0"/>
              </a:rPr>
              <a:t>NOME DO PROJETO</a:t>
            </a:r>
          </a:p>
        </p:txBody>
      </p:sp>
      <p:sp>
        <p:nvSpPr>
          <p:cNvPr id="71" name="Espaço Reservado para Texto 66">
            <a:extLst>
              <a:ext uri="{FF2B5EF4-FFF2-40B4-BE49-F238E27FC236}">
                <a16:creationId xmlns:a16="http://schemas.microsoft.com/office/drawing/2014/main" id="{89E21D25-0F24-4E5E-87A7-0936490D4A41}"/>
              </a:ext>
            </a:extLst>
          </p:cNvPr>
          <p:cNvSpPr>
            <a:spLocks noGrp="1"/>
          </p:cNvSpPr>
          <p:nvPr>
            <p:ph type="body" sz="quarter" idx="41" hasCustomPrompt="1"/>
          </p:nvPr>
        </p:nvSpPr>
        <p:spPr>
          <a:xfrm>
            <a:off x="2145839" y="1157131"/>
            <a:ext cx="6628880" cy="360000"/>
          </a:xfrm>
        </p:spPr>
        <p:txBody>
          <a:bodyPr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600" b="1">
                <a:solidFill>
                  <a:schemeClr val="accent5">
                    <a:lumMod val="50000"/>
                  </a:schemeClr>
                </a:solidFill>
                <a:latin typeface="Arial Narrow" panose="020B0606020202030204" pitchFamily="34" charset="0"/>
              </a:defRPr>
            </a:lvl1pPr>
            <a:lvl2pPr>
              <a:defRPr sz="1400">
                <a:latin typeface="Arial Narrow" panose="020B0606020202030204" pitchFamily="34" charset="0"/>
              </a:defRPr>
            </a:lvl2pPr>
            <a:lvl3pPr>
              <a:defRPr sz="1200">
                <a:latin typeface="Arial Narrow" panose="020B0606020202030204" pitchFamily="34" charset="0"/>
              </a:defRPr>
            </a:lvl3pPr>
            <a:lvl4pPr>
              <a:defRPr sz="1100">
                <a:latin typeface="Arial Narrow" panose="020B0606020202030204" pitchFamily="34" charset="0"/>
              </a:defRPr>
            </a:lvl4pPr>
            <a:lvl5pPr>
              <a:defRPr sz="1100">
                <a:latin typeface="Arial Narrow" panose="020B0606020202030204" pitchFamily="34" charset="0"/>
              </a:defRPr>
            </a:lvl5pPr>
          </a:lstStyle>
          <a:p>
            <a:pPr lvl="0"/>
            <a:r>
              <a:rPr lang="pt-BR"/>
              <a:t>Insira no nome do projeto ou solução</a:t>
            </a:r>
          </a:p>
        </p:txBody>
      </p:sp>
      <p:sp>
        <p:nvSpPr>
          <p:cNvPr id="5" name="Retângulo 4">
            <a:extLst>
              <a:ext uri="{FF2B5EF4-FFF2-40B4-BE49-F238E27FC236}">
                <a16:creationId xmlns:a16="http://schemas.microsoft.com/office/drawing/2014/main" id="{B18B73BC-C096-494E-BA8D-11B342C1FF98}"/>
              </a:ext>
            </a:extLst>
          </p:cNvPr>
          <p:cNvSpPr/>
          <p:nvPr userDrawn="1"/>
        </p:nvSpPr>
        <p:spPr>
          <a:xfrm>
            <a:off x="5110092" y="3604100"/>
            <a:ext cx="2232000" cy="8343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LÍDER DO PRODUTO</a:t>
            </a:r>
          </a:p>
        </p:txBody>
      </p:sp>
      <p:sp>
        <p:nvSpPr>
          <p:cNvPr id="74" name="Espaço Reservado para Texto 46">
            <a:extLst>
              <a:ext uri="{FF2B5EF4-FFF2-40B4-BE49-F238E27FC236}">
                <a16:creationId xmlns:a16="http://schemas.microsoft.com/office/drawing/2014/main" id="{7ADBF62A-BEDF-4A57-9CD2-D9766CF96E46}"/>
              </a:ext>
            </a:extLst>
          </p:cNvPr>
          <p:cNvSpPr>
            <a:spLocks noGrp="1"/>
          </p:cNvSpPr>
          <p:nvPr>
            <p:ph type="body" sz="quarter" idx="42" hasCustomPrompt="1"/>
          </p:nvPr>
        </p:nvSpPr>
        <p:spPr>
          <a:xfrm>
            <a:off x="5091012" y="3762766"/>
            <a:ext cx="2262727" cy="675682"/>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Indique o responsável ou líder do produto deste projeto/solução.</a:t>
            </a:r>
          </a:p>
        </p:txBody>
      </p:sp>
      <p:sp>
        <p:nvSpPr>
          <p:cNvPr id="32" name="Retângulo 31">
            <a:extLst>
              <a:ext uri="{FF2B5EF4-FFF2-40B4-BE49-F238E27FC236}">
                <a16:creationId xmlns:a16="http://schemas.microsoft.com/office/drawing/2014/main" id="{5F77F51D-E9D9-498D-BB9A-50C1FFA1A714}"/>
              </a:ext>
            </a:extLst>
          </p:cNvPr>
          <p:cNvSpPr/>
          <p:nvPr userDrawn="1"/>
        </p:nvSpPr>
        <p:spPr>
          <a:xfrm>
            <a:off x="9673399" y="3604100"/>
            <a:ext cx="2232000" cy="8343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SEGMENTO</a:t>
            </a:r>
          </a:p>
        </p:txBody>
      </p:sp>
      <p:pic>
        <p:nvPicPr>
          <p:cNvPr id="199682" name="Picture 2">
            <a:extLst>
              <a:ext uri="{FF2B5EF4-FFF2-40B4-BE49-F238E27FC236}">
                <a16:creationId xmlns:a16="http://schemas.microsoft.com/office/drawing/2014/main" id="{65727655-5666-4C96-8B0A-BA45A913ECCF}"/>
              </a:ext>
            </a:extLst>
          </p:cNvPr>
          <p:cNvPicPr>
            <a:picLocks noChangeAspect="1" noChangeArrowheads="1"/>
          </p:cNvPicPr>
          <p:nvPr userDrawn="1"/>
        </p:nvPicPr>
        <p:blipFill>
          <a:blip r:embed="rId3"/>
          <a:srcRect/>
          <a:stretch/>
        </p:blipFill>
        <p:spPr bwMode="auto">
          <a:xfrm rot="16200000">
            <a:off x="-672679" y="3479451"/>
            <a:ext cx="3654045" cy="967103"/>
          </a:xfrm>
          <a:prstGeom prst="rect">
            <a:avLst/>
          </a:prstGeom>
          <a:noFill/>
          <a:extLst>
            <a:ext uri="{909E8E84-426E-40DD-AFC4-6F175D3DCCD1}">
              <a14:hiddenFill xmlns:a14="http://schemas.microsoft.com/office/drawing/2010/main">
                <a:solidFill>
                  <a:srgbClr val="FFFFFF"/>
                </a:solidFill>
              </a14:hiddenFill>
            </a:ext>
          </a:extLst>
        </p:spPr>
      </p:pic>
      <p:sp>
        <p:nvSpPr>
          <p:cNvPr id="38" name="object 30">
            <a:extLst>
              <a:ext uri="{FF2B5EF4-FFF2-40B4-BE49-F238E27FC236}">
                <a16:creationId xmlns:a16="http://schemas.microsoft.com/office/drawing/2014/main" id="{C4CA0025-338A-4BB1-A58C-FFA40F1F1957}"/>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0" name="Imagem 39">
            <a:extLst>
              <a:ext uri="{FF2B5EF4-FFF2-40B4-BE49-F238E27FC236}">
                <a16:creationId xmlns:a16="http://schemas.microsoft.com/office/drawing/2014/main" id="{8BA6ED02-F5AA-42CB-911E-607C56935352}"/>
              </a:ext>
            </a:extLst>
          </p:cNvPr>
          <p:cNvPicPr>
            <a:picLocks noChangeAspect="1"/>
          </p:cNvPicPr>
          <p:nvPr userDrawn="1"/>
        </p:nvPicPr>
        <p:blipFill>
          <a:blip r:embed="rId4"/>
          <a:srcRect/>
          <a:stretch/>
        </p:blipFill>
        <p:spPr>
          <a:xfrm>
            <a:off x="255313" y="6480194"/>
            <a:ext cx="256801" cy="208487"/>
          </a:xfrm>
          <a:prstGeom prst="rect">
            <a:avLst/>
          </a:prstGeom>
        </p:spPr>
      </p:pic>
      <p:pic>
        <p:nvPicPr>
          <p:cNvPr id="41" name="Immagine 7">
            <a:extLst>
              <a:ext uri="{FF2B5EF4-FFF2-40B4-BE49-F238E27FC236}">
                <a16:creationId xmlns:a16="http://schemas.microsoft.com/office/drawing/2014/main" id="{641D15D7-72E5-4C1A-8C6E-BD9B913CA257}"/>
              </a:ext>
            </a:extLst>
          </p:cNvPr>
          <p:cNvPicPr>
            <a:picLocks noChangeAspect="1"/>
          </p:cNvPicPr>
          <p:nvPr userDrawn="1"/>
        </p:nvPicPr>
        <p:blipFill>
          <a:blip r:embed="rId3"/>
          <a:srcRect/>
          <a:stretch/>
        </p:blipFill>
        <p:spPr>
          <a:xfrm>
            <a:off x="11324415" y="6465537"/>
            <a:ext cx="571677" cy="151303"/>
          </a:xfrm>
          <a:prstGeom prst="rect">
            <a:avLst/>
          </a:prstGeom>
        </p:spPr>
      </p:pic>
      <p:sp>
        <p:nvSpPr>
          <p:cNvPr id="42" name="Segnaposto numero diapositiva 1">
            <a:extLst>
              <a:ext uri="{FF2B5EF4-FFF2-40B4-BE49-F238E27FC236}">
                <a16:creationId xmlns:a16="http://schemas.microsoft.com/office/drawing/2014/main" id="{2627945A-D87A-4E6B-8CF5-87B7D9D926A7}"/>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chemeClr val="bg1"/>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17" name="Retângulo: Cantos Arredondados 16">
            <a:extLst>
              <a:ext uri="{FF2B5EF4-FFF2-40B4-BE49-F238E27FC236}">
                <a16:creationId xmlns:a16="http://schemas.microsoft.com/office/drawing/2014/main" id="{3BA24EDD-C4B7-4AC5-83F9-C3F4ACC383D3}"/>
              </a:ext>
            </a:extLst>
          </p:cNvPr>
          <p:cNvSpPr/>
          <p:nvPr userDrawn="1"/>
        </p:nvSpPr>
        <p:spPr>
          <a:xfrm>
            <a:off x="669391" y="179801"/>
            <a:ext cx="3602163"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bg1"/>
                </a:solidFill>
                <a:latin typeface="Arial Narrow" panose="020B0606020202030204" pitchFamily="34" charset="0"/>
              </a:rPr>
              <a:t>CONCEITO GERAL</a:t>
            </a:r>
          </a:p>
        </p:txBody>
      </p:sp>
      <p:pic>
        <p:nvPicPr>
          <p:cNvPr id="18" name="Immagine 7">
            <a:extLst>
              <a:ext uri="{FF2B5EF4-FFF2-40B4-BE49-F238E27FC236}">
                <a16:creationId xmlns:a16="http://schemas.microsoft.com/office/drawing/2014/main" id="{F2FBFCC9-3963-474A-B41F-E20DA3DC9D13}"/>
              </a:ext>
            </a:extLst>
          </p:cNvPr>
          <p:cNvPicPr>
            <a:picLocks noChangeAspect="1"/>
          </p:cNvPicPr>
          <p:nvPr userDrawn="1"/>
        </p:nvPicPr>
        <p:blipFill>
          <a:blip r:embed="rId3"/>
          <a:srcRect/>
          <a:stretch/>
        </p:blipFill>
        <p:spPr>
          <a:xfrm>
            <a:off x="10910659" y="301775"/>
            <a:ext cx="985433" cy="260811"/>
          </a:xfrm>
          <a:prstGeom prst="rect">
            <a:avLst/>
          </a:prstGeom>
        </p:spPr>
      </p:pic>
      <p:graphicFrame>
        <p:nvGraphicFramePr>
          <p:cNvPr id="7" name="Tabela 8">
            <a:extLst>
              <a:ext uri="{FF2B5EF4-FFF2-40B4-BE49-F238E27FC236}">
                <a16:creationId xmlns:a16="http://schemas.microsoft.com/office/drawing/2014/main" id="{6D548CC4-563F-4472-9394-E664F8B7DE82}"/>
              </a:ext>
            </a:extLst>
          </p:cNvPr>
          <p:cNvGraphicFramePr>
            <a:graphicFrameLocks noGrp="1"/>
          </p:cNvGraphicFramePr>
          <p:nvPr userDrawn="1">
            <p:extLst>
              <p:ext uri="{D42A27DB-BD31-4B8C-83A1-F6EECF244321}">
                <p14:modId xmlns:p14="http://schemas.microsoft.com/office/powerpoint/2010/main" val="544479364"/>
              </p:ext>
            </p:extLst>
          </p:nvPr>
        </p:nvGraphicFramePr>
        <p:xfrm>
          <a:off x="2845215" y="4516948"/>
          <a:ext cx="9060184" cy="1692240"/>
        </p:xfrm>
        <a:graphic>
          <a:graphicData uri="http://schemas.openxmlformats.org/drawingml/2006/table">
            <a:tbl>
              <a:tblPr firstRow="1" bandRow="1">
                <a:tableStyleId>{5C22544A-7EE6-4342-B048-85BDC9FD1C3A}</a:tableStyleId>
              </a:tblPr>
              <a:tblGrid>
                <a:gridCol w="2265209">
                  <a:extLst>
                    <a:ext uri="{9D8B030D-6E8A-4147-A177-3AD203B41FA5}">
                      <a16:colId xmlns:a16="http://schemas.microsoft.com/office/drawing/2014/main" val="1737411857"/>
                    </a:ext>
                  </a:extLst>
                </a:gridCol>
                <a:gridCol w="1686903">
                  <a:extLst>
                    <a:ext uri="{9D8B030D-6E8A-4147-A177-3AD203B41FA5}">
                      <a16:colId xmlns:a16="http://schemas.microsoft.com/office/drawing/2014/main" val="462210776"/>
                    </a:ext>
                  </a:extLst>
                </a:gridCol>
                <a:gridCol w="1649378">
                  <a:extLst>
                    <a:ext uri="{9D8B030D-6E8A-4147-A177-3AD203B41FA5}">
                      <a16:colId xmlns:a16="http://schemas.microsoft.com/office/drawing/2014/main" val="14387932"/>
                    </a:ext>
                  </a:extLst>
                </a:gridCol>
                <a:gridCol w="1733301">
                  <a:extLst>
                    <a:ext uri="{9D8B030D-6E8A-4147-A177-3AD203B41FA5}">
                      <a16:colId xmlns:a16="http://schemas.microsoft.com/office/drawing/2014/main" val="290134338"/>
                    </a:ext>
                  </a:extLst>
                </a:gridCol>
                <a:gridCol w="1725393">
                  <a:extLst>
                    <a:ext uri="{9D8B030D-6E8A-4147-A177-3AD203B41FA5}">
                      <a16:colId xmlns:a16="http://schemas.microsoft.com/office/drawing/2014/main" val="483181977"/>
                    </a:ext>
                  </a:extLst>
                </a:gridCol>
              </a:tblGrid>
              <a:tr h="332844">
                <a:tc>
                  <a:txBody>
                    <a:bodyPr/>
                    <a:lstStyle/>
                    <a:p>
                      <a:pPr marL="0" algn="l" defTabSz="914400" rtl="0" eaLnBrk="1" latinLnBrk="0" hangingPunct="1"/>
                      <a:r>
                        <a:rPr lang="pt-BR" sz="1100" b="1" kern="1200">
                          <a:solidFill>
                            <a:schemeClr val="tx1"/>
                          </a:solidFill>
                          <a:latin typeface="Arial Narrow" panose="020B0606020202030204" pitchFamily="34" charset="0"/>
                          <a:ea typeface="+mn-ea"/>
                          <a:cs typeface="+mn-cs"/>
                        </a:rPr>
                        <a:t>VERSÃO</a:t>
                      </a:r>
                    </a:p>
                  </a:txBody>
                  <a:tcPr>
                    <a:lnL w="12700" cap="flat" cmpd="sng" algn="ctr">
                      <a:solidFill>
                        <a:schemeClr val="bg1"/>
                      </a:solidFill>
                      <a:prstDash val="solid"/>
                      <a:round/>
                      <a:headEnd type="none" w="med" len="med"/>
                      <a:tailEnd type="none" w="med" len="med"/>
                    </a:lnL>
                    <a:lnR w="12700" cap="flat" cmpd="sng" algn="ctr">
                      <a:solidFill>
                        <a:schemeClr val="tx1">
                          <a:lumMod val="90000"/>
                          <a:lumOff val="1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endParaRPr lang="pt-BR"/>
                    </a:p>
                  </a:txBody>
                  <a:tcPr>
                    <a:lnL w="12700" cap="flat" cmpd="sng" algn="ctr">
                      <a:solidFill>
                        <a:schemeClr val="tx1">
                          <a:lumMod val="90000"/>
                          <a:lumOff val="10000"/>
                        </a:schemeClr>
                      </a:solidFill>
                      <a:prstDash val="solid"/>
                      <a:round/>
                      <a:headEnd type="none" w="med" len="med"/>
                      <a:tailEnd type="none" w="med" len="med"/>
                    </a:lnL>
                    <a:lnR w="12700" cap="flat" cmpd="sng" algn="ctr">
                      <a:solidFill>
                        <a:schemeClr val="tx1">
                          <a:lumMod val="90000"/>
                          <a:lumOff val="1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endParaRPr lang="pt-BR"/>
                    </a:p>
                  </a:txBody>
                  <a:tcPr>
                    <a:lnL w="12700" cap="flat" cmpd="sng" algn="ctr">
                      <a:solidFill>
                        <a:schemeClr val="tx1">
                          <a:lumMod val="90000"/>
                          <a:lumOff val="10000"/>
                        </a:schemeClr>
                      </a:solidFill>
                      <a:prstDash val="solid"/>
                      <a:round/>
                      <a:headEnd type="none" w="med" len="med"/>
                      <a:tailEnd type="none" w="med" len="med"/>
                    </a:lnL>
                    <a:lnR w="12700" cap="flat" cmpd="sng" algn="ctr">
                      <a:solidFill>
                        <a:schemeClr val="tx1">
                          <a:lumMod val="90000"/>
                          <a:lumOff val="1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endParaRPr lang="pt-BR"/>
                    </a:p>
                  </a:txBody>
                  <a:tcPr>
                    <a:lnL w="12700" cap="flat" cmpd="sng" algn="ctr">
                      <a:solidFill>
                        <a:schemeClr val="tx1">
                          <a:lumMod val="90000"/>
                          <a:lumOff val="10000"/>
                        </a:schemeClr>
                      </a:solidFill>
                      <a:prstDash val="solid"/>
                      <a:round/>
                      <a:headEnd type="none" w="med" len="med"/>
                      <a:tailEnd type="none" w="med" len="med"/>
                    </a:lnL>
                    <a:lnR w="12700" cap="flat" cmpd="sng" algn="ctr">
                      <a:solidFill>
                        <a:schemeClr val="tx1">
                          <a:lumMod val="90000"/>
                          <a:lumOff val="10000"/>
                        </a:schemeClr>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endParaRPr lang="pt-BR" dirty="0"/>
                    </a:p>
                  </a:txBody>
                  <a:tcPr>
                    <a:lnL w="12700" cap="flat" cmpd="sng" algn="ctr">
                      <a:solidFill>
                        <a:schemeClr val="tx1">
                          <a:lumMod val="90000"/>
                          <a:lumOff val="1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tx1">
                          <a:lumMod val="90000"/>
                          <a:lumOff val="1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68711756"/>
                  </a:ext>
                </a:extLst>
              </a:tr>
              <a:tr h="35220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b="1" kern="1200">
                          <a:solidFill>
                            <a:schemeClr val="tx1"/>
                          </a:solidFill>
                          <a:latin typeface="Arial Narrow" panose="020B0606020202030204" pitchFamily="34" charset="0"/>
                          <a:ea typeface="+mn-ea"/>
                          <a:cs typeface="+mn-cs"/>
                        </a:rPr>
                        <a:t>DATA</a:t>
                      </a:r>
                    </a:p>
                    <a:p>
                      <a:endParaRPr lang="pt-BR" sz="1100"/>
                    </a:p>
                  </a:txBody>
                  <a:tcPr>
                    <a:lnL w="12700" cap="flat" cmpd="sng" algn="ctr">
                      <a:solidFill>
                        <a:schemeClr val="bg1"/>
                      </a:solidFill>
                      <a:prstDash val="solid"/>
                      <a:round/>
                      <a:headEnd type="none" w="med" len="med"/>
                      <a:tailEnd type="none" w="med" len="med"/>
                    </a:lnL>
                    <a:lnR w="12700" cap="flat" cmpd="sng" algn="ctr">
                      <a:solidFill>
                        <a:schemeClr val="tx1">
                          <a:lumMod val="90000"/>
                          <a:lumOff val="10000"/>
                        </a:schemeClr>
                      </a:solidFill>
                      <a:prstDash val="solid"/>
                      <a:round/>
                      <a:headEnd type="none" w="med" len="med"/>
                      <a:tailEnd type="none" w="med" len="med"/>
                    </a:lnR>
                    <a:lnT w="12700" cap="flat" cmpd="sng" algn="ctr">
                      <a:solidFill>
                        <a:schemeClr val="tx1">
                          <a:lumMod val="90000"/>
                          <a:lumOff val="10000"/>
                        </a:schemeClr>
                      </a:solidFill>
                      <a:prstDash val="solid"/>
                      <a:round/>
                      <a:headEnd type="none" w="med" len="med"/>
                      <a:tailEnd type="none" w="med" len="med"/>
                    </a:lnT>
                    <a:lnB w="12700"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endParaRPr lang="pt-BR" sz="1600"/>
                    </a:p>
                  </a:txBody>
                  <a:tcPr>
                    <a:lnL w="12700" cap="flat" cmpd="sng" algn="ctr">
                      <a:solidFill>
                        <a:schemeClr val="tx1">
                          <a:lumMod val="90000"/>
                          <a:lumOff val="10000"/>
                        </a:schemeClr>
                      </a:solidFill>
                      <a:prstDash val="solid"/>
                      <a:round/>
                      <a:headEnd type="none" w="med" len="med"/>
                      <a:tailEnd type="none" w="med" len="med"/>
                    </a:lnL>
                    <a:lnR w="12700" cap="flat" cmpd="sng" algn="ctr">
                      <a:solidFill>
                        <a:schemeClr val="tx1">
                          <a:lumMod val="90000"/>
                          <a:lumOff val="10000"/>
                        </a:schemeClr>
                      </a:solidFill>
                      <a:prstDash val="solid"/>
                      <a:round/>
                      <a:headEnd type="none" w="med" len="med"/>
                      <a:tailEnd type="none" w="med" len="med"/>
                    </a:lnR>
                    <a:lnT w="12700" cap="flat" cmpd="sng" algn="ctr">
                      <a:solidFill>
                        <a:schemeClr val="tx1">
                          <a:lumMod val="90000"/>
                          <a:lumOff val="10000"/>
                        </a:schemeClr>
                      </a:solidFill>
                      <a:prstDash val="solid"/>
                      <a:round/>
                      <a:headEnd type="none" w="med" len="med"/>
                      <a:tailEnd type="none" w="med" len="med"/>
                    </a:lnT>
                    <a:lnB w="12700"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endParaRPr lang="pt-BR"/>
                    </a:p>
                  </a:txBody>
                  <a:tcPr>
                    <a:lnL w="12700" cap="flat" cmpd="sng" algn="ctr">
                      <a:solidFill>
                        <a:schemeClr val="tx1">
                          <a:lumMod val="90000"/>
                          <a:lumOff val="10000"/>
                        </a:schemeClr>
                      </a:solidFill>
                      <a:prstDash val="solid"/>
                      <a:round/>
                      <a:headEnd type="none" w="med" len="med"/>
                      <a:tailEnd type="none" w="med" len="med"/>
                    </a:lnL>
                    <a:lnR w="12700" cap="flat" cmpd="sng" algn="ctr">
                      <a:solidFill>
                        <a:schemeClr val="tx1">
                          <a:lumMod val="90000"/>
                          <a:lumOff val="10000"/>
                        </a:schemeClr>
                      </a:solidFill>
                      <a:prstDash val="solid"/>
                      <a:round/>
                      <a:headEnd type="none" w="med" len="med"/>
                      <a:tailEnd type="none" w="med" len="med"/>
                    </a:lnR>
                    <a:lnT w="12700" cap="flat" cmpd="sng" algn="ctr">
                      <a:solidFill>
                        <a:schemeClr val="tx1">
                          <a:lumMod val="90000"/>
                          <a:lumOff val="10000"/>
                        </a:schemeClr>
                      </a:solidFill>
                      <a:prstDash val="solid"/>
                      <a:round/>
                      <a:headEnd type="none" w="med" len="med"/>
                      <a:tailEnd type="none" w="med" len="med"/>
                    </a:lnT>
                    <a:lnB w="12700"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endParaRPr lang="pt-BR"/>
                    </a:p>
                  </a:txBody>
                  <a:tcPr>
                    <a:lnL w="12700" cap="flat" cmpd="sng" algn="ctr">
                      <a:solidFill>
                        <a:schemeClr val="tx1">
                          <a:lumMod val="90000"/>
                          <a:lumOff val="10000"/>
                        </a:schemeClr>
                      </a:solidFill>
                      <a:prstDash val="solid"/>
                      <a:round/>
                      <a:headEnd type="none" w="med" len="med"/>
                      <a:tailEnd type="none" w="med" len="med"/>
                    </a:lnL>
                    <a:lnR w="12700" cap="flat" cmpd="sng" algn="ctr">
                      <a:solidFill>
                        <a:schemeClr val="tx1">
                          <a:lumMod val="90000"/>
                          <a:lumOff val="10000"/>
                        </a:schemeClr>
                      </a:solidFill>
                      <a:prstDash val="solid"/>
                      <a:round/>
                      <a:headEnd type="none" w="med" len="med"/>
                      <a:tailEnd type="none" w="med" len="med"/>
                    </a:lnR>
                    <a:lnT w="12700" cap="flat" cmpd="sng" algn="ctr">
                      <a:solidFill>
                        <a:schemeClr val="tx1">
                          <a:lumMod val="90000"/>
                          <a:lumOff val="10000"/>
                        </a:schemeClr>
                      </a:solidFill>
                      <a:prstDash val="solid"/>
                      <a:round/>
                      <a:headEnd type="none" w="med" len="med"/>
                      <a:tailEnd type="none" w="med" len="med"/>
                    </a:lnT>
                    <a:lnB w="12700" cap="flat" cmpd="sng" algn="ctr">
                      <a:solidFill>
                        <a:schemeClr val="tx1">
                          <a:lumMod val="90000"/>
                          <a:lumOff val="10000"/>
                        </a:schemeClr>
                      </a:solidFill>
                      <a:prstDash val="solid"/>
                      <a:round/>
                      <a:headEnd type="none" w="med" len="med"/>
                      <a:tailEnd type="none" w="med" len="med"/>
                    </a:lnB>
                    <a:solidFill>
                      <a:schemeClr val="bg1"/>
                    </a:solidFill>
                  </a:tcPr>
                </a:tc>
                <a:tc>
                  <a:txBody>
                    <a:bodyPr/>
                    <a:lstStyle/>
                    <a:p>
                      <a:endParaRPr lang="pt-BR"/>
                    </a:p>
                  </a:txBody>
                  <a:tcPr>
                    <a:lnL w="12700" cap="flat" cmpd="sng" algn="ctr">
                      <a:solidFill>
                        <a:schemeClr val="tx1">
                          <a:lumMod val="90000"/>
                          <a:lumOff val="1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90000"/>
                          <a:lumOff val="10000"/>
                        </a:schemeClr>
                      </a:solidFill>
                      <a:prstDash val="solid"/>
                      <a:round/>
                      <a:headEnd type="none" w="med" len="med"/>
                      <a:tailEnd type="none" w="med" len="med"/>
                    </a:lnT>
                    <a:lnB w="12700" cap="flat" cmpd="sng" algn="ctr">
                      <a:solidFill>
                        <a:schemeClr val="tx1">
                          <a:lumMod val="90000"/>
                          <a:lumOff val="1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54450840"/>
                  </a:ext>
                </a:extLst>
              </a:tr>
              <a:tr h="8997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100" b="1" kern="1200">
                          <a:solidFill>
                            <a:schemeClr val="tx1"/>
                          </a:solidFill>
                          <a:latin typeface="Arial Narrow" panose="020B0606020202030204" pitchFamily="34" charset="0"/>
                          <a:ea typeface="+mn-ea"/>
                          <a:cs typeface="+mn-cs"/>
                        </a:rPr>
                        <a:t>DETALHAMENTO</a:t>
                      </a:r>
                    </a:p>
                    <a:p>
                      <a:endParaRPr lang="pt-BR" sz="1100"/>
                    </a:p>
                  </a:txBody>
                  <a:tcPr>
                    <a:lnL w="12700" cap="flat" cmpd="sng" algn="ctr">
                      <a:solidFill>
                        <a:schemeClr val="bg1"/>
                      </a:solidFill>
                      <a:prstDash val="solid"/>
                      <a:round/>
                      <a:headEnd type="none" w="med" len="med"/>
                      <a:tailEnd type="none" w="med" len="med"/>
                    </a:lnL>
                    <a:lnR w="12700" cap="flat" cmpd="sng" algn="ctr">
                      <a:solidFill>
                        <a:schemeClr val="tx1">
                          <a:lumMod val="90000"/>
                          <a:lumOff val="10000"/>
                        </a:schemeClr>
                      </a:solidFill>
                      <a:prstDash val="solid"/>
                      <a:round/>
                      <a:headEnd type="none" w="med" len="med"/>
                      <a:tailEnd type="none" w="med" len="med"/>
                    </a:lnR>
                    <a:lnT w="12700" cap="flat" cmpd="sng" algn="ctr">
                      <a:solidFill>
                        <a:schemeClr val="tx1">
                          <a:lumMod val="90000"/>
                          <a:lumOff val="1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endParaRPr lang="pt-BR"/>
                    </a:p>
                  </a:txBody>
                  <a:tcPr>
                    <a:lnL w="12700" cap="flat" cmpd="sng" algn="ctr">
                      <a:solidFill>
                        <a:schemeClr val="tx1">
                          <a:lumMod val="90000"/>
                          <a:lumOff val="10000"/>
                        </a:schemeClr>
                      </a:solidFill>
                      <a:prstDash val="solid"/>
                      <a:round/>
                      <a:headEnd type="none" w="med" len="med"/>
                      <a:tailEnd type="none" w="med" len="med"/>
                    </a:lnL>
                    <a:lnR w="12700" cap="flat" cmpd="sng" algn="ctr">
                      <a:solidFill>
                        <a:schemeClr val="tx1">
                          <a:lumMod val="90000"/>
                          <a:lumOff val="10000"/>
                        </a:schemeClr>
                      </a:solidFill>
                      <a:prstDash val="solid"/>
                      <a:round/>
                      <a:headEnd type="none" w="med" len="med"/>
                      <a:tailEnd type="none" w="med" len="med"/>
                    </a:lnR>
                    <a:lnT w="12700" cap="flat" cmpd="sng" algn="ctr">
                      <a:solidFill>
                        <a:schemeClr val="tx1">
                          <a:lumMod val="90000"/>
                          <a:lumOff val="1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endParaRPr lang="pt-BR"/>
                    </a:p>
                  </a:txBody>
                  <a:tcPr>
                    <a:lnL w="12700" cap="flat" cmpd="sng" algn="ctr">
                      <a:solidFill>
                        <a:schemeClr val="tx1">
                          <a:lumMod val="90000"/>
                          <a:lumOff val="10000"/>
                        </a:schemeClr>
                      </a:solidFill>
                      <a:prstDash val="solid"/>
                      <a:round/>
                      <a:headEnd type="none" w="med" len="med"/>
                      <a:tailEnd type="none" w="med" len="med"/>
                    </a:lnL>
                    <a:lnR w="12700" cap="flat" cmpd="sng" algn="ctr">
                      <a:solidFill>
                        <a:schemeClr val="tx1">
                          <a:lumMod val="90000"/>
                          <a:lumOff val="10000"/>
                        </a:schemeClr>
                      </a:solidFill>
                      <a:prstDash val="solid"/>
                      <a:round/>
                      <a:headEnd type="none" w="med" len="med"/>
                      <a:tailEnd type="none" w="med" len="med"/>
                    </a:lnR>
                    <a:lnT w="12700" cap="flat" cmpd="sng" algn="ctr">
                      <a:solidFill>
                        <a:schemeClr val="tx1">
                          <a:lumMod val="90000"/>
                          <a:lumOff val="1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endParaRPr lang="pt-BR"/>
                    </a:p>
                  </a:txBody>
                  <a:tcPr>
                    <a:lnL w="12700" cap="flat" cmpd="sng" algn="ctr">
                      <a:solidFill>
                        <a:schemeClr val="tx1">
                          <a:lumMod val="90000"/>
                          <a:lumOff val="10000"/>
                        </a:schemeClr>
                      </a:solidFill>
                      <a:prstDash val="solid"/>
                      <a:round/>
                      <a:headEnd type="none" w="med" len="med"/>
                      <a:tailEnd type="none" w="med" len="med"/>
                    </a:lnL>
                    <a:lnR w="12700" cap="flat" cmpd="sng" algn="ctr">
                      <a:solidFill>
                        <a:schemeClr val="tx1">
                          <a:lumMod val="90000"/>
                          <a:lumOff val="10000"/>
                        </a:schemeClr>
                      </a:solidFill>
                      <a:prstDash val="solid"/>
                      <a:round/>
                      <a:headEnd type="none" w="med" len="med"/>
                      <a:tailEnd type="none" w="med" len="med"/>
                    </a:lnR>
                    <a:lnT w="12700" cap="flat" cmpd="sng" algn="ctr">
                      <a:solidFill>
                        <a:schemeClr val="tx1">
                          <a:lumMod val="90000"/>
                          <a:lumOff val="1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tc>
                  <a:txBody>
                    <a:bodyPr/>
                    <a:lstStyle/>
                    <a:p>
                      <a:endParaRPr lang="pt-BR" dirty="0"/>
                    </a:p>
                  </a:txBody>
                  <a:tcPr>
                    <a:lnL w="12700" cap="flat" cmpd="sng" algn="ctr">
                      <a:solidFill>
                        <a:schemeClr val="tx1">
                          <a:lumMod val="90000"/>
                          <a:lumOff val="10000"/>
                        </a:schemeClr>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tx1">
                          <a:lumMod val="90000"/>
                          <a:lumOff val="10000"/>
                        </a:schemeClr>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2323060375"/>
                  </a:ext>
                </a:extLst>
              </a:tr>
            </a:tbl>
          </a:graphicData>
        </a:graphic>
      </p:graphicFrame>
      <p:sp>
        <p:nvSpPr>
          <p:cNvPr id="9" name="Retângulo: Cantos Arredondados 8">
            <a:extLst>
              <a:ext uri="{FF2B5EF4-FFF2-40B4-BE49-F238E27FC236}">
                <a16:creationId xmlns:a16="http://schemas.microsoft.com/office/drawing/2014/main" id="{E05DB6E4-AC80-4AD7-85BA-4B6C7F61A62C}"/>
              </a:ext>
            </a:extLst>
          </p:cNvPr>
          <p:cNvSpPr/>
          <p:nvPr userDrawn="1"/>
        </p:nvSpPr>
        <p:spPr>
          <a:xfrm>
            <a:off x="9539310" y="1392584"/>
            <a:ext cx="2439466" cy="360000"/>
          </a:xfrm>
          <a:prstGeom prst="roundRect">
            <a:avLst>
              <a:gd name="adj" fmla="val 9887"/>
            </a:avLst>
          </a:pr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400" b="1">
                <a:solidFill>
                  <a:schemeClr val="tx1"/>
                </a:solidFill>
                <a:latin typeface="Arial Narrow" panose="020B0606020202030204" pitchFamily="34" charset="0"/>
              </a:rPr>
              <a:t>DATA</a:t>
            </a:r>
          </a:p>
        </p:txBody>
      </p:sp>
      <p:sp>
        <p:nvSpPr>
          <p:cNvPr id="33" name="Espaço Reservado para Texto 66">
            <a:extLst>
              <a:ext uri="{FF2B5EF4-FFF2-40B4-BE49-F238E27FC236}">
                <a16:creationId xmlns:a16="http://schemas.microsoft.com/office/drawing/2014/main" id="{1E69595B-4F28-4604-8AC3-C663FF310A91}"/>
              </a:ext>
            </a:extLst>
          </p:cNvPr>
          <p:cNvSpPr>
            <a:spLocks noGrp="1"/>
          </p:cNvSpPr>
          <p:nvPr>
            <p:ph type="body" sz="quarter" idx="44" hasCustomPrompt="1"/>
          </p:nvPr>
        </p:nvSpPr>
        <p:spPr>
          <a:xfrm>
            <a:off x="10051649" y="1396028"/>
            <a:ext cx="1927127" cy="360000"/>
          </a:xfrm>
        </p:spPr>
        <p:txBody>
          <a:bodyPr anchor="ctr">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200" b="1">
                <a:solidFill>
                  <a:schemeClr val="accent5">
                    <a:lumMod val="50000"/>
                  </a:schemeClr>
                </a:solidFill>
                <a:latin typeface="Arial Narrow" panose="020B0606020202030204" pitchFamily="34" charset="0"/>
              </a:defRPr>
            </a:lvl1pPr>
            <a:lvl2pPr>
              <a:defRPr sz="1400">
                <a:latin typeface="Arial Narrow" panose="020B0606020202030204" pitchFamily="34" charset="0"/>
              </a:defRPr>
            </a:lvl2pPr>
            <a:lvl3pPr>
              <a:defRPr sz="1200">
                <a:latin typeface="Arial Narrow" panose="020B0606020202030204" pitchFamily="34" charset="0"/>
              </a:defRPr>
            </a:lvl3pPr>
            <a:lvl4pPr>
              <a:defRPr sz="1100">
                <a:latin typeface="Arial Narrow" panose="020B0606020202030204" pitchFamily="34" charset="0"/>
              </a:defRPr>
            </a:lvl4pPr>
            <a:lvl5pPr>
              <a:defRPr sz="1100">
                <a:latin typeface="Arial Narrow" panose="020B0606020202030204" pitchFamily="34" charset="0"/>
              </a:defRPr>
            </a:lvl5pPr>
          </a:lstStyle>
          <a:p>
            <a:pPr lvl="0"/>
            <a:r>
              <a:rPr lang="pt-BR"/>
              <a:t>Data da proposta</a:t>
            </a:r>
          </a:p>
        </p:txBody>
      </p:sp>
      <p:sp>
        <p:nvSpPr>
          <p:cNvPr id="65" name="Espaço Reservado para Texto 46">
            <a:extLst>
              <a:ext uri="{FF2B5EF4-FFF2-40B4-BE49-F238E27FC236}">
                <a16:creationId xmlns:a16="http://schemas.microsoft.com/office/drawing/2014/main" id="{AFE1B297-8692-46EC-A414-5BFADCEAA96C}"/>
              </a:ext>
            </a:extLst>
          </p:cNvPr>
          <p:cNvSpPr>
            <a:spLocks noGrp="1"/>
          </p:cNvSpPr>
          <p:nvPr>
            <p:ph type="body" sz="quarter" idx="36" hasCustomPrompt="1"/>
          </p:nvPr>
        </p:nvSpPr>
        <p:spPr>
          <a:xfrm>
            <a:off x="9681250" y="3749356"/>
            <a:ext cx="2203454" cy="702658"/>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Descreva todos os segmentos impactados por esse projeto. Por exemplo, se for uma demanda Cross, favor incluir todos os segmentos.</a:t>
            </a:r>
          </a:p>
        </p:txBody>
      </p:sp>
      <p:sp>
        <p:nvSpPr>
          <p:cNvPr id="10" name="object 31">
            <a:extLst>
              <a:ext uri="{FF2B5EF4-FFF2-40B4-BE49-F238E27FC236}">
                <a16:creationId xmlns:a16="http://schemas.microsoft.com/office/drawing/2014/main" id="{C0295026-5A3C-469E-960D-1849C4F16A27}"/>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0" name="Espaço Reservado para Texto 46">
            <a:extLst>
              <a:ext uri="{FF2B5EF4-FFF2-40B4-BE49-F238E27FC236}">
                <a16:creationId xmlns:a16="http://schemas.microsoft.com/office/drawing/2014/main" id="{148B59B2-A882-41FE-B259-EEB5F2A9634E}"/>
              </a:ext>
            </a:extLst>
          </p:cNvPr>
          <p:cNvSpPr>
            <a:spLocks noGrp="1"/>
          </p:cNvSpPr>
          <p:nvPr>
            <p:ph type="body" sz="quarter" idx="45" hasCustomPrompt="1"/>
          </p:nvPr>
        </p:nvSpPr>
        <p:spPr>
          <a:xfrm>
            <a:off x="5507042" y="4969862"/>
            <a:ext cx="1034907" cy="269286"/>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XX/XX/XX</a:t>
            </a:r>
          </a:p>
        </p:txBody>
      </p:sp>
      <p:sp>
        <p:nvSpPr>
          <p:cNvPr id="31" name="Espaço Reservado para Texto 46">
            <a:extLst>
              <a:ext uri="{FF2B5EF4-FFF2-40B4-BE49-F238E27FC236}">
                <a16:creationId xmlns:a16="http://schemas.microsoft.com/office/drawing/2014/main" id="{418F858C-A5C5-4C28-BA63-FCE780296517}"/>
              </a:ext>
            </a:extLst>
          </p:cNvPr>
          <p:cNvSpPr>
            <a:spLocks noGrp="1"/>
          </p:cNvSpPr>
          <p:nvPr>
            <p:ph type="body" sz="quarter" idx="46" hasCustomPrompt="1"/>
          </p:nvPr>
        </p:nvSpPr>
        <p:spPr>
          <a:xfrm>
            <a:off x="7269213" y="4972390"/>
            <a:ext cx="991383" cy="269286"/>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XX/XX/XX</a:t>
            </a:r>
          </a:p>
        </p:txBody>
      </p:sp>
      <p:sp>
        <p:nvSpPr>
          <p:cNvPr id="34" name="Espaço Reservado para Texto 46">
            <a:extLst>
              <a:ext uri="{FF2B5EF4-FFF2-40B4-BE49-F238E27FC236}">
                <a16:creationId xmlns:a16="http://schemas.microsoft.com/office/drawing/2014/main" id="{70AED008-2CF2-429C-9CD5-A6FC23762A3D}"/>
              </a:ext>
            </a:extLst>
          </p:cNvPr>
          <p:cNvSpPr>
            <a:spLocks noGrp="1"/>
          </p:cNvSpPr>
          <p:nvPr>
            <p:ph type="body" sz="quarter" idx="47" hasCustomPrompt="1"/>
          </p:nvPr>
        </p:nvSpPr>
        <p:spPr>
          <a:xfrm>
            <a:off x="8914946" y="4978617"/>
            <a:ext cx="1034907" cy="269286"/>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XX/XX/XX</a:t>
            </a:r>
          </a:p>
        </p:txBody>
      </p:sp>
      <p:sp>
        <p:nvSpPr>
          <p:cNvPr id="35" name="Espaço Reservado para Texto 46">
            <a:extLst>
              <a:ext uri="{FF2B5EF4-FFF2-40B4-BE49-F238E27FC236}">
                <a16:creationId xmlns:a16="http://schemas.microsoft.com/office/drawing/2014/main" id="{0EE2E723-FE6A-46A2-B0FC-062CADBEEA30}"/>
              </a:ext>
            </a:extLst>
          </p:cNvPr>
          <p:cNvSpPr>
            <a:spLocks noGrp="1"/>
          </p:cNvSpPr>
          <p:nvPr>
            <p:ph type="body" sz="quarter" idx="48" hasCustomPrompt="1"/>
          </p:nvPr>
        </p:nvSpPr>
        <p:spPr>
          <a:xfrm>
            <a:off x="10633593" y="4975661"/>
            <a:ext cx="1034907" cy="269286"/>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XX/XX/XX</a:t>
            </a:r>
          </a:p>
        </p:txBody>
      </p:sp>
      <p:sp>
        <p:nvSpPr>
          <p:cNvPr id="36" name="Espaço Reservado para Texto 46">
            <a:extLst>
              <a:ext uri="{FF2B5EF4-FFF2-40B4-BE49-F238E27FC236}">
                <a16:creationId xmlns:a16="http://schemas.microsoft.com/office/drawing/2014/main" id="{FAEB0638-BCD7-4C56-8263-655C90814BAD}"/>
              </a:ext>
            </a:extLst>
          </p:cNvPr>
          <p:cNvSpPr>
            <a:spLocks noGrp="1"/>
          </p:cNvSpPr>
          <p:nvPr>
            <p:ph type="body" sz="quarter" idx="49" hasCustomPrompt="1"/>
          </p:nvPr>
        </p:nvSpPr>
        <p:spPr>
          <a:xfrm>
            <a:off x="5704922" y="4565003"/>
            <a:ext cx="837028" cy="269286"/>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0.0</a:t>
            </a:r>
          </a:p>
        </p:txBody>
      </p:sp>
      <p:sp>
        <p:nvSpPr>
          <p:cNvPr id="37" name="Espaço Reservado para Texto 46">
            <a:extLst>
              <a:ext uri="{FF2B5EF4-FFF2-40B4-BE49-F238E27FC236}">
                <a16:creationId xmlns:a16="http://schemas.microsoft.com/office/drawing/2014/main" id="{2312C254-0A27-4DF6-B8FB-EB251AF8108C}"/>
              </a:ext>
            </a:extLst>
          </p:cNvPr>
          <p:cNvSpPr>
            <a:spLocks noGrp="1"/>
          </p:cNvSpPr>
          <p:nvPr>
            <p:ph type="body" sz="quarter" idx="50" hasCustomPrompt="1"/>
          </p:nvPr>
        </p:nvSpPr>
        <p:spPr>
          <a:xfrm>
            <a:off x="7374528" y="4565003"/>
            <a:ext cx="837028" cy="269286"/>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0.0</a:t>
            </a:r>
          </a:p>
        </p:txBody>
      </p:sp>
      <p:sp>
        <p:nvSpPr>
          <p:cNvPr id="39" name="Espaço Reservado para Texto 46">
            <a:extLst>
              <a:ext uri="{FF2B5EF4-FFF2-40B4-BE49-F238E27FC236}">
                <a16:creationId xmlns:a16="http://schemas.microsoft.com/office/drawing/2014/main" id="{6018DE45-70E0-4D1A-8F88-64CE3B86300D}"/>
              </a:ext>
            </a:extLst>
          </p:cNvPr>
          <p:cNvSpPr>
            <a:spLocks noGrp="1"/>
          </p:cNvSpPr>
          <p:nvPr>
            <p:ph type="body" sz="quarter" idx="51" hasCustomPrompt="1"/>
          </p:nvPr>
        </p:nvSpPr>
        <p:spPr>
          <a:xfrm>
            <a:off x="9044134" y="4565003"/>
            <a:ext cx="837028" cy="269286"/>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0.0</a:t>
            </a:r>
          </a:p>
        </p:txBody>
      </p:sp>
      <p:sp>
        <p:nvSpPr>
          <p:cNvPr id="43" name="Espaço Reservado para Texto 46">
            <a:extLst>
              <a:ext uri="{FF2B5EF4-FFF2-40B4-BE49-F238E27FC236}">
                <a16:creationId xmlns:a16="http://schemas.microsoft.com/office/drawing/2014/main" id="{1E10BFCB-75F9-4A6D-95E9-C31653449987}"/>
              </a:ext>
            </a:extLst>
          </p:cNvPr>
          <p:cNvSpPr>
            <a:spLocks noGrp="1"/>
          </p:cNvSpPr>
          <p:nvPr>
            <p:ph type="body" sz="quarter" idx="52" hasCustomPrompt="1"/>
          </p:nvPr>
        </p:nvSpPr>
        <p:spPr>
          <a:xfrm>
            <a:off x="10759043" y="4554539"/>
            <a:ext cx="837028" cy="269286"/>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0.0</a:t>
            </a:r>
          </a:p>
        </p:txBody>
      </p:sp>
      <p:sp>
        <p:nvSpPr>
          <p:cNvPr id="44" name="Espaço Reservado para Texto 46">
            <a:extLst>
              <a:ext uri="{FF2B5EF4-FFF2-40B4-BE49-F238E27FC236}">
                <a16:creationId xmlns:a16="http://schemas.microsoft.com/office/drawing/2014/main" id="{82205BF8-1873-4A03-8926-D3A030217E61}"/>
              </a:ext>
            </a:extLst>
          </p:cNvPr>
          <p:cNvSpPr>
            <a:spLocks noGrp="1"/>
          </p:cNvSpPr>
          <p:nvPr>
            <p:ph type="body" sz="quarter" idx="53" hasCustomPrompt="1"/>
          </p:nvPr>
        </p:nvSpPr>
        <p:spPr>
          <a:xfrm>
            <a:off x="5100559" y="5317648"/>
            <a:ext cx="1652666" cy="841250"/>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Detalhe as modificações.</a:t>
            </a:r>
          </a:p>
        </p:txBody>
      </p:sp>
      <p:sp>
        <p:nvSpPr>
          <p:cNvPr id="46" name="Espaço Reservado para Texto 46">
            <a:extLst>
              <a:ext uri="{FF2B5EF4-FFF2-40B4-BE49-F238E27FC236}">
                <a16:creationId xmlns:a16="http://schemas.microsoft.com/office/drawing/2014/main" id="{B3C327BF-B0C1-4F87-97A1-DADD1E4DB2BC}"/>
              </a:ext>
            </a:extLst>
          </p:cNvPr>
          <p:cNvSpPr>
            <a:spLocks noGrp="1"/>
          </p:cNvSpPr>
          <p:nvPr>
            <p:ph type="body" sz="quarter" idx="54" hasCustomPrompt="1"/>
          </p:nvPr>
        </p:nvSpPr>
        <p:spPr>
          <a:xfrm>
            <a:off x="6759991" y="5326785"/>
            <a:ext cx="1652666" cy="841250"/>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Detalhe as modificações.</a:t>
            </a:r>
          </a:p>
        </p:txBody>
      </p:sp>
      <p:sp>
        <p:nvSpPr>
          <p:cNvPr id="47" name="Espaço Reservado para Texto 46">
            <a:extLst>
              <a:ext uri="{FF2B5EF4-FFF2-40B4-BE49-F238E27FC236}">
                <a16:creationId xmlns:a16="http://schemas.microsoft.com/office/drawing/2014/main" id="{DF00DB4F-CD69-4708-8EB2-F4DC9023D48F}"/>
              </a:ext>
            </a:extLst>
          </p:cNvPr>
          <p:cNvSpPr>
            <a:spLocks noGrp="1"/>
          </p:cNvSpPr>
          <p:nvPr>
            <p:ph type="body" sz="quarter" idx="55" hasCustomPrompt="1"/>
          </p:nvPr>
        </p:nvSpPr>
        <p:spPr>
          <a:xfrm>
            <a:off x="8412657" y="5326785"/>
            <a:ext cx="1652666" cy="841250"/>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Detalhe as modificações.</a:t>
            </a:r>
          </a:p>
        </p:txBody>
      </p:sp>
      <p:sp>
        <p:nvSpPr>
          <p:cNvPr id="48" name="Espaço Reservado para Texto 46">
            <a:extLst>
              <a:ext uri="{FF2B5EF4-FFF2-40B4-BE49-F238E27FC236}">
                <a16:creationId xmlns:a16="http://schemas.microsoft.com/office/drawing/2014/main" id="{C41F13A1-062F-4C1B-8AED-BC7D2946943C}"/>
              </a:ext>
            </a:extLst>
          </p:cNvPr>
          <p:cNvSpPr>
            <a:spLocks noGrp="1"/>
          </p:cNvSpPr>
          <p:nvPr>
            <p:ph type="body" sz="quarter" idx="56" hasCustomPrompt="1"/>
          </p:nvPr>
        </p:nvSpPr>
        <p:spPr>
          <a:xfrm>
            <a:off x="10131110" y="5326849"/>
            <a:ext cx="1652666" cy="841250"/>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Detalhe as modificações.</a:t>
            </a:r>
          </a:p>
        </p:txBody>
      </p:sp>
      <p:sp>
        <p:nvSpPr>
          <p:cNvPr id="11" name="Triângulo Retângulo 10">
            <a:extLst>
              <a:ext uri="{FF2B5EF4-FFF2-40B4-BE49-F238E27FC236}">
                <a16:creationId xmlns:a16="http://schemas.microsoft.com/office/drawing/2014/main" id="{D0AF47FC-8397-47B1-BD40-0FAA47593EE0}"/>
              </a:ext>
            </a:extLst>
          </p:cNvPr>
          <p:cNvSpPr/>
          <p:nvPr userDrawn="1"/>
        </p:nvSpPr>
        <p:spPr>
          <a:xfrm rot="5400000">
            <a:off x="0" y="0"/>
            <a:ext cx="540000" cy="540000"/>
          </a:xfrm>
          <a:prstGeom prst="r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pt-BR"/>
          </a:p>
        </p:txBody>
      </p:sp>
      <p:sp>
        <p:nvSpPr>
          <p:cNvPr id="45" name="Espaço Reservado para Texto 46">
            <a:extLst>
              <a:ext uri="{FF2B5EF4-FFF2-40B4-BE49-F238E27FC236}">
                <a16:creationId xmlns:a16="http://schemas.microsoft.com/office/drawing/2014/main" id="{DD936CB5-C81F-4767-995E-A822936EFD84}"/>
              </a:ext>
            </a:extLst>
          </p:cNvPr>
          <p:cNvSpPr>
            <a:spLocks noGrp="1"/>
          </p:cNvSpPr>
          <p:nvPr>
            <p:ph type="body" sz="quarter" idx="57" hasCustomPrompt="1"/>
          </p:nvPr>
        </p:nvSpPr>
        <p:spPr>
          <a:xfrm>
            <a:off x="2834581" y="5486249"/>
            <a:ext cx="2234611" cy="640221"/>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Caso haja a necessidade de revisão ou complemento de informações, descreva brevemente as alterações por versões.</a:t>
            </a:r>
          </a:p>
        </p:txBody>
      </p:sp>
    </p:spTree>
    <p:extLst>
      <p:ext uri="{BB962C8B-B14F-4D97-AF65-F5344CB8AC3E}">
        <p14:creationId xmlns:p14="http://schemas.microsoft.com/office/powerpoint/2010/main" val="3930390194"/>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2_DESCRIÇÃO DA SOLUÇÃO">
    <p:spTree>
      <p:nvGrpSpPr>
        <p:cNvPr id="1" name=""/>
        <p:cNvGrpSpPr/>
        <p:nvPr/>
      </p:nvGrpSpPr>
      <p:grpSpPr>
        <a:xfrm>
          <a:off x="0" y="0"/>
          <a:ext cx="0" cy="0"/>
          <a:chOff x="0" y="0"/>
          <a:chExt cx="0" cy="0"/>
        </a:xfrm>
      </p:grpSpPr>
      <p:sp>
        <p:nvSpPr>
          <p:cNvPr id="16" name="Retângulo 15">
            <a:extLst>
              <a:ext uri="{FF2B5EF4-FFF2-40B4-BE49-F238E27FC236}">
                <a16:creationId xmlns:a16="http://schemas.microsoft.com/office/drawing/2014/main" id="{FDCDF7A0-4401-415A-8F6D-9D5DBF42F408}"/>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6" name="Retângulo: Cantos Superiores Arredondados 5">
            <a:extLst>
              <a:ext uri="{FF2B5EF4-FFF2-40B4-BE49-F238E27FC236}">
                <a16:creationId xmlns:a16="http://schemas.microsoft.com/office/drawing/2014/main" id="{58280137-A574-49A2-B09A-F3051C4607DC}"/>
              </a:ext>
            </a:extLst>
          </p:cNvPr>
          <p:cNvSpPr/>
          <p:nvPr userDrawn="1"/>
        </p:nvSpPr>
        <p:spPr>
          <a:xfrm>
            <a:off x="185030" y="784116"/>
            <a:ext cx="9289241" cy="3657600"/>
          </a:xfrm>
          <a:prstGeom prst="round2SameRect">
            <a:avLst>
              <a:gd name="adj1" fmla="val 5299"/>
              <a:gd name="adj2" fmla="val 0"/>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ELEGIBILIDADE, ABRANGÊNCIA &amp; BENEFÍCIOS</a:t>
            </a:r>
          </a:p>
        </p:txBody>
      </p:sp>
      <p:sp>
        <p:nvSpPr>
          <p:cNvPr id="7" name="Retângulo 6">
            <a:extLst>
              <a:ext uri="{FF2B5EF4-FFF2-40B4-BE49-F238E27FC236}">
                <a16:creationId xmlns:a16="http://schemas.microsoft.com/office/drawing/2014/main" id="{74B88604-899A-4656-846D-BE63FC447644}"/>
              </a:ext>
            </a:extLst>
          </p:cNvPr>
          <p:cNvSpPr/>
          <p:nvPr userDrawn="1"/>
        </p:nvSpPr>
        <p:spPr>
          <a:xfrm>
            <a:off x="4854186" y="1234741"/>
            <a:ext cx="1922084" cy="1512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PACOTES</a:t>
            </a: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2867979" y="1234740"/>
            <a:ext cx="3931023" cy="30879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ELEGIBILIDADE</a:t>
            </a:r>
          </a:p>
        </p:txBody>
      </p:sp>
      <p:sp>
        <p:nvSpPr>
          <p:cNvPr id="21" name="Retângulo 20">
            <a:extLst>
              <a:ext uri="{FF2B5EF4-FFF2-40B4-BE49-F238E27FC236}">
                <a16:creationId xmlns:a16="http://schemas.microsoft.com/office/drawing/2014/main" id="{DD161A39-A3E0-4E5A-92CE-86A78AA74BA8}"/>
              </a:ext>
            </a:extLst>
          </p:cNvPr>
          <p:cNvSpPr/>
          <p:nvPr userDrawn="1"/>
        </p:nvSpPr>
        <p:spPr>
          <a:xfrm>
            <a:off x="368783" y="1243237"/>
            <a:ext cx="2435076" cy="228091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ABRANGÊNCIA</a:t>
            </a:r>
          </a:p>
        </p:txBody>
      </p:sp>
      <p:sp>
        <p:nvSpPr>
          <p:cNvPr id="57" name="Espaço Reservado para Texto 46">
            <a:extLst>
              <a:ext uri="{FF2B5EF4-FFF2-40B4-BE49-F238E27FC236}">
                <a16:creationId xmlns:a16="http://schemas.microsoft.com/office/drawing/2014/main" id="{4A727AC1-17EE-44B9-B650-279537D48925}"/>
              </a:ext>
            </a:extLst>
          </p:cNvPr>
          <p:cNvSpPr>
            <a:spLocks noGrp="1"/>
          </p:cNvSpPr>
          <p:nvPr>
            <p:ph type="body" sz="quarter" idx="29" hasCustomPrompt="1"/>
          </p:nvPr>
        </p:nvSpPr>
        <p:spPr>
          <a:xfrm>
            <a:off x="2878382" y="1397887"/>
            <a:ext cx="3874167" cy="2862749"/>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Liste as ofertas, pacotes, planos e plug-ins elegíveis</a:t>
            </a:r>
          </a:p>
        </p:txBody>
      </p:sp>
      <p:sp>
        <p:nvSpPr>
          <p:cNvPr id="61" name="Espaço Reservado para Texto 46">
            <a:extLst>
              <a:ext uri="{FF2B5EF4-FFF2-40B4-BE49-F238E27FC236}">
                <a16:creationId xmlns:a16="http://schemas.microsoft.com/office/drawing/2014/main" id="{D055E690-5801-4D19-9560-9BC94F807139}"/>
              </a:ext>
            </a:extLst>
          </p:cNvPr>
          <p:cNvSpPr>
            <a:spLocks noGrp="1"/>
          </p:cNvSpPr>
          <p:nvPr>
            <p:ph type="body" sz="quarter" idx="32" hasCustomPrompt="1"/>
          </p:nvPr>
        </p:nvSpPr>
        <p:spPr>
          <a:xfrm>
            <a:off x="368783" y="1428622"/>
            <a:ext cx="2411352" cy="2047678"/>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Indique o tipo de produto: “Pós Fatura”, “Express”, “Contrle Fatura” etc. Indique se será Nacional ou listar UFs e/ou listar DDDs.</a:t>
            </a:r>
          </a:p>
          <a:p>
            <a:pPr lvl="0"/>
            <a:endParaRPr lang="pt-BR"/>
          </a:p>
        </p:txBody>
      </p:sp>
      <p:sp>
        <p:nvSpPr>
          <p:cNvPr id="53" name="Retângulo: Cantos Superiores Arredondados 52">
            <a:extLst>
              <a:ext uri="{FF2B5EF4-FFF2-40B4-BE49-F238E27FC236}">
                <a16:creationId xmlns:a16="http://schemas.microsoft.com/office/drawing/2014/main" id="{4EBFBF02-6262-42FB-81CF-9C5210B1CE2D}"/>
              </a:ext>
            </a:extLst>
          </p:cNvPr>
          <p:cNvSpPr/>
          <p:nvPr userDrawn="1"/>
        </p:nvSpPr>
        <p:spPr>
          <a:xfrm>
            <a:off x="9562114" y="784116"/>
            <a:ext cx="2432276" cy="5576598"/>
          </a:xfrm>
          <a:prstGeom prst="round2SameRect">
            <a:avLst>
              <a:gd name="adj1" fmla="val 5299"/>
              <a:gd name="adj2" fmla="val 0"/>
            </a:avLst>
          </a:prstGeom>
          <a:solidFill>
            <a:schemeClr val="accent1">
              <a:lumMod val="90000"/>
              <a:lumOff val="10000"/>
            </a:schemeClr>
          </a:solidFill>
          <a:ln>
            <a:solidFill>
              <a:schemeClr val="tx1">
                <a:lumMod val="90000"/>
                <a:lumOff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pt-BR" sz="1400" b="1">
              <a:latin typeface="Arial Narrow" panose="020B0606020202030204" pitchFamily="34" charset="0"/>
            </a:endParaRPr>
          </a:p>
        </p:txBody>
      </p:sp>
      <p:sp>
        <p:nvSpPr>
          <p:cNvPr id="58" name="Retângulo 57">
            <a:extLst>
              <a:ext uri="{FF2B5EF4-FFF2-40B4-BE49-F238E27FC236}">
                <a16:creationId xmlns:a16="http://schemas.microsoft.com/office/drawing/2014/main" id="{5609B875-E934-4FB4-B0DF-05983E6A060B}"/>
              </a:ext>
            </a:extLst>
          </p:cNvPr>
          <p:cNvSpPr/>
          <p:nvPr userDrawn="1"/>
        </p:nvSpPr>
        <p:spPr>
          <a:xfrm>
            <a:off x="9698279" y="883843"/>
            <a:ext cx="2161493" cy="11916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INTEGRAÇÕES</a:t>
            </a:r>
          </a:p>
        </p:txBody>
      </p:sp>
      <p:sp>
        <p:nvSpPr>
          <p:cNvPr id="72" name="Espaço Reservado para Texto 46">
            <a:extLst>
              <a:ext uri="{FF2B5EF4-FFF2-40B4-BE49-F238E27FC236}">
                <a16:creationId xmlns:a16="http://schemas.microsoft.com/office/drawing/2014/main" id="{622467D4-C991-47CF-904B-2836338EB2E4}"/>
              </a:ext>
            </a:extLst>
          </p:cNvPr>
          <p:cNvSpPr>
            <a:spLocks noGrp="1"/>
          </p:cNvSpPr>
          <p:nvPr>
            <p:ph type="body" sz="quarter" idx="37" hasCustomPrompt="1"/>
          </p:nvPr>
        </p:nvSpPr>
        <p:spPr>
          <a:xfrm>
            <a:off x="9698279" y="1033994"/>
            <a:ext cx="2159946" cy="1025444"/>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Identifique as integrações desta solução, planos vs ofertas, sistemas internos, e áreas externa. Envolvimento Digital, envolvimento M4U, RTD…</a:t>
            </a: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12" name="Retângulo: Cantos Arredondados 11">
            <a:extLst>
              <a:ext uri="{FF2B5EF4-FFF2-40B4-BE49-F238E27FC236}">
                <a16:creationId xmlns:a16="http://schemas.microsoft.com/office/drawing/2014/main" id="{260BA979-0861-4B17-930C-F81B87704136}"/>
              </a:ext>
            </a:extLst>
          </p:cNvPr>
          <p:cNvSpPr/>
          <p:nvPr userDrawn="1"/>
        </p:nvSpPr>
        <p:spPr>
          <a:xfrm>
            <a:off x="669391" y="179801"/>
            <a:ext cx="391567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DESCRIÇÃO DO PRODUTO</a:t>
            </a:r>
          </a:p>
        </p:txBody>
      </p:sp>
      <p:pic>
        <p:nvPicPr>
          <p:cNvPr id="13" name="Immagine 7" descr="secondario_rgb.png">
            <a:extLst>
              <a:ext uri="{FF2B5EF4-FFF2-40B4-BE49-F238E27FC236}">
                <a16:creationId xmlns:a16="http://schemas.microsoft.com/office/drawing/2014/main" id="{61BB58BA-EA86-4B6A-9A5D-BB268445A07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
        <p:nvSpPr>
          <p:cNvPr id="59" name="Retângulo 58">
            <a:extLst>
              <a:ext uri="{FF2B5EF4-FFF2-40B4-BE49-F238E27FC236}">
                <a16:creationId xmlns:a16="http://schemas.microsoft.com/office/drawing/2014/main" id="{2E2A043C-84BC-4F6B-AF1E-3680B815A4C5}"/>
              </a:ext>
            </a:extLst>
          </p:cNvPr>
          <p:cNvSpPr/>
          <p:nvPr userDrawn="1"/>
        </p:nvSpPr>
        <p:spPr>
          <a:xfrm>
            <a:off x="367087" y="3608382"/>
            <a:ext cx="2445479" cy="720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VIGÊNCIA</a:t>
            </a:r>
          </a:p>
        </p:txBody>
      </p:sp>
      <p:sp>
        <p:nvSpPr>
          <p:cNvPr id="63" name="Espaço Reservado para Texto 46">
            <a:extLst>
              <a:ext uri="{FF2B5EF4-FFF2-40B4-BE49-F238E27FC236}">
                <a16:creationId xmlns:a16="http://schemas.microsoft.com/office/drawing/2014/main" id="{9FC215DE-308D-4401-81B9-528F0EE2626D}"/>
              </a:ext>
            </a:extLst>
          </p:cNvPr>
          <p:cNvSpPr>
            <a:spLocks noGrp="1"/>
          </p:cNvSpPr>
          <p:nvPr>
            <p:ph type="body" sz="quarter" idx="39" hasCustomPrompt="1"/>
          </p:nvPr>
        </p:nvSpPr>
        <p:spPr>
          <a:xfrm>
            <a:off x="377490" y="3781100"/>
            <a:ext cx="2411352" cy="529691"/>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Por quanto tempo este produto/serviço estará disponível.</a:t>
            </a:r>
          </a:p>
        </p:txBody>
      </p:sp>
      <p:sp>
        <p:nvSpPr>
          <p:cNvPr id="19" name="Retângulo 18">
            <a:extLst>
              <a:ext uri="{FF2B5EF4-FFF2-40B4-BE49-F238E27FC236}">
                <a16:creationId xmlns:a16="http://schemas.microsoft.com/office/drawing/2014/main" id="{3B4398F9-A5DE-4E3D-8386-115AE934D275}"/>
              </a:ext>
            </a:extLst>
          </p:cNvPr>
          <p:cNvSpPr/>
          <p:nvPr userDrawn="1"/>
        </p:nvSpPr>
        <p:spPr>
          <a:xfrm>
            <a:off x="6840392" y="1234742"/>
            <a:ext cx="2483628" cy="30888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BENEFÍCIOS</a:t>
            </a:r>
          </a:p>
        </p:txBody>
      </p:sp>
      <p:sp>
        <p:nvSpPr>
          <p:cNvPr id="27" name="Retângulo 26">
            <a:extLst>
              <a:ext uri="{FF2B5EF4-FFF2-40B4-BE49-F238E27FC236}">
                <a16:creationId xmlns:a16="http://schemas.microsoft.com/office/drawing/2014/main" id="{6B0005CA-C495-4E54-8842-CC369F60073B}"/>
              </a:ext>
            </a:extLst>
          </p:cNvPr>
          <p:cNvSpPr/>
          <p:nvPr userDrawn="1"/>
        </p:nvSpPr>
        <p:spPr>
          <a:xfrm>
            <a:off x="9698420" y="2159271"/>
            <a:ext cx="2169493" cy="3851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CÓDIGO ANATEL</a:t>
            </a:r>
          </a:p>
          <a:p>
            <a:r>
              <a:rPr lang="pt-BR" sz="1100" b="1">
                <a:solidFill>
                  <a:schemeClr val="tx1"/>
                </a:solidFill>
                <a:latin typeface="Arial Narrow" panose="020B0606020202030204" pitchFamily="34" charset="0"/>
              </a:rPr>
              <a:t>      SIM          NÃO</a:t>
            </a:r>
          </a:p>
        </p:txBody>
      </p:sp>
      <p:sp>
        <p:nvSpPr>
          <p:cNvPr id="28" name="Retângulo 27">
            <a:extLst>
              <a:ext uri="{FF2B5EF4-FFF2-40B4-BE49-F238E27FC236}">
                <a16:creationId xmlns:a16="http://schemas.microsoft.com/office/drawing/2014/main" id="{D1A18C94-7574-4101-B407-783AC6FAC2CB}"/>
              </a:ext>
            </a:extLst>
          </p:cNvPr>
          <p:cNvSpPr/>
          <p:nvPr userDrawn="1"/>
        </p:nvSpPr>
        <p:spPr>
          <a:xfrm>
            <a:off x="9689590" y="2628189"/>
            <a:ext cx="2177323" cy="361305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INFORMAÇÕES SOBRE FIDELIZAÇÃO</a:t>
            </a:r>
          </a:p>
        </p:txBody>
      </p:sp>
      <p:sp>
        <p:nvSpPr>
          <p:cNvPr id="123" name="Espaço Reservado para Texto 46">
            <a:extLst>
              <a:ext uri="{FF2B5EF4-FFF2-40B4-BE49-F238E27FC236}">
                <a16:creationId xmlns:a16="http://schemas.microsoft.com/office/drawing/2014/main" id="{96E1B689-7DDE-429D-9349-8EF4B0A2ADD0}"/>
              </a:ext>
            </a:extLst>
          </p:cNvPr>
          <p:cNvSpPr>
            <a:spLocks noGrp="1"/>
          </p:cNvSpPr>
          <p:nvPr>
            <p:ph type="body" sz="quarter" idx="80" hasCustomPrompt="1"/>
          </p:nvPr>
        </p:nvSpPr>
        <p:spPr>
          <a:xfrm>
            <a:off x="9703153" y="2956531"/>
            <a:ext cx="2159946" cy="3284716"/>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Especificação de vigências e valores de multas.</a:t>
            </a:r>
          </a:p>
        </p:txBody>
      </p:sp>
      <p:sp>
        <p:nvSpPr>
          <p:cNvPr id="124" name="Espaço Reservado para Texto 46">
            <a:extLst>
              <a:ext uri="{FF2B5EF4-FFF2-40B4-BE49-F238E27FC236}">
                <a16:creationId xmlns:a16="http://schemas.microsoft.com/office/drawing/2014/main" id="{1E29FF11-CBF9-4C1C-9E87-B1CD9753911A}"/>
              </a:ext>
            </a:extLst>
          </p:cNvPr>
          <p:cNvSpPr>
            <a:spLocks noGrp="1"/>
          </p:cNvSpPr>
          <p:nvPr>
            <p:ph type="body" sz="quarter" idx="81" hasCustomPrompt="1"/>
          </p:nvPr>
        </p:nvSpPr>
        <p:spPr>
          <a:xfrm>
            <a:off x="9695677" y="2306873"/>
            <a:ext cx="349660" cy="385109"/>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125" name="Espaço Reservado para Texto 46">
            <a:extLst>
              <a:ext uri="{FF2B5EF4-FFF2-40B4-BE49-F238E27FC236}">
                <a16:creationId xmlns:a16="http://schemas.microsoft.com/office/drawing/2014/main" id="{E3CC9B98-D92E-4C26-99A6-E434908832F4}"/>
              </a:ext>
            </a:extLst>
          </p:cNvPr>
          <p:cNvSpPr>
            <a:spLocks noGrp="1"/>
          </p:cNvSpPr>
          <p:nvPr>
            <p:ph type="body" sz="quarter" idx="82" hasCustomPrompt="1"/>
          </p:nvPr>
        </p:nvSpPr>
        <p:spPr>
          <a:xfrm>
            <a:off x="6847074" y="1419098"/>
            <a:ext cx="2466544" cy="2840371"/>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Descrição dos Benefícios que serão disponibilizados (benefícios core, serviços VAS, Zero Rating)</a:t>
            </a:r>
          </a:p>
        </p:txBody>
      </p:sp>
      <p:sp>
        <p:nvSpPr>
          <p:cNvPr id="109" name="Espaço Reservado para Texto 46">
            <a:extLst>
              <a:ext uri="{FF2B5EF4-FFF2-40B4-BE49-F238E27FC236}">
                <a16:creationId xmlns:a16="http://schemas.microsoft.com/office/drawing/2014/main" id="{D794AAC3-93CC-4D79-BCFC-38292E5900A6}"/>
              </a:ext>
            </a:extLst>
          </p:cNvPr>
          <p:cNvSpPr>
            <a:spLocks noGrp="1"/>
          </p:cNvSpPr>
          <p:nvPr>
            <p:ph type="body" sz="quarter" idx="83" hasCustomPrompt="1"/>
          </p:nvPr>
        </p:nvSpPr>
        <p:spPr>
          <a:xfrm>
            <a:off x="10239965" y="2302517"/>
            <a:ext cx="349660" cy="385109"/>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4" name="Triângulo Retângulo 3">
            <a:extLst>
              <a:ext uri="{FF2B5EF4-FFF2-40B4-BE49-F238E27FC236}">
                <a16:creationId xmlns:a16="http://schemas.microsoft.com/office/drawing/2014/main" id="{E2E13C26-C488-4CEF-9AC9-CEB8B975B177}"/>
              </a:ext>
            </a:extLst>
          </p:cNvPr>
          <p:cNvSpPr/>
          <p:nvPr userDrawn="1"/>
        </p:nvSpPr>
        <p:spPr>
          <a:xfrm rot="5400000">
            <a:off x="0" y="0"/>
            <a:ext cx="540000" cy="540000"/>
          </a:xfrm>
          <a:prstGeom prst="r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pt-BR"/>
          </a:p>
        </p:txBody>
      </p:sp>
      <p:sp>
        <p:nvSpPr>
          <p:cNvPr id="104" name="Retângulo: Cantos Superiores Arredondados 103">
            <a:extLst>
              <a:ext uri="{FF2B5EF4-FFF2-40B4-BE49-F238E27FC236}">
                <a16:creationId xmlns:a16="http://schemas.microsoft.com/office/drawing/2014/main" id="{41384102-0B8B-4A31-BFFE-A6E9622B8C2A}"/>
              </a:ext>
            </a:extLst>
          </p:cNvPr>
          <p:cNvSpPr/>
          <p:nvPr userDrawn="1"/>
        </p:nvSpPr>
        <p:spPr>
          <a:xfrm rot="16200000">
            <a:off x="3902596" y="789715"/>
            <a:ext cx="1853013" cy="9289242"/>
          </a:xfrm>
          <a:prstGeom prst="round2SameRect">
            <a:avLst>
              <a:gd name="adj1" fmla="val 5299"/>
              <a:gd name="adj2" fmla="val 0"/>
            </a:avLst>
          </a:prstGeom>
          <a:solidFill>
            <a:srgbClr val="133765"/>
          </a:solidFill>
          <a:ln>
            <a:solidFill>
              <a:schemeClr val="accent5">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CANAIS</a:t>
            </a:r>
          </a:p>
        </p:txBody>
      </p:sp>
      <p:sp>
        <p:nvSpPr>
          <p:cNvPr id="112" name="Retângulo 111">
            <a:extLst>
              <a:ext uri="{FF2B5EF4-FFF2-40B4-BE49-F238E27FC236}">
                <a16:creationId xmlns:a16="http://schemas.microsoft.com/office/drawing/2014/main" id="{B6687145-D3A3-4D8E-9915-2D6969F6F4B6}"/>
              </a:ext>
            </a:extLst>
          </p:cNvPr>
          <p:cNvSpPr/>
          <p:nvPr userDrawn="1"/>
        </p:nvSpPr>
        <p:spPr>
          <a:xfrm>
            <a:off x="703819" y="4612732"/>
            <a:ext cx="8609799" cy="164320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400" b="1">
                <a:solidFill>
                  <a:srgbClr val="C00000"/>
                </a:solidFill>
                <a:latin typeface="Arial Narrow" panose="020B0606020202030204" pitchFamily="34" charset="0"/>
              </a:rPr>
              <a:t>C</a:t>
            </a:r>
            <a:r>
              <a:rPr lang="pt-BR" sz="1100" b="1">
                <a:solidFill>
                  <a:schemeClr val="tx1"/>
                </a:solidFill>
                <a:latin typeface="Arial Narrow" panose="020B0606020202030204" pitchFamily="34" charset="0"/>
              </a:rPr>
              <a:t>ONTRATAÇÃO/</a:t>
            </a:r>
            <a:r>
              <a:rPr lang="pt-BR" sz="1400" b="1">
                <a:solidFill>
                  <a:srgbClr val="C00000"/>
                </a:solidFill>
                <a:latin typeface="Arial Narrow" panose="020B0606020202030204" pitchFamily="34" charset="0"/>
              </a:rPr>
              <a:t>A</a:t>
            </a:r>
            <a:r>
              <a:rPr lang="pt-BR" sz="1100" b="1">
                <a:solidFill>
                  <a:schemeClr val="tx1"/>
                </a:solidFill>
                <a:latin typeface="Arial Narrow" panose="020B0606020202030204" pitchFamily="34" charset="0"/>
              </a:rPr>
              <a:t>TIVAÇÃO/CON</a:t>
            </a:r>
            <a:r>
              <a:rPr lang="pt-BR" sz="1400" b="1">
                <a:solidFill>
                  <a:srgbClr val="C00000"/>
                </a:solidFill>
                <a:latin typeface="Arial Narrow" panose="020B0606020202030204" pitchFamily="34" charset="0"/>
              </a:rPr>
              <a:t>S</a:t>
            </a:r>
            <a:r>
              <a:rPr lang="pt-BR" sz="1100" b="1">
                <a:solidFill>
                  <a:schemeClr val="tx1"/>
                </a:solidFill>
                <a:latin typeface="Arial Narrow" panose="020B0606020202030204" pitchFamily="34" charset="0"/>
              </a:rPr>
              <a:t>ULTA/CANC</a:t>
            </a:r>
            <a:r>
              <a:rPr lang="pt-BR" sz="1400" b="1">
                <a:solidFill>
                  <a:srgbClr val="C00000"/>
                </a:solidFill>
                <a:latin typeface="Arial Narrow" panose="020B0606020202030204" pitchFamily="34" charset="0"/>
              </a:rPr>
              <a:t>E</a:t>
            </a:r>
            <a:r>
              <a:rPr lang="pt-BR" sz="1100" b="1">
                <a:solidFill>
                  <a:schemeClr val="tx1"/>
                </a:solidFill>
                <a:latin typeface="Arial Narrow" panose="020B0606020202030204" pitchFamily="34" charset="0"/>
              </a:rPr>
              <a:t>LAMENTO/</a:t>
            </a:r>
            <a:r>
              <a:rPr lang="pt-BR" sz="1400" b="1">
                <a:solidFill>
                  <a:srgbClr val="C00000"/>
                </a:solidFill>
                <a:latin typeface="Arial Narrow" panose="020B0606020202030204" pitchFamily="34" charset="0"/>
              </a:rPr>
              <a:t>D</a:t>
            </a:r>
            <a:r>
              <a:rPr lang="pt-BR" sz="1100" b="1">
                <a:solidFill>
                  <a:schemeClr val="tx1"/>
                </a:solidFill>
                <a:latin typeface="Arial Narrow" panose="020B0606020202030204" pitchFamily="34" charset="0"/>
              </a:rPr>
              <a:t>ESATIVAÇÃO</a:t>
            </a:r>
          </a:p>
          <a:p>
            <a:endParaRPr lang="pt-BR" sz="1100" b="1">
              <a:solidFill>
                <a:schemeClr val="tx1"/>
              </a:solidFill>
              <a:latin typeface="Arial Narrow" panose="020B0606020202030204" pitchFamily="34" charset="0"/>
            </a:endParaRPr>
          </a:p>
        </p:txBody>
      </p:sp>
      <p:sp>
        <p:nvSpPr>
          <p:cNvPr id="148" name="Retângulo 147">
            <a:extLst>
              <a:ext uri="{FF2B5EF4-FFF2-40B4-BE49-F238E27FC236}">
                <a16:creationId xmlns:a16="http://schemas.microsoft.com/office/drawing/2014/main" id="{EA5BBC83-C407-423D-B265-F8590CBF2FA8}"/>
              </a:ext>
            </a:extLst>
          </p:cNvPr>
          <p:cNvSpPr/>
          <p:nvPr userDrawn="1"/>
        </p:nvSpPr>
        <p:spPr>
          <a:xfrm>
            <a:off x="2481461" y="4885428"/>
            <a:ext cx="1245600" cy="13325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050" b="1">
                <a:solidFill>
                  <a:schemeClr val="bg2">
                    <a:lumMod val="25000"/>
                  </a:schemeClr>
                </a:solidFill>
                <a:latin typeface="Arial Narrow" panose="020B0606020202030204" pitchFamily="34" charset="0"/>
              </a:rPr>
              <a:t>URA *144</a:t>
            </a:r>
          </a:p>
          <a:p>
            <a:r>
              <a:rPr lang="pt-BR" sz="1050" b="1">
                <a:solidFill>
                  <a:schemeClr val="bg2">
                    <a:lumMod val="25000"/>
                  </a:schemeClr>
                </a:solidFill>
                <a:latin typeface="Arial Narrow" panose="020B0606020202030204" pitchFamily="34" charset="0"/>
              </a:rPr>
              <a:t>URA *222</a:t>
            </a:r>
          </a:p>
          <a:p>
            <a:r>
              <a:rPr lang="pt-BR" sz="1050" b="1">
                <a:solidFill>
                  <a:schemeClr val="bg2">
                    <a:lumMod val="25000"/>
                  </a:schemeClr>
                </a:solidFill>
                <a:latin typeface="Arial Narrow" panose="020B0606020202030204" pitchFamily="34" charset="0"/>
              </a:rPr>
              <a:t>URA Cadastro</a:t>
            </a:r>
          </a:p>
          <a:p>
            <a:r>
              <a:rPr lang="pt-BR" sz="1050" b="1">
                <a:solidFill>
                  <a:schemeClr val="bg2">
                    <a:lumMod val="25000"/>
                  </a:schemeClr>
                </a:solidFill>
                <a:latin typeface="Arial Narrow" panose="020B0606020202030204" pitchFamily="34" charset="0"/>
              </a:rPr>
              <a:t>App TIM Vendas</a:t>
            </a:r>
          </a:p>
          <a:p>
            <a:r>
              <a:rPr lang="pt-BR" sz="1050" b="1">
                <a:solidFill>
                  <a:schemeClr val="bg2">
                    <a:lumMod val="25000"/>
                  </a:schemeClr>
                </a:solidFill>
                <a:latin typeface="Arial Narrow" panose="020B0606020202030204" pitchFamily="34" charset="0"/>
              </a:rPr>
              <a:t>Captive Portal</a:t>
            </a:r>
          </a:p>
          <a:p>
            <a:r>
              <a:rPr lang="pt-BR" sz="1050" b="1">
                <a:solidFill>
                  <a:schemeClr val="bg2">
                    <a:lumMod val="25000"/>
                  </a:schemeClr>
                </a:solidFill>
                <a:latin typeface="Arial Narrow" panose="020B0606020202030204" pitchFamily="34" charset="0"/>
              </a:rPr>
              <a:t>Meu TIM Site</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100" b="1">
                <a:solidFill>
                  <a:schemeClr val="bg2">
                    <a:lumMod val="25000"/>
                  </a:schemeClr>
                </a:solidFill>
                <a:latin typeface="Arial Narrow" panose="020B0606020202030204" pitchFamily="34" charset="0"/>
              </a:rPr>
              <a:t>Meu TIM App</a:t>
            </a:r>
          </a:p>
        </p:txBody>
      </p:sp>
      <p:sp>
        <p:nvSpPr>
          <p:cNvPr id="164" name="Retângulo 163">
            <a:extLst>
              <a:ext uri="{FF2B5EF4-FFF2-40B4-BE49-F238E27FC236}">
                <a16:creationId xmlns:a16="http://schemas.microsoft.com/office/drawing/2014/main" id="{C7AB280A-4270-4385-B0BD-238B5329970E}"/>
              </a:ext>
            </a:extLst>
          </p:cNvPr>
          <p:cNvSpPr/>
          <p:nvPr userDrawn="1"/>
        </p:nvSpPr>
        <p:spPr>
          <a:xfrm>
            <a:off x="5316995" y="4885428"/>
            <a:ext cx="1245600" cy="13083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050" b="1" dirty="0">
                <a:solidFill>
                  <a:schemeClr val="bg2">
                    <a:lumMod val="25000"/>
                  </a:schemeClr>
                </a:solidFill>
                <a:latin typeface="Arial Narrow" panose="020B0606020202030204" pitchFamily="34" charset="0"/>
              </a:rPr>
              <a:t>Portal Express</a:t>
            </a:r>
          </a:p>
          <a:p>
            <a:r>
              <a:rPr lang="pt-BR" sz="1050" b="1" dirty="0">
                <a:solidFill>
                  <a:schemeClr val="bg2">
                    <a:lumMod val="25000"/>
                  </a:schemeClr>
                </a:solidFill>
                <a:latin typeface="Arial Narrow" panose="020B0606020202030204" pitchFamily="34" charset="0"/>
              </a:rPr>
              <a:t>Siebel</a:t>
            </a:r>
          </a:p>
          <a:p>
            <a:r>
              <a:rPr lang="pt-BR" sz="1050" b="1" dirty="0">
                <a:solidFill>
                  <a:schemeClr val="bg2">
                    <a:lumMod val="25000"/>
                  </a:schemeClr>
                </a:solidFill>
                <a:latin typeface="Arial Narrow" panose="020B0606020202030204" pitchFamily="34" charset="0"/>
              </a:rPr>
              <a:t>Siebel Móvel</a:t>
            </a:r>
          </a:p>
          <a:p>
            <a:r>
              <a:rPr lang="pt-BR" sz="1050" b="1" dirty="0">
                <a:solidFill>
                  <a:schemeClr val="bg2">
                    <a:lumMod val="25000"/>
                  </a:schemeClr>
                </a:solidFill>
                <a:latin typeface="Arial Narrow" panose="020B0606020202030204" pitchFamily="34" charset="0"/>
              </a:rPr>
              <a:t>RTD</a:t>
            </a:r>
          </a:p>
          <a:p>
            <a:r>
              <a:rPr lang="pt-BR" sz="1050" b="1" dirty="0">
                <a:solidFill>
                  <a:schemeClr val="bg2">
                    <a:lumMod val="25000"/>
                  </a:schemeClr>
                </a:solidFill>
                <a:latin typeface="Arial Narrow" panose="020B0606020202030204" pitchFamily="34" charset="0"/>
              </a:rPr>
              <a:t>SMS</a:t>
            </a:r>
          </a:p>
          <a:p>
            <a:pPr marL="0" algn="l" defTabSz="914400" rtl="0" eaLnBrk="1" latinLnBrk="0" hangingPunct="1"/>
            <a:r>
              <a:rPr lang="pt-BR" sz="1050" b="1" kern="1200" dirty="0">
                <a:solidFill>
                  <a:schemeClr val="bg2">
                    <a:lumMod val="25000"/>
                  </a:schemeClr>
                </a:solidFill>
                <a:latin typeface="Arial Narrow" panose="020B0606020202030204" pitchFamily="34" charset="0"/>
                <a:ea typeface="+mn-ea"/>
                <a:cs typeface="+mn-cs"/>
              </a:rPr>
              <a:t>USSD</a:t>
            </a:r>
          </a:p>
          <a:p>
            <a:pPr marL="0" algn="l" defTabSz="914400" rtl="0" eaLnBrk="1" latinLnBrk="0" hangingPunct="1"/>
            <a:r>
              <a:rPr lang="pt-BR" sz="1050" b="1" kern="1200" dirty="0">
                <a:solidFill>
                  <a:schemeClr val="bg2">
                    <a:lumMod val="25000"/>
                  </a:schemeClr>
                </a:solidFill>
                <a:latin typeface="Arial Narrow" panose="020B0606020202030204" pitchFamily="34" charset="0"/>
                <a:ea typeface="+mn-ea"/>
                <a:cs typeface="+mn-cs"/>
              </a:rPr>
              <a:t>RTD NBA</a:t>
            </a:r>
          </a:p>
        </p:txBody>
      </p:sp>
      <p:sp>
        <p:nvSpPr>
          <p:cNvPr id="172" name="Retângulo 171">
            <a:extLst>
              <a:ext uri="{FF2B5EF4-FFF2-40B4-BE49-F238E27FC236}">
                <a16:creationId xmlns:a16="http://schemas.microsoft.com/office/drawing/2014/main" id="{40C24CC0-2832-47CA-8716-C6108F7BCFC8}"/>
              </a:ext>
            </a:extLst>
          </p:cNvPr>
          <p:cNvSpPr/>
          <p:nvPr userDrawn="1"/>
        </p:nvSpPr>
        <p:spPr>
          <a:xfrm>
            <a:off x="8021615" y="4885428"/>
            <a:ext cx="1245600" cy="37237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050" b="1">
                <a:solidFill>
                  <a:schemeClr val="bg2">
                    <a:lumMod val="25000"/>
                  </a:schemeClr>
                </a:solidFill>
                <a:latin typeface="Arial Narrow" panose="020B0606020202030204" pitchFamily="34" charset="0"/>
              </a:rPr>
              <a:t>USSD</a:t>
            </a:r>
          </a:p>
          <a:p>
            <a:r>
              <a:rPr lang="pt-BR" sz="1050" b="1">
                <a:solidFill>
                  <a:schemeClr val="bg2">
                    <a:lumMod val="25000"/>
                  </a:schemeClr>
                </a:solidFill>
                <a:latin typeface="Arial Narrow" panose="020B0606020202030204" pitchFamily="34" charset="0"/>
              </a:rPr>
              <a:t>Outros</a:t>
            </a:r>
          </a:p>
          <a:p>
            <a:endParaRPr lang="pt-BR" sz="1100" b="1">
              <a:solidFill>
                <a:schemeClr val="tx1"/>
              </a:solidFill>
              <a:latin typeface="Arial Narrow" panose="020B0606020202030204" pitchFamily="34" charset="0"/>
            </a:endParaRPr>
          </a:p>
        </p:txBody>
      </p:sp>
      <p:sp>
        <p:nvSpPr>
          <p:cNvPr id="176" name="Espaço Reservado para Texto 46">
            <a:extLst>
              <a:ext uri="{FF2B5EF4-FFF2-40B4-BE49-F238E27FC236}">
                <a16:creationId xmlns:a16="http://schemas.microsoft.com/office/drawing/2014/main" id="{91B72EFD-5327-4ECA-83C4-985F66581231}"/>
              </a:ext>
            </a:extLst>
          </p:cNvPr>
          <p:cNvSpPr>
            <a:spLocks noGrp="1"/>
          </p:cNvSpPr>
          <p:nvPr>
            <p:ph type="body" sz="quarter" idx="193" hasCustomPrompt="1"/>
          </p:nvPr>
        </p:nvSpPr>
        <p:spPr>
          <a:xfrm>
            <a:off x="8043321" y="5250681"/>
            <a:ext cx="1369287" cy="1016414"/>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Indique quais</a:t>
            </a:r>
          </a:p>
        </p:txBody>
      </p:sp>
      <p:sp>
        <p:nvSpPr>
          <p:cNvPr id="177" name="Retângulo 176">
            <a:extLst>
              <a:ext uri="{FF2B5EF4-FFF2-40B4-BE49-F238E27FC236}">
                <a16:creationId xmlns:a16="http://schemas.microsoft.com/office/drawing/2014/main" id="{9179A763-5869-461E-BC0D-276B173808C5}"/>
              </a:ext>
            </a:extLst>
          </p:cNvPr>
          <p:cNvSpPr/>
          <p:nvPr userDrawn="1"/>
        </p:nvSpPr>
        <p:spPr>
          <a:xfrm>
            <a:off x="7676508" y="4627884"/>
            <a:ext cx="1637110" cy="20912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600" b="0">
                <a:solidFill>
                  <a:schemeClr val="accent2">
                    <a:lumMod val="50000"/>
                  </a:schemeClr>
                </a:solidFill>
                <a:latin typeface="Arial Narrow" panose="020B0606020202030204" pitchFamily="34" charset="0"/>
              </a:rPr>
              <a:t>ASSINALE OS CAMPOS COM UM </a:t>
            </a:r>
            <a:r>
              <a:rPr lang="pt-BR" sz="600" b="0">
                <a:solidFill>
                  <a:srgbClr val="133765"/>
                </a:solidFill>
                <a:latin typeface="Arial Narrow" panose="020B0606020202030204" pitchFamily="34" charset="0"/>
              </a:rPr>
              <a:t>X</a:t>
            </a:r>
            <a:endParaRPr lang="pt-BR" sz="600" b="0">
              <a:solidFill>
                <a:schemeClr val="accent2">
                  <a:lumMod val="50000"/>
                </a:schemeClr>
              </a:solidFill>
              <a:latin typeface="Arial Narrow" panose="020B0606020202030204" pitchFamily="34" charset="0"/>
            </a:endParaRPr>
          </a:p>
        </p:txBody>
      </p:sp>
      <p:sp>
        <p:nvSpPr>
          <p:cNvPr id="2" name="object 30">
            <a:extLst>
              <a:ext uri="{FF2B5EF4-FFF2-40B4-BE49-F238E27FC236}">
                <a16:creationId xmlns:a16="http://schemas.microsoft.com/office/drawing/2014/main" id="{478E84AE-44D8-4246-A362-83CBD72CAFAD}"/>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9" name="Segnaposto numero diapositiva 1">
            <a:extLst>
              <a:ext uri="{FF2B5EF4-FFF2-40B4-BE49-F238E27FC236}">
                <a16:creationId xmlns:a16="http://schemas.microsoft.com/office/drawing/2014/main" id="{AC600A95-3377-457A-9CF6-D4C50A861893}"/>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pic>
        <p:nvPicPr>
          <p:cNvPr id="10" name="Imagem 9">
            <a:extLst>
              <a:ext uri="{FF2B5EF4-FFF2-40B4-BE49-F238E27FC236}">
                <a16:creationId xmlns:a16="http://schemas.microsoft.com/office/drawing/2014/main" id="{8EB4D4FC-69A3-47BD-8803-DA3706F3AC57}"/>
              </a:ext>
            </a:extLst>
          </p:cNvPr>
          <p:cNvPicPr>
            <a:picLocks noChangeAspect="1"/>
          </p:cNvPicPr>
          <p:nvPr userDrawn="1"/>
        </p:nvPicPr>
        <p:blipFill>
          <a:blip r:embed="rId3"/>
          <a:srcRect/>
          <a:stretch/>
        </p:blipFill>
        <p:spPr>
          <a:xfrm>
            <a:off x="255313" y="6480194"/>
            <a:ext cx="256801" cy="208487"/>
          </a:xfrm>
          <a:prstGeom prst="rect">
            <a:avLst/>
          </a:prstGeom>
        </p:spPr>
      </p:pic>
      <p:sp>
        <p:nvSpPr>
          <p:cNvPr id="11" name="Retângulo 10">
            <a:extLst>
              <a:ext uri="{FF2B5EF4-FFF2-40B4-BE49-F238E27FC236}">
                <a16:creationId xmlns:a16="http://schemas.microsoft.com/office/drawing/2014/main" id="{2E026C5D-E3F7-4304-B42D-B5EAEBE8B1DD}"/>
              </a:ext>
            </a:extLst>
          </p:cNvPr>
          <p:cNvSpPr/>
          <p:nvPr userDrawn="1"/>
        </p:nvSpPr>
        <p:spPr>
          <a:xfrm>
            <a:off x="805681" y="4885428"/>
            <a:ext cx="1672824" cy="13325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050" b="1">
                <a:solidFill>
                  <a:schemeClr val="bg2">
                    <a:lumMod val="25000"/>
                  </a:schemeClr>
                </a:solidFill>
                <a:latin typeface="Arial Narrow" panose="020B0606020202030204" pitchFamily="34" charset="0"/>
              </a:rPr>
              <a:t>[  ] C [  ] A [  ] S [  ] E [  ] D</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b="1">
                <a:solidFill>
                  <a:schemeClr val="bg2">
                    <a:lumMod val="25000"/>
                  </a:schemeClr>
                </a:solidFill>
                <a:latin typeface="Arial Narrow" panose="020B0606020202030204" pitchFamily="34" charset="0"/>
              </a:rPr>
              <a:t>[  ] C [  ] A [  ] S [  ] E [  ] D</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b="1">
                <a:solidFill>
                  <a:schemeClr val="bg2">
                    <a:lumMod val="25000"/>
                  </a:schemeClr>
                </a:solidFill>
                <a:latin typeface="Arial Narrow" panose="020B0606020202030204" pitchFamily="34" charset="0"/>
              </a:rPr>
              <a:t>[  ] C [  ] A [  ] S [  ] E [  ] D     [  ] C [  ] A [  ] S [  ] E [  ] D</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b="1">
                <a:solidFill>
                  <a:schemeClr val="bg2">
                    <a:lumMod val="25000"/>
                  </a:schemeClr>
                </a:solidFill>
                <a:latin typeface="Arial Narrow" panose="020B0606020202030204" pitchFamily="34" charset="0"/>
              </a:rPr>
              <a:t>[  ] C [  ] A [  ] S [  ] E [  ] D</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b="1">
                <a:solidFill>
                  <a:schemeClr val="bg2">
                    <a:lumMod val="25000"/>
                  </a:schemeClr>
                </a:solidFill>
                <a:latin typeface="Arial Narrow" panose="020B0606020202030204" pitchFamily="34" charset="0"/>
              </a:rPr>
              <a:t>[  ] C [  ] A [  ] S [  ] E [  ] D</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b="1">
                <a:solidFill>
                  <a:schemeClr val="bg2">
                    <a:lumMod val="25000"/>
                  </a:schemeClr>
                </a:solidFill>
                <a:latin typeface="Arial Narrow" panose="020B0606020202030204" pitchFamily="34" charset="0"/>
              </a:rPr>
              <a:t>[  ] C [  ] A [  ] S [  ] E [  ] D</a:t>
            </a:r>
          </a:p>
          <a:p>
            <a:endParaRPr lang="pt-BR" sz="1050" b="1">
              <a:solidFill>
                <a:schemeClr val="bg2">
                  <a:lumMod val="25000"/>
                </a:schemeClr>
              </a:solidFill>
              <a:latin typeface="Arial Narrow" panose="020B0606020202030204" pitchFamily="34" charset="0"/>
            </a:endParaRPr>
          </a:p>
        </p:txBody>
      </p:sp>
      <p:sp>
        <p:nvSpPr>
          <p:cNvPr id="14" name="Retângulo 13">
            <a:extLst>
              <a:ext uri="{FF2B5EF4-FFF2-40B4-BE49-F238E27FC236}">
                <a16:creationId xmlns:a16="http://schemas.microsoft.com/office/drawing/2014/main" id="{13975741-A80D-470A-AE55-BA3D6A4E78EC}"/>
              </a:ext>
            </a:extLst>
          </p:cNvPr>
          <p:cNvSpPr/>
          <p:nvPr userDrawn="1"/>
        </p:nvSpPr>
        <p:spPr>
          <a:xfrm>
            <a:off x="3604497" y="4885428"/>
            <a:ext cx="1672824" cy="13325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050" b="1">
                <a:solidFill>
                  <a:schemeClr val="bg2">
                    <a:lumMod val="25000"/>
                  </a:schemeClr>
                </a:solidFill>
                <a:latin typeface="Arial Narrow" panose="020B0606020202030204" pitchFamily="34" charset="0"/>
              </a:rPr>
              <a:t>[  ] C [  ] A [  ] S [  ] E [  ] D</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b="1">
                <a:solidFill>
                  <a:schemeClr val="bg2">
                    <a:lumMod val="25000"/>
                  </a:schemeClr>
                </a:solidFill>
                <a:latin typeface="Arial Narrow" panose="020B0606020202030204" pitchFamily="34" charset="0"/>
              </a:rPr>
              <a:t>[  ] C [  ] A [  ] S [  ] E [  ] D</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b="1">
                <a:solidFill>
                  <a:schemeClr val="bg2">
                    <a:lumMod val="25000"/>
                  </a:schemeClr>
                </a:solidFill>
                <a:latin typeface="Arial Narrow" panose="020B0606020202030204" pitchFamily="34" charset="0"/>
              </a:rPr>
              <a:t>[  ] C [  ] A [  ] S [  ] E [  ] D     [  ] C [  ] A [  ] S [  ] E [  ] D</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b="1">
                <a:solidFill>
                  <a:schemeClr val="bg2">
                    <a:lumMod val="25000"/>
                  </a:schemeClr>
                </a:solidFill>
                <a:latin typeface="Arial Narrow" panose="020B0606020202030204" pitchFamily="34" charset="0"/>
              </a:rPr>
              <a:t>[  ] C [  ] A [  ] S [  ] E [  ] D</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b="1">
                <a:solidFill>
                  <a:schemeClr val="bg2">
                    <a:lumMod val="25000"/>
                  </a:schemeClr>
                </a:solidFill>
                <a:latin typeface="Arial Narrow" panose="020B0606020202030204" pitchFamily="34" charset="0"/>
              </a:rPr>
              <a:t>[  ] C [  ] A [  ] S [  ] E [  ] D</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b="1">
                <a:solidFill>
                  <a:schemeClr val="bg2">
                    <a:lumMod val="25000"/>
                  </a:schemeClr>
                </a:solidFill>
                <a:latin typeface="Arial Narrow" panose="020B0606020202030204" pitchFamily="34" charset="0"/>
              </a:rPr>
              <a:t>[  ] C [  ] A [  ] S [  ] E [  ] D</a:t>
            </a:r>
          </a:p>
          <a:p>
            <a:endParaRPr lang="pt-BR" sz="1050" b="1">
              <a:solidFill>
                <a:schemeClr val="bg2">
                  <a:lumMod val="25000"/>
                </a:schemeClr>
              </a:solidFill>
              <a:latin typeface="Arial Narrow" panose="020B0606020202030204" pitchFamily="34" charset="0"/>
            </a:endParaRPr>
          </a:p>
        </p:txBody>
      </p:sp>
      <p:sp>
        <p:nvSpPr>
          <p:cNvPr id="15" name="Retângulo 14">
            <a:extLst>
              <a:ext uri="{FF2B5EF4-FFF2-40B4-BE49-F238E27FC236}">
                <a16:creationId xmlns:a16="http://schemas.microsoft.com/office/drawing/2014/main" id="{01052D0A-15FA-4341-AD7C-90817179FC57}"/>
              </a:ext>
            </a:extLst>
          </p:cNvPr>
          <p:cNvSpPr/>
          <p:nvPr userDrawn="1"/>
        </p:nvSpPr>
        <p:spPr>
          <a:xfrm>
            <a:off x="6414760" y="4885428"/>
            <a:ext cx="1672824" cy="13325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050" b="1">
                <a:solidFill>
                  <a:schemeClr val="bg2">
                    <a:lumMod val="25000"/>
                  </a:schemeClr>
                </a:solidFill>
                <a:latin typeface="Arial Narrow" panose="020B0606020202030204" pitchFamily="34" charset="0"/>
              </a:rPr>
              <a:t>[  ] C [  ] A [  ] S [  ] E [  ] D</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b="1">
                <a:solidFill>
                  <a:schemeClr val="bg2">
                    <a:lumMod val="25000"/>
                  </a:schemeClr>
                </a:solidFill>
                <a:latin typeface="Arial Narrow" panose="020B0606020202030204" pitchFamily="34" charset="0"/>
              </a:rPr>
              <a:t>[  ] C [  ] A [  ] S [  ] E [  ] D</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b="1">
                <a:solidFill>
                  <a:schemeClr val="bg2">
                    <a:lumMod val="25000"/>
                  </a:schemeClr>
                </a:solidFill>
                <a:latin typeface="Arial Narrow" panose="020B0606020202030204" pitchFamily="34" charset="0"/>
              </a:rPr>
              <a:t>[  ] C [  ] A [  ] S [  ] E [  ] D     [  ] C [  ] A [  ] S [  ] E [  ] D</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b="1">
                <a:solidFill>
                  <a:schemeClr val="bg2">
                    <a:lumMod val="25000"/>
                  </a:schemeClr>
                </a:solidFill>
                <a:latin typeface="Arial Narrow" panose="020B0606020202030204" pitchFamily="34" charset="0"/>
              </a:rPr>
              <a:t>[  ] C [  ] A [  ] S [  ] E [  ] D</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b="1">
                <a:solidFill>
                  <a:schemeClr val="bg2">
                    <a:lumMod val="25000"/>
                  </a:schemeClr>
                </a:solidFill>
                <a:latin typeface="Arial Narrow" panose="020B0606020202030204" pitchFamily="34" charset="0"/>
              </a:rPr>
              <a:t>[  ] C [  ] A [  ] S [  ] E [  ] D</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050" b="1">
                <a:solidFill>
                  <a:schemeClr val="bg2">
                    <a:lumMod val="25000"/>
                  </a:schemeClr>
                </a:solidFill>
                <a:latin typeface="Arial Narrow" panose="020B0606020202030204" pitchFamily="34" charset="0"/>
              </a:rPr>
              <a:t>[  ] C [  ] A [  ] S [  ] E [  ] D</a:t>
            </a:r>
          </a:p>
          <a:p>
            <a:endParaRPr lang="pt-BR" sz="1050" b="1">
              <a:solidFill>
                <a:schemeClr val="bg2">
                  <a:lumMod val="25000"/>
                </a:schemeClr>
              </a:solidFill>
              <a:latin typeface="Arial Narrow" panose="020B0606020202030204" pitchFamily="34" charset="0"/>
            </a:endParaRPr>
          </a:p>
        </p:txBody>
      </p:sp>
    </p:spTree>
    <p:extLst>
      <p:ext uri="{BB962C8B-B14F-4D97-AF65-F5344CB8AC3E}">
        <p14:creationId xmlns:p14="http://schemas.microsoft.com/office/powerpoint/2010/main" val="182238306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 - PLANO | OFERTA &amp; DESCONTO | BÔNUS | ESTRUTURAL | OUTROS">
    <p:spTree>
      <p:nvGrpSpPr>
        <p:cNvPr id="1" name=""/>
        <p:cNvGrpSpPr/>
        <p:nvPr/>
      </p:nvGrpSpPr>
      <p:grpSpPr>
        <a:xfrm>
          <a:off x="0" y="0"/>
          <a:ext cx="0" cy="0"/>
          <a:chOff x="0" y="0"/>
          <a:chExt cx="0" cy="0"/>
        </a:xfrm>
      </p:grpSpPr>
      <p:sp>
        <p:nvSpPr>
          <p:cNvPr id="16" name="Retângulo 15">
            <a:extLst>
              <a:ext uri="{FF2B5EF4-FFF2-40B4-BE49-F238E27FC236}">
                <a16:creationId xmlns:a16="http://schemas.microsoft.com/office/drawing/2014/main" id="{FDCDF7A0-4401-415A-8F6D-9D5DBF42F408}"/>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6" name="Retângulo: Cantos Superiores Arredondados 5">
            <a:extLst>
              <a:ext uri="{FF2B5EF4-FFF2-40B4-BE49-F238E27FC236}">
                <a16:creationId xmlns:a16="http://schemas.microsoft.com/office/drawing/2014/main" id="{58280137-A574-49A2-B09A-F3051C4607DC}"/>
              </a:ext>
            </a:extLst>
          </p:cNvPr>
          <p:cNvSpPr/>
          <p:nvPr userDrawn="1"/>
        </p:nvSpPr>
        <p:spPr>
          <a:xfrm>
            <a:off x="185030" y="784116"/>
            <a:ext cx="9289241" cy="3657600"/>
          </a:xfrm>
          <a:prstGeom prst="round2SameRect">
            <a:avLst>
              <a:gd name="adj1" fmla="val 5299"/>
              <a:gd name="adj2" fmla="val 0"/>
            </a:avLst>
          </a:prstGeom>
          <a:solidFill>
            <a:srgbClr val="0C234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ELEGIBILIDADE, ABRANGÊNCIA &amp; BENEFÍCIOS</a:t>
            </a:r>
          </a:p>
        </p:txBody>
      </p:sp>
      <p:sp>
        <p:nvSpPr>
          <p:cNvPr id="7" name="Retângulo 6">
            <a:extLst>
              <a:ext uri="{FF2B5EF4-FFF2-40B4-BE49-F238E27FC236}">
                <a16:creationId xmlns:a16="http://schemas.microsoft.com/office/drawing/2014/main" id="{74B88604-899A-4656-846D-BE63FC447644}"/>
              </a:ext>
            </a:extLst>
          </p:cNvPr>
          <p:cNvSpPr/>
          <p:nvPr userDrawn="1"/>
        </p:nvSpPr>
        <p:spPr>
          <a:xfrm>
            <a:off x="4854186" y="1234741"/>
            <a:ext cx="1922084" cy="1512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PACOTES</a:t>
            </a: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2867979" y="1234740"/>
            <a:ext cx="3931023" cy="30879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ELEGIBILIDADE</a:t>
            </a:r>
          </a:p>
        </p:txBody>
      </p:sp>
      <p:sp>
        <p:nvSpPr>
          <p:cNvPr id="21" name="Retângulo 20">
            <a:extLst>
              <a:ext uri="{FF2B5EF4-FFF2-40B4-BE49-F238E27FC236}">
                <a16:creationId xmlns:a16="http://schemas.microsoft.com/office/drawing/2014/main" id="{DD161A39-A3E0-4E5A-92CE-86A78AA74BA8}"/>
              </a:ext>
            </a:extLst>
          </p:cNvPr>
          <p:cNvSpPr/>
          <p:nvPr userDrawn="1"/>
        </p:nvSpPr>
        <p:spPr>
          <a:xfrm>
            <a:off x="368783" y="1234741"/>
            <a:ext cx="2435076" cy="228941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ABRANGÊNCIA</a:t>
            </a:r>
          </a:p>
        </p:txBody>
      </p:sp>
      <p:sp>
        <p:nvSpPr>
          <p:cNvPr id="57" name="Espaço Reservado para Texto 46">
            <a:extLst>
              <a:ext uri="{FF2B5EF4-FFF2-40B4-BE49-F238E27FC236}">
                <a16:creationId xmlns:a16="http://schemas.microsoft.com/office/drawing/2014/main" id="{4A727AC1-17EE-44B9-B650-279537D48925}"/>
              </a:ext>
            </a:extLst>
          </p:cNvPr>
          <p:cNvSpPr>
            <a:spLocks noGrp="1"/>
          </p:cNvSpPr>
          <p:nvPr>
            <p:ph type="body" sz="quarter" idx="29" hasCustomPrompt="1"/>
          </p:nvPr>
        </p:nvSpPr>
        <p:spPr>
          <a:xfrm>
            <a:off x="2878382" y="1397887"/>
            <a:ext cx="3874167" cy="2862749"/>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Liste as ofertas, pacotes, planos e plug-ins elegíveis</a:t>
            </a:r>
          </a:p>
        </p:txBody>
      </p:sp>
      <p:sp>
        <p:nvSpPr>
          <p:cNvPr id="61" name="Espaço Reservado para Texto 46">
            <a:extLst>
              <a:ext uri="{FF2B5EF4-FFF2-40B4-BE49-F238E27FC236}">
                <a16:creationId xmlns:a16="http://schemas.microsoft.com/office/drawing/2014/main" id="{D055E690-5801-4D19-9560-9BC94F807139}"/>
              </a:ext>
            </a:extLst>
          </p:cNvPr>
          <p:cNvSpPr>
            <a:spLocks noGrp="1"/>
          </p:cNvSpPr>
          <p:nvPr>
            <p:ph type="body" sz="quarter" idx="32" hasCustomPrompt="1"/>
          </p:nvPr>
        </p:nvSpPr>
        <p:spPr>
          <a:xfrm>
            <a:off x="368783" y="1428622"/>
            <a:ext cx="2411352" cy="2047678"/>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Indique o tipo de produto: “Pós Fatura”, “Express”, “Controle Fatura” etc. Indique se será Nacional ou listar </a:t>
            </a:r>
            <a:r>
              <a:rPr lang="pt-BR" err="1"/>
              <a:t>UFs</a:t>
            </a:r>
            <a:r>
              <a:rPr lang="pt-BR"/>
              <a:t> e/ou listar </a:t>
            </a:r>
            <a:r>
              <a:rPr lang="pt-BR" err="1"/>
              <a:t>DDDs</a:t>
            </a:r>
            <a:r>
              <a:rPr lang="pt-BR"/>
              <a:t>.</a:t>
            </a:r>
          </a:p>
          <a:p>
            <a:pPr lvl="0"/>
            <a:endParaRPr lang="pt-BR"/>
          </a:p>
        </p:txBody>
      </p:sp>
      <p:sp>
        <p:nvSpPr>
          <p:cNvPr id="53" name="Retângulo: Cantos Superiores Arredondados 52">
            <a:extLst>
              <a:ext uri="{FF2B5EF4-FFF2-40B4-BE49-F238E27FC236}">
                <a16:creationId xmlns:a16="http://schemas.microsoft.com/office/drawing/2014/main" id="{4EBFBF02-6262-42FB-81CF-9C5210B1CE2D}"/>
              </a:ext>
            </a:extLst>
          </p:cNvPr>
          <p:cNvSpPr/>
          <p:nvPr userDrawn="1"/>
        </p:nvSpPr>
        <p:spPr>
          <a:xfrm>
            <a:off x="9562114" y="784116"/>
            <a:ext cx="2432276" cy="5576598"/>
          </a:xfrm>
          <a:prstGeom prst="round2SameRect">
            <a:avLst>
              <a:gd name="adj1" fmla="val 5299"/>
              <a:gd name="adj2" fmla="val 0"/>
            </a:avLst>
          </a:prstGeom>
          <a:solidFill>
            <a:schemeClr val="accent1">
              <a:lumMod val="90000"/>
              <a:lumOff val="10000"/>
            </a:schemeClr>
          </a:solidFill>
          <a:ln>
            <a:solidFill>
              <a:schemeClr val="tx1">
                <a:lumMod val="90000"/>
                <a:lumOff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pt-BR" sz="1400" b="1">
              <a:latin typeface="Arial Narrow" panose="020B0606020202030204" pitchFamily="34" charset="0"/>
            </a:endParaRPr>
          </a:p>
        </p:txBody>
      </p:sp>
      <p:sp>
        <p:nvSpPr>
          <p:cNvPr id="58" name="Retângulo 57">
            <a:extLst>
              <a:ext uri="{FF2B5EF4-FFF2-40B4-BE49-F238E27FC236}">
                <a16:creationId xmlns:a16="http://schemas.microsoft.com/office/drawing/2014/main" id="{5609B875-E934-4FB4-B0DF-05983E6A060B}"/>
              </a:ext>
            </a:extLst>
          </p:cNvPr>
          <p:cNvSpPr/>
          <p:nvPr userDrawn="1"/>
        </p:nvSpPr>
        <p:spPr>
          <a:xfrm>
            <a:off x="9698279" y="883843"/>
            <a:ext cx="2161493" cy="119161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INTEGRAÇÕES</a:t>
            </a:r>
          </a:p>
        </p:txBody>
      </p:sp>
      <p:sp>
        <p:nvSpPr>
          <p:cNvPr id="72" name="Espaço Reservado para Texto 46">
            <a:extLst>
              <a:ext uri="{FF2B5EF4-FFF2-40B4-BE49-F238E27FC236}">
                <a16:creationId xmlns:a16="http://schemas.microsoft.com/office/drawing/2014/main" id="{622467D4-C991-47CF-904B-2836338EB2E4}"/>
              </a:ext>
            </a:extLst>
          </p:cNvPr>
          <p:cNvSpPr>
            <a:spLocks noGrp="1"/>
          </p:cNvSpPr>
          <p:nvPr>
            <p:ph type="body" sz="quarter" idx="37" hasCustomPrompt="1"/>
          </p:nvPr>
        </p:nvSpPr>
        <p:spPr>
          <a:xfrm>
            <a:off x="9698279" y="1033994"/>
            <a:ext cx="2159946" cy="1025444"/>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Identifique as integrações desta solução, planos vs ofertas, sistemas internos, e áreas externa. Envolvimento Digital, envolvimento M4U, RTD…</a:t>
            </a: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2" name="Retângulo: Cantos Arredondados 11">
            <a:extLst>
              <a:ext uri="{FF2B5EF4-FFF2-40B4-BE49-F238E27FC236}">
                <a16:creationId xmlns:a16="http://schemas.microsoft.com/office/drawing/2014/main" id="{260BA979-0861-4B17-930C-F81B87704136}"/>
              </a:ext>
            </a:extLst>
          </p:cNvPr>
          <p:cNvSpPr/>
          <p:nvPr userDrawn="1"/>
        </p:nvSpPr>
        <p:spPr>
          <a:xfrm>
            <a:off x="669391" y="179801"/>
            <a:ext cx="391567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DESCRIÇÃO DO PRODUTO</a:t>
            </a:r>
          </a:p>
        </p:txBody>
      </p:sp>
      <p:pic>
        <p:nvPicPr>
          <p:cNvPr id="13" name="Immagine 7" descr="secondario_rgb.png">
            <a:extLst>
              <a:ext uri="{FF2B5EF4-FFF2-40B4-BE49-F238E27FC236}">
                <a16:creationId xmlns:a16="http://schemas.microsoft.com/office/drawing/2014/main" id="{61BB58BA-EA86-4B6A-9A5D-BB268445A07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
        <p:nvSpPr>
          <p:cNvPr id="59" name="Retângulo 58">
            <a:extLst>
              <a:ext uri="{FF2B5EF4-FFF2-40B4-BE49-F238E27FC236}">
                <a16:creationId xmlns:a16="http://schemas.microsoft.com/office/drawing/2014/main" id="{2E2A043C-84BC-4F6B-AF1E-3680B815A4C5}"/>
              </a:ext>
            </a:extLst>
          </p:cNvPr>
          <p:cNvSpPr/>
          <p:nvPr userDrawn="1"/>
        </p:nvSpPr>
        <p:spPr>
          <a:xfrm>
            <a:off x="367087" y="3608382"/>
            <a:ext cx="2445479" cy="720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VIGÊNCIA</a:t>
            </a:r>
          </a:p>
        </p:txBody>
      </p:sp>
      <p:sp>
        <p:nvSpPr>
          <p:cNvPr id="63" name="Espaço Reservado para Texto 46">
            <a:extLst>
              <a:ext uri="{FF2B5EF4-FFF2-40B4-BE49-F238E27FC236}">
                <a16:creationId xmlns:a16="http://schemas.microsoft.com/office/drawing/2014/main" id="{9FC215DE-308D-4401-81B9-528F0EE2626D}"/>
              </a:ext>
            </a:extLst>
          </p:cNvPr>
          <p:cNvSpPr>
            <a:spLocks noGrp="1"/>
          </p:cNvSpPr>
          <p:nvPr>
            <p:ph type="body" sz="quarter" idx="39" hasCustomPrompt="1"/>
          </p:nvPr>
        </p:nvSpPr>
        <p:spPr>
          <a:xfrm>
            <a:off x="377490" y="3781100"/>
            <a:ext cx="2411352" cy="529691"/>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Por quanto tempo este produto/serviço estará disponível.</a:t>
            </a:r>
          </a:p>
        </p:txBody>
      </p:sp>
      <p:sp>
        <p:nvSpPr>
          <p:cNvPr id="19" name="Retângulo 18">
            <a:extLst>
              <a:ext uri="{FF2B5EF4-FFF2-40B4-BE49-F238E27FC236}">
                <a16:creationId xmlns:a16="http://schemas.microsoft.com/office/drawing/2014/main" id="{3B4398F9-A5DE-4E3D-8386-115AE934D275}"/>
              </a:ext>
            </a:extLst>
          </p:cNvPr>
          <p:cNvSpPr/>
          <p:nvPr userDrawn="1"/>
        </p:nvSpPr>
        <p:spPr>
          <a:xfrm>
            <a:off x="6881336" y="1234741"/>
            <a:ext cx="2483628" cy="308797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BENEFÍCIOS</a:t>
            </a:r>
          </a:p>
        </p:txBody>
      </p:sp>
      <p:sp>
        <p:nvSpPr>
          <p:cNvPr id="27" name="Retângulo 26">
            <a:extLst>
              <a:ext uri="{FF2B5EF4-FFF2-40B4-BE49-F238E27FC236}">
                <a16:creationId xmlns:a16="http://schemas.microsoft.com/office/drawing/2014/main" id="{6B0005CA-C495-4E54-8842-CC369F60073B}"/>
              </a:ext>
            </a:extLst>
          </p:cNvPr>
          <p:cNvSpPr/>
          <p:nvPr userDrawn="1"/>
        </p:nvSpPr>
        <p:spPr>
          <a:xfrm>
            <a:off x="9698420" y="2159271"/>
            <a:ext cx="2169493" cy="38510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CÓDIGO ANATEL</a:t>
            </a:r>
          </a:p>
          <a:p>
            <a:r>
              <a:rPr lang="pt-BR" sz="1100" b="1">
                <a:solidFill>
                  <a:schemeClr val="tx1"/>
                </a:solidFill>
                <a:latin typeface="Arial Narrow" panose="020B0606020202030204" pitchFamily="34" charset="0"/>
              </a:rPr>
              <a:t>      SIM          NÃO</a:t>
            </a:r>
          </a:p>
        </p:txBody>
      </p:sp>
      <p:sp>
        <p:nvSpPr>
          <p:cNvPr id="28" name="Retângulo 27">
            <a:extLst>
              <a:ext uri="{FF2B5EF4-FFF2-40B4-BE49-F238E27FC236}">
                <a16:creationId xmlns:a16="http://schemas.microsoft.com/office/drawing/2014/main" id="{D1A18C94-7574-4101-B407-783AC6FAC2CB}"/>
              </a:ext>
            </a:extLst>
          </p:cNvPr>
          <p:cNvSpPr/>
          <p:nvPr userDrawn="1"/>
        </p:nvSpPr>
        <p:spPr>
          <a:xfrm>
            <a:off x="9689590" y="2628189"/>
            <a:ext cx="2177323" cy="361305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INFORMAÇÕES SOBRE FIDELIZAÇÃO</a:t>
            </a:r>
          </a:p>
        </p:txBody>
      </p:sp>
      <p:sp>
        <p:nvSpPr>
          <p:cNvPr id="123" name="Espaço Reservado para Texto 46">
            <a:extLst>
              <a:ext uri="{FF2B5EF4-FFF2-40B4-BE49-F238E27FC236}">
                <a16:creationId xmlns:a16="http://schemas.microsoft.com/office/drawing/2014/main" id="{96E1B689-7DDE-429D-9349-8EF4B0A2ADD0}"/>
              </a:ext>
            </a:extLst>
          </p:cNvPr>
          <p:cNvSpPr>
            <a:spLocks noGrp="1"/>
          </p:cNvSpPr>
          <p:nvPr>
            <p:ph type="body" sz="quarter" idx="80" hasCustomPrompt="1"/>
          </p:nvPr>
        </p:nvSpPr>
        <p:spPr>
          <a:xfrm>
            <a:off x="9703153" y="2956531"/>
            <a:ext cx="2159946" cy="3284716"/>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Especificação de vigências e valores de multas.</a:t>
            </a:r>
          </a:p>
        </p:txBody>
      </p:sp>
      <p:sp>
        <p:nvSpPr>
          <p:cNvPr id="124" name="Espaço Reservado para Texto 46">
            <a:extLst>
              <a:ext uri="{FF2B5EF4-FFF2-40B4-BE49-F238E27FC236}">
                <a16:creationId xmlns:a16="http://schemas.microsoft.com/office/drawing/2014/main" id="{1E29FF11-CBF9-4C1C-9E87-B1CD9753911A}"/>
              </a:ext>
            </a:extLst>
          </p:cNvPr>
          <p:cNvSpPr>
            <a:spLocks noGrp="1"/>
          </p:cNvSpPr>
          <p:nvPr>
            <p:ph type="body" sz="quarter" idx="81" hasCustomPrompt="1"/>
          </p:nvPr>
        </p:nvSpPr>
        <p:spPr>
          <a:xfrm>
            <a:off x="9695677" y="2306873"/>
            <a:ext cx="349660" cy="385109"/>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125" name="Espaço Reservado para Texto 46">
            <a:extLst>
              <a:ext uri="{FF2B5EF4-FFF2-40B4-BE49-F238E27FC236}">
                <a16:creationId xmlns:a16="http://schemas.microsoft.com/office/drawing/2014/main" id="{E3CC9B98-D92E-4C26-99A6-E434908832F4}"/>
              </a:ext>
            </a:extLst>
          </p:cNvPr>
          <p:cNvSpPr>
            <a:spLocks noGrp="1"/>
          </p:cNvSpPr>
          <p:nvPr>
            <p:ph type="body" sz="quarter" idx="82" hasCustomPrompt="1"/>
          </p:nvPr>
        </p:nvSpPr>
        <p:spPr>
          <a:xfrm>
            <a:off x="6888018" y="1419098"/>
            <a:ext cx="2466544" cy="2840371"/>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Descrição dos Benefícios que serão disponibilizados (benefícios core, serviços VAS, Zero Rating)</a:t>
            </a:r>
          </a:p>
        </p:txBody>
      </p:sp>
      <p:sp>
        <p:nvSpPr>
          <p:cNvPr id="109" name="Espaço Reservado para Texto 46">
            <a:extLst>
              <a:ext uri="{FF2B5EF4-FFF2-40B4-BE49-F238E27FC236}">
                <a16:creationId xmlns:a16="http://schemas.microsoft.com/office/drawing/2014/main" id="{D794AAC3-93CC-4D79-BCFC-38292E5900A6}"/>
              </a:ext>
            </a:extLst>
          </p:cNvPr>
          <p:cNvSpPr>
            <a:spLocks noGrp="1"/>
          </p:cNvSpPr>
          <p:nvPr>
            <p:ph type="body" sz="quarter" idx="83" hasCustomPrompt="1"/>
          </p:nvPr>
        </p:nvSpPr>
        <p:spPr>
          <a:xfrm>
            <a:off x="10239965" y="2302517"/>
            <a:ext cx="349660" cy="385109"/>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4" name="Triângulo Retângulo 3">
            <a:extLst>
              <a:ext uri="{FF2B5EF4-FFF2-40B4-BE49-F238E27FC236}">
                <a16:creationId xmlns:a16="http://schemas.microsoft.com/office/drawing/2014/main" id="{45DD71DF-2FEB-4066-A0A1-7E60C3CB307E}"/>
              </a:ext>
            </a:extLst>
          </p:cNvPr>
          <p:cNvSpPr/>
          <p:nvPr userDrawn="1"/>
        </p:nvSpPr>
        <p:spPr>
          <a:xfrm rot="5400000">
            <a:off x="0" y="0"/>
            <a:ext cx="540000" cy="540000"/>
          </a:xfrm>
          <a:prstGeom prst="r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pt-BR"/>
          </a:p>
        </p:txBody>
      </p:sp>
      <p:sp>
        <p:nvSpPr>
          <p:cNvPr id="73" name="Retângulo: Cantos Superiores Arredondados 72">
            <a:extLst>
              <a:ext uri="{FF2B5EF4-FFF2-40B4-BE49-F238E27FC236}">
                <a16:creationId xmlns:a16="http://schemas.microsoft.com/office/drawing/2014/main" id="{F0C196E9-AC8E-4E6D-936C-B4C6B7F8B0BF}"/>
              </a:ext>
            </a:extLst>
          </p:cNvPr>
          <p:cNvSpPr/>
          <p:nvPr userDrawn="1"/>
        </p:nvSpPr>
        <p:spPr>
          <a:xfrm rot="16200000">
            <a:off x="3902596" y="789715"/>
            <a:ext cx="1853013" cy="9289242"/>
          </a:xfrm>
          <a:prstGeom prst="round2SameRect">
            <a:avLst>
              <a:gd name="adj1" fmla="val 5299"/>
              <a:gd name="adj2" fmla="val 0"/>
            </a:avLst>
          </a:prstGeom>
          <a:solidFill>
            <a:srgbClr val="133765"/>
          </a:solidFill>
          <a:ln>
            <a:solidFill>
              <a:schemeClr val="accent5">
                <a:lumMod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CANAIS</a:t>
            </a:r>
          </a:p>
        </p:txBody>
      </p:sp>
      <p:sp>
        <p:nvSpPr>
          <p:cNvPr id="74" name="Retângulo 73">
            <a:extLst>
              <a:ext uri="{FF2B5EF4-FFF2-40B4-BE49-F238E27FC236}">
                <a16:creationId xmlns:a16="http://schemas.microsoft.com/office/drawing/2014/main" id="{FE04F35C-E958-4099-A06C-8BF1CC515F38}"/>
              </a:ext>
            </a:extLst>
          </p:cNvPr>
          <p:cNvSpPr/>
          <p:nvPr userDrawn="1"/>
        </p:nvSpPr>
        <p:spPr>
          <a:xfrm>
            <a:off x="703819" y="4612732"/>
            <a:ext cx="4259569" cy="164320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400" b="1">
                <a:solidFill>
                  <a:srgbClr val="C00000"/>
                </a:solidFill>
                <a:latin typeface="Arial Narrow" panose="020B0606020202030204" pitchFamily="34" charset="0"/>
              </a:rPr>
              <a:t>C</a:t>
            </a:r>
            <a:r>
              <a:rPr lang="pt-BR" sz="1100" b="1">
                <a:solidFill>
                  <a:schemeClr val="tx1"/>
                </a:solidFill>
                <a:latin typeface="Arial Narrow" panose="020B0606020202030204" pitchFamily="34" charset="0"/>
              </a:rPr>
              <a:t>ONTRATAÇÃO/</a:t>
            </a:r>
            <a:r>
              <a:rPr lang="pt-BR" sz="1400" b="1">
                <a:solidFill>
                  <a:srgbClr val="C00000"/>
                </a:solidFill>
                <a:latin typeface="Arial Narrow" panose="020B0606020202030204" pitchFamily="34" charset="0"/>
              </a:rPr>
              <a:t>A</a:t>
            </a:r>
            <a:r>
              <a:rPr lang="pt-BR" sz="1100" b="1">
                <a:solidFill>
                  <a:schemeClr val="tx1"/>
                </a:solidFill>
                <a:latin typeface="Arial Narrow" panose="020B0606020202030204" pitchFamily="34" charset="0"/>
              </a:rPr>
              <a:t>TIVAÇÃO/CON</a:t>
            </a:r>
            <a:r>
              <a:rPr lang="pt-BR" sz="1400" b="1">
                <a:solidFill>
                  <a:srgbClr val="C00000"/>
                </a:solidFill>
                <a:latin typeface="Arial Narrow" panose="020B0606020202030204" pitchFamily="34" charset="0"/>
              </a:rPr>
              <a:t>S</a:t>
            </a:r>
            <a:r>
              <a:rPr lang="pt-BR" sz="1100" b="1">
                <a:solidFill>
                  <a:schemeClr val="tx1"/>
                </a:solidFill>
                <a:latin typeface="Arial Narrow" panose="020B0606020202030204" pitchFamily="34" charset="0"/>
              </a:rPr>
              <a:t>ULTA</a:t>
            </a:r>
          </a:p>
        </p:txBody>
      </p:sp>
      <p:sp>
        <p:nvSpPr>
          <p:cNvPr id="75" name="Retângulo 74">
            <a:extLst>
              <a:ext uri="{FF2B5EF4-FFF2-40B4-BE49-F238E27FC236}">
                <a16:creationId xmlns:a16="http://schemas.microsoft.com/office/drawing/2014/main" id="{714D8F69-69B4-4469-A36B-D8D4FEE53690}"/>
              </a:ext>
            </a:extLst>
          </p:cNvPr>
          <p:cNvSpPr/>
          <p:nvPr userDrawn="1"/>
        </p:nvSpPr>
        <p:spPr>
          <a:xfrm>
            <a:off x="5058454" y="4612111"/>
            <a:ext cx="4292862" cy="164320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CANC</a:t>
            </a:r>
            <a:r>
              <a:rPr lang="pt-BR" sz="1400" b="1">
                <a:solidFill>
                  <a:srgbClr val="C00000"/>
                </a:solidFill>
                <a:latin typeface="Arial Narrow" panose="020B0606020202030204" pitchFamily="34" charset="0"/>
              </a:rPr>
              <a:t>E</a:t>
            </a:r>
            <a:r>
              <a:rPr lang="pt-BR" sz="1100" b="1">
                <a:solidFill>
                  <a:schemeClr val="tx1"/>
                </a:solidFill>
                <a:latin typeface="Arial Narrow" panose="020B0606020202030204" pitchFamily="34" charset="0"/>
              </a:rPr>
              <a:t>LAMENTO/</a:t>
            </a:r>
            <a:r>
              <a:rPr lang="pt-BR" sz="1400" b="1">
                <a:solidFill>
                  <a:srgbClr val="C00000"/>
                </a:solidFill>
                <a:latin typeface="Arial Narrow" panose="020B0606020202030204" pitchFamily="34" charset="0"/>
              </a:rPr>
              <a:t>D</a:t>
            </a:r>
            <a:r>
              <a:rPr lang="pt-BR" sz="1100" b="1">
                <a:solidFill>
                  <a:schemeClr val="tx1"/>
                </a:solidFill>
                <a:latin typeface="Arial Narrow" panose="020B0606020202030204" pitchFamily="34" charset="0"/>
              </a:rPr>
              <a:t>ESATIVAÇÃO</a:t>
            </a:r>
          </a:p>
        </p:txBody>
      </p:sp>
      <p:sp>
        <p:nvSpPr>
          <p:cNvPr id="76" name="Retângulo 75">
            <a:extLst>
              <a:ext uri="{FF2B5EF4-FFF2-40B4-BE49-F238E27FC236}">
                <a16:creationId xmlns:a16="http://schemas.microsoft.com/office/drawing/2014/main" id="{5C3E5B5B-AE50-41F2-ABE3-CF850D5AFF88}"/>
              </a:ext>
            </a:extLst>
          </p:cNvPr>
          <p:cNvSpPr/>
          <p:nvPr userDrawn="1"/>
        </p:nvSpPr>
        <p:spPr>
          <a:xfrm>
            <a:off x="5231263" y="4911649"/>
            <a:ext cx="1245600" cy="13325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050" b="1">
                <a:solidFill>
                  <a:schemeClr val="bg2">
                    <a:lumMod val="25000"/>
                  </a:schemeClr>
                </a:solidFill>
                <a:latin typeface="Arial Narrow" panose="020B0606020202030204" pitchFamily="34" charset="0"/>
              </a:rPr>
              <a:t>URA *144</a:t>
            </a:r>
          </a:p>
          <a:p>
            <a:r>
              <a:rPr lang="pt-BR" sz="1050" b="1">
                <a:solidFill>
                  <a:schemeClr val="bg2">
                    <a:lumMod val="25000"/>
                  </a:schemeClr>
                </a:solidFill>
                <a:latin typeface="Arial Narrow" panose="020B0606020202030204" pitchFamily="34" charset="0"/>
              </a:rPr>
              <a:t>URA *222</a:t>
            </a:r>
          </a:p>
          <a:p>
            <a:r>
              <a:rPr lang="pt-BR" sz="1050" b="1">
                <a:solidFill>
                  <a:schemeClr val="bg2">
                    <a:lumMod val="25000"/>
                  </a:schemeClr>
                </a:solidFill>
                <a:latin typeface="Arial Narrow" panose="020B0606020202030204" pitchFamily="34" charset="0"/>
              </a:rPr>
              <a:t>URA Cadastro</a:t>
            </a:r>
          </a:p>
          <a:p>
            <a:r>
              <a:rPr lang="pt-BR" sz="1050" b="1">
                <a:solidFill>
                  <a:schemeClr val="bg2">
                    <a:lumMod val="25000"/>
                  </a:schemeClr>
                </a:solidFill>
                <a:latin typeface="Arial Narrow" panose="020B0606020202030204" pitchFamily="34" charset="0"/>
              </a:rPr>
              <a:t>App TIM Vendas</a:t>
            </a:r>
          </a:p>
          <a:p>
            <a:r>
              <a:rPr lang="pt-BR" sz="1050" b="1">
                <a:solidFill>
                  <a:schemeClr val="bg2">
                    <a:lumMod val="25000"/>
                  </a:schemeClr>
                </a:solidFill>
                <a:latin typeface="Arial Narrow" panose="020B0606020202030204" pitchFamily="34" charset="0"/>
              </a:rPr>
              <a:t>Captive Portal</a:t>
            </a:r>
          </a:p>
          <a:p>
            <a:r>
              <a:rPr lang="pt-BR" sz="1050" b="1">
                <a:solidFill>
                  <a:schemeClr val="bg2">
                    <a:lumMod val="25000"/>
                  </a:schemeClr>
                </a:solidFill>
                <a:latin typeface="Arial Narrow" panose="020B0606020202030204" pitchFamily="34" charset="0"/>
              </a:rPr>
              <a:t>Meu TIM Site</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100" b="1">
                <a:solidFill>
                  <a:schemeClr val="bg2">
                    <a:lumMod val="25000"/>
                  </a:schemeClr>
                </a:solidFill>
                <a:latin typeface="Arial Narrow" panose="020B0606020202030204" pitchFamily="34" charset="0"/>
              </a:rPr>
              <a:t>Meu TIM App</a:t>
            </a:r>
          </a:p>
        </p:txBody>
      </p:sp>
      <p:sp>
        <p:nvSpPr>
          <p:cNvPr id="77" name="Espaço Reservado para Texto 46">
            <a:extLst>
              <a:ext uri="{FF2B5EF4-FFF2-40B4-BE49-F238E27FC236}">
                <a16:creationId xmlns:a16="http://schemas.microsoft.com/office/drawing/2014/main" id="{5327B26C-EA9E-48C3-A053-8A17011F872B}"/>
              </a:ext>
            </a:extLst>
          </p:cNvPr>
          <p:cNvSpPr>
            <a:spLocks noGrp="1"/>
          </p:cNvSpPr>
          <p:nvPr>
            <p:ph type="body" sz="quarter" idx="84" hasCustomPrompt="1"/>
          </p:nvPr>
        </p:nvSpPr>
        <p:spPr>
          <a:xfrm>
            <a:off x="5038948" y="4888701"/>
            <a:ext cx="349660" cy="214368"/>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78" name="Espaço Reservado para Texto 46">
            <a:extLst>
              <a:ext uri="{FF2B5EF4-FFF2-40B4-BE49-F238E27FC236}">
                <a16:creationId xmlns:a16="http://schemas.microsoft.com/office/drawing/2014/main" id="{19FFB29B-63DD-41B7-9FEB-38AB6AEF9262}"/>
              </a:ext>
            </a:extLst>
          </p:cNvPr>
          <p:cNvSpPr>
            <a:spLocks noGrp="1"/>
          </p:cNvSpPr>
          <p:nvPr>
            <p:ph type="body" sz="quarter" idx="85" hasCustomPrompt="1"/>
          </p:nvPr>
        </p:nvSpPr>
        <p:spPr>
          <a:xfrm>
            <a:off x="5040785" y="5058667"/>
            <a:ext cx="349660" cy="219556"/>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79" name="Espaço Reservado para Texto 46">
            <a:extLst>
              <a:ext uri="{FF2B5EF4-FFF2-40B4-BE49-F238E27FC236}">
                <a16:creationId xmlns:a16="http://schemas.microsoft.com/office/drawing/2014/main" id="{B3C2375E-CF0B-48FC-BD37-74E8FE4490A7}"/>
              </a:ext>
            </a:extLst>
          </p:cNvPr>
          <p:cNvSpPr>
            <a:spLocks noGrp="1"/>
          </p:cNvSpPr>
          <p:nvPr>
            <p:ph type="body" sz="quarter" idx="86" hasCustomPrompt="1"/>
          </p:nvPr>
        </p:nvSpPr>
        <p:spPr>
          <a:xfrm>
            <a:off x="5040785" y="5214364"/>
            <a:ext cx="349660" cy="201883"/>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80" name="Espaço Reservado para Texto 46">
            <a:extLst>
              <a:ext uri="{FF2B5EF4-FFF2-40B4-BE49-F238E27FC236}">
                <a16:creationId xmlns:a16="http://schemas.microsoft.com/office/drawing/2014/main" id="{EEDDF2B0-7E07-4AEC-88E5-C5EC2454CF0B}"/>
              </a:ext>
            </a:extLst>
          </p:cNvPr>
          <p:cNvSpPr>
            <a:spLocks noGrp="1"/>
          </p:cNvSpPr>
          <p:nvPr>
            <p:ph type="body" sz="quarter" idx="87" hasCustomPrompt="1"/>
          </p:nvPr>
        </p:nvSpPr>
        <p:spPr>
          <a:xfrm>
            <a:off x="5040785" y="5383125"/>
            <a:ext cx="349660" cy="196351"/>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81" name="Espaço Reservado para Texto 46">
            <a:extLst>
              <a:ext uri="{FF2B5EF4-FFF2-40B4-BE49-F238E27FC236}">
                <a16:creationId xmlns:a16="http://schemas.microsoft.com/office/drawing/2014/main" id="{39D603A5-9FB2-485A-8C50-96E2A860C155}"/>
              </a:ext>
            </a:extLst>
          </p:cNvPr>
          <p:cNvSpPr>
            <a:spLocks noGrp="1"/>
          </p:cNvSpPr>
          <p:nvPr>
            <p:ph type="body" sz="quarter" idx="88" hasCustomPrompt="1"/>
          </p:nvPr>
        </p:nvSpPr>
        <p:spPr>
          <a:xfrm>
            <a:off x="5040785" y="5555071"/>
            <a:ext cx="349660" cy="164073"/>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82" name="Espaço Reservado para Texto 46">
            <a:extLst>
              <a:ext uri="{FF2B5EF4-FFF2-40B4-BE49-F238E27FC236}">
                <a16:creationId xmlns:a16="http://schemas.microsoft.com/office/drawing/2014/main" id="{441AB44F-C7C4-4878-B169-AB0B96053002}"/>
              </a:ext>
            </a:extLst>
          </p:cNvPr>
          <p:cNvSpPr>
            <a:spLocks noGrp="1"/>
          </p:cNvSpPr>
          <p:nvPr>
            <p:ph type="body" sz="quarter" idx="89" hasCustomPrompt="1"/>
          </p:nvPr>
        </p:nvSpPr>
        <p:spPr>
          <a:xfrm>
            <a:off x="5040785" y="5710770"/>
            <a:ext cx="349660" cy="176940"/>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83" name="Espaço Reservado para Texto 46">
            <a:extLst>
              <a:ext uri="{FF2B5EF4-FFF2-40B4-BE49-F238E27FC236}">
                <a16:creationId xmlns:a16="http://schemas.microsoft.com/office/drawing/2014/main" id="{83A08EE5-647D-451C-8638-E2A1D8DC3348}"/>
              </a:ext>
            </a:extLst>
          </p:cNvPr>
          <p:cNvSpPr>
            <a:spLocks noGrp="1"/>
          </p:cNvSpPr>
          <p:nvPr>
            <p:ph type="body" sz="quarter" idx="90" hasCustomPrompt="1"/>
          </p:nvPr>
        </p:nvSpPr>
        <p:spPr>
          <a:xfrm>
            <a:off x="5040785" y="5854609"/>
            <a:ext cx="349660" cy="219275"/>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84" name="Retângulo 83">
            <a:extLst>
              <a:ext uri="{FF2B5EF4-FFF2-40B4-BE49-F238E27FC236}">
                <a16:creationId xmlns:a16="http://schemas.microsoft.com/office/drawing/2014/main" id="{2EF62BF2-FEBA-4435-A757-971682BF5BF1}"/>
              </a:ext>
            </a:extLst>
          </p:cNvPr>
          <p:cNvSpPr/>
          <p:nvPr userDrawn="1"/>
        </p:nvSpPr>
        <p:spPr>
          <a:xfrm>
            <a:off x="6663147" y="4917208"/>
            <a:ext cx="1245600" cy="13325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050" b="1" dirty="0">
                <a:solidFill>
                  <a:schemeClr val="bg2">
                    <a:lumMod val="25000"/>
                  </a:schemeClr>
                </a:solidFill>
                <a:latin typeface="Arial Narrow" panose="020B0606020202030204" pitchFamily="34" charset="0"/>
              </a:rPr>
              <a:t>Portal Express</a:t>
            </a:r>
          </a:p>
          <a:p>
            <a:r>
              <a:rPr lang="pt-BR" sz="1050" b="1" dirty="0">
                <a:solidFill>
                  <a:schemeClr val="bg2">
                    <a:lumMod val="25000"/>
                  </a:schemeClr>
                </a:solidFill>
                <a:latin typeface="Arial Narrow" panose="020B0606020202030204" pitchFamily="34" charset="0"/>
              </a:rPr>
              <a:t>Siebel</a:t>
            </a:r>
          </a:p>
          <a:p>
            <a:r>
              <a:rPr lang="pt-BR" sz="1050" b="1" dirty="0">
                <a:solidFill>
                  <a:schemeClr val="bg2">
                    <a:lumMod val="25000"/>
                  </a:schemeClr>
                </a:solidFill>
                <a:latin typeface="Arial Narrow" panose="020B0606020202030204" pitchFamily="34" charset="0"/>
              </a:rPr>
              <a:t>Siebel Móvel</a:t>
            </a:r>
          </a:p>
          <a:p>
            <a:r>
              <a:rPr lang="pt-BR" sz="1050" b="1" dirty="0">
                <a:solidFill>
                  <a:schemeClr val="bg2">
                    <a:lumMod val="25000"/>
                  </a:schemeClr>
                </a:solidFill>
                <a:latin typeface="Arial Narrow" panose="020B0606020202030204" pitchFamily="34" charset="0"/>
              </a:rPr>
              <a:t>RTD</a:t>
            </a:r>
          </a:p>
          <a:p>
            <a:r>
              <a:rPr lang="pt-BR" sz="1050" b="1" dirty="0">
                <a:solidFill>
                  <a:schemeClr val="bg2">
                    <a:lumMod val="25000"/>
                  </a:schemeClr>
                </a:solidFill>
                <a:latin typeface="Arial Narrow" panose="020B0606020202030204" pitchFamily="34" charset="0"/>
              </a:rPr>
              <a:t>SMS</a:t>
            </a:r>
          </a:p>
          <a:p>
            <a:pPr marL="0" algn="l" defTabSz="914400" rtl="0" eaLnBrk="1" latinLnBrk="0" hangingPunct="1"/>
            <a:r>
              <a:rPr lang="pt-BR" sz="1050" b="1" kern="1200" dirty="0">
                <a:solidFill>
                  <a:schemeClr val="bg2">
                    <a:lumMod val="25000"/>
                  </a:schemeClr>
                </a:solidFill>
                <a:latin typeface="Arial Narrow" panose="020B0606020202030204" pitchFamily="34" charset="0"/>
                <a:ea typeface="+mn-ea"/>
                <a:cs typeface="+mn-cs"/>
              </a:rPr>
              <a:t>USSD</a:t>
            </a:r>
          </a:p>
          <a:p>
            <a:pPr marL="0" algn="l" defTabSz="914400" rtl="0" eaLnBrk="1" latinLnBrk="0" hangingPunct="1"/>
            <a:r>
              <a:rPr lang="pt-BR" sz="1050" b="1" kern="1200" dirty="0">
                <a:solidFill>
                  <a:schemeClr val="bg2">
                    <a:lumMod val="25000"/>
                  </a:schemeClr>
                </a:solidFill>
                <a:latin typeface="Arial Narrow" panose="020B0606020202030204" pitchFamily="34" charset="0"/>
                <a:ea typeface="+mn-ea"/>
                <a:cs typeface="+mn-cs"/>
              </a:rPr>
              <a:t>RTD NBA</a:t>
            </a:r>
          </a:p>
        </p:txBody>
      </p:sp>
      <p:sp>
        <p:nvSpPr>
          <p:cNvPr id="85" name="Espaço Reservado para Texto 46">
            <a:extLst>
              <a:ext uri="{FF2B5EF4-FFF2-40B4-BE49-F238E27FC236}">
                <a16:creationId xmlns:a16="http://schemas.microsoft.com/office/drawing/2014/main" id="{9193DC93-B72B-468A-AAAF-E4C6072E2A17}"/>
              </a:ext>
            </a:extLst>
          </p:cNvPr>
          <p:cNvSpPr>
            <a:spLocks noGrp="1"/>
          </p:cNvSpPr>
          <p:nvPr>
            <p:ph type="body" sz="quarter" idx="91" hasCustomPrompt="1"/>
          </p:nvPr>
        </p:nvSpPr>
        <p:spPr>
          <a:xfrm>
            <a:off x="6477669" y="4901763"/>
            <a:ext cx="349660" cy="240940"/>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86" name="Espaço Reservado para Texto 46">
            <a:extLst>
              <a:ext uri="{FF2B5EF4-FFF2-40B4-BE49-F238E27FC236}">
                <a16:creationId xmlns:a16="http://schemas.microsoft.com/office/drawing/2014/main" id="{BFC69D50-8C27-438F-A991-97C8D2E55729}"/>
              </a:ext>
            </a:extLst>
          </p:cNvPr>
          <p:cNvSpPr>
            <a:spLocks noGrp="1"/>
          </p:cNvSpPr>
          <p:nvPr>
            <p:ph type="body" sz="quarter" idx="92" hasCustomPrompt="1"/>
          </p:nvPr>
        </p:nvSpPr>
        <p:spPr>
          <a:xfrm>
            <a:off x="6473313" y="5067225"/>
            <a:ext cx="349660" cy="193267"/>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87" name="Espaço Reservado para Texto 46">
            <a:extLst>
              <a:ext uri="{FF2B5EF4-FFF2-40B4-BE49-F238E27FC236}">
                <a16:creationId xmlns:a16="http://schemas.microsoft.com/office/drawing/2014/main" id="{03A6FD7C-2178-43BA-999A-2F8BFB9C5519}"/>
              </a:ext>
            </a:extLst>
          </p:cNvPr>
          <p:cNvSpPr>
            <a:spLocks noGrp="1"/>
          </p:cNvSpPr>
          <p:nvPr>
            <p:ph type="body" sz="quarter" idx="93" hasCustomPrompt="1"/>
          </p:nvPr>
        </p:nvSpPr>
        <p:spPr>
          <a:xfrm>
            <a:off x="6468957" y="5219626"/>
            <a:ext cx="349660" cy="222616"/>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88" name="Espaço Reservado para Texto 46">
            <a:extLst>
              <a:ext uri="{FF2B5EF4-FFF2-40B4-BE49-F238E27FC236}">
                <a16:creationId xmlns:a16="http://schemas.microsoft.com/office/drawing/2014/main" id="{3289CFF3-2BFE-4A8E-9C25-5748B9FF22E1}"/>
              </a:ext>
            </a:extLst>
          </p:cNvPr>
          <p:cNvSpPr>
            <a:spLocks noGrp="1"/>
          </p:cNvSpPr>
          <p:nvPr>
            <p:ph type="body" sz="quarter" idx="94" hasCustomPrompt="1"/>
          </p:nvPr>
        </p:nvSpPr>
        <p:spPr>
          <a:xfrm>
            <a:off x="6477664" y="5385089"/>
            <a:ext cx="349660" cy="209554"/>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89" name="Espaço Reservado para Texto 46">
            <a:extLst>
              <a:ext uri="{FF2B5EF4-FFF2-40B4-BE49-F238E27FC236}">
                <a16:creationId xmlns:a16="http://schemas.microsoft.com/office/drawing/2014/main" id="{FD66BDF0-F4D2-4C0A-A81A-6011E5EA6CCD}"/>
              </a:ext>
            </a:extLst>
          </p:cNvPr>
          <p:cNvSpPr>
            <a:spLocks noGrp="1"/>
          </p:cNvSpPr>
          <p:nvPr>
            <p:ph type="body" sz="quarter" idx="95" hasCustomPrompt="1"/>
          </p:nvPr>
        </p:nvSpPr>
        <p:spPr>
          <a:xfrm>
            <a:off x="6473308" y="5550551"/>
            <a:ext cx="349660" cy="191229"/>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90" name="Espaço Reservado para Texto 46">
            <a:extLst>
              <a:ext uri="{FF2B5EF4-FFF2-40B4-BE49-F238E27FC236}">
                <a16:creationId xmlns:a16="http://schemas.microsoft.com/office/drawing/2014/main" id="{9D36419C-6958-4F1B-9220-90433AD13B82}"/>
              </a:ext>
            </a:extLst>
          </p:cNvPr>
          <p:cNvSpPr>
            <a:spLocks noGrp="1"/>
          </p:cNvSpPr>
          <p:nvPr>
            <p:ph type="body" sz="quarter" idx="96" hasCustomPrompt="1"/>
          </p:nvPr>
        </p:nvSpPr>
        <p:spPr>
          <a:xfrm>
            <a:off x="6468952" y="5702952"/>
            <a:ext cx="349660" cy="219276"/>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91" name="Retângulo 90">
            <a:extLst>
              <a:ext uri="{FF2B5EF4-FFF2-40B4-BE49-F238E27FC236}">
                <a16:creationId xmlns:a16="http://schemas.microsoft.com/office/drawing/2014/main" id="{736115D3-6839-4AF9-9677-8D3F8CAABF2D}"/>
              </a:ext>
            </a:extLst>
          </p:cNvPr>
          <p:cNvSpPr/>
          <p:nvPr userDrawn="1"/>
        </p:nvSpPr>
        <p:spPr>
          <a:xfrm>
            <a:off x="7827972" y="4901752"/>
            <a:ext cx="1245600" cy="13325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050" b="1">
                <a:solidFill>
                  <a:schemeClr val="bg2">
                    <a:lumMod val="25000"/>
                  </a:schemeClr>
                </a:solidFill>
                <a:latin typeface="Arial Narrow" panose="020B0606020202030204" pitchFamily="34" charset="0"/>
              </a:rPr>
              <a:t>USSD</a:t>
            </a:r>
          </a:p>
          <a:p>
            <a:r>
              <a:rPr lang="pt-BR" sz="1050" b="1">
                <a:solidFill>
                  <a:schemeClr val="bg2">
                    <a:lumMod val="25000"/>
                  </a:schemeClr>
                </a:solidFill>
                <a:latin typeface="Arial Narrow" panose="020B0606020202030204" pitchFamily="34" charset="0"/>
              </a:rPr>
              <a:t>Outros</a:t>
            </a:r>
          </a:p>
          <a:p>
            <a:endParaRPr lang="pt-BR" sz="1100" b="1">
              <a:solidFill>
                <a:schemeClr val="tx1"/>
              </a:solidFill>
              <a:latin typeface="Arial Narrow" panose="020B0606020202030204" pitchFamily="34" charset="0"/>
            </a:endParaRPr>
          </a:p>
        </p:txBody>
      </p:sp>
      <p:sp>
        <p:nvSpPr>
          <p:cNvPr id="92" name="Espaço Reservado para Texto 46">
            <a:extLst>
              <a:ext uri="{FF2B5EF4-FFF2-40B4-BE49-F238E27FC236}">
                <a16:creationId xmlns:a16="http://schemas.microsoft.com/office/drawing/2014/main" id="{AF1A5030-0073-4F73-BEEA-C9C84643551A}"/>
              </a:ext>
            </a:extLst>
          </p:cNvPr>
          <p:cNvSpPr>
            <a:spLocks noGrp="1"/>
          </p:cNvSpPr>
          <p:nvPr>
            <p:ph type="body" sz="quarter" idx="98" hasCustomPrompt="1"/>
          </p:nvPr>
        </p:nvSpPr>
        <p:spPr>
          <a:xfrm>
            <a:off x="7648971" y="4897406"/>
            <a:ext cx="349660" cy="205663"/>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93" name="Espaço Reservado para Texto 46">
            <a:extLst>
              <a:ext uri="{FF2B5EF4-FFF2-40B4-BE49-F238E27FC236}">
                <a16:creationId xmlns:a16="http://schemas.microsoft.com/office/drawing/2014/main" id="{51002A4E-939F-4BDE-9E88-C034CA1A1F4D}"/>
              </a:ext>
            </a:extLst>
          </p:cNvPr>
          <p:cNvSpPr>
            <a:spLocks noGrp="1"/>
          </p:cNvSpPr>
          <p:nvPr>
            <p:ph type="body" sz="quarter" idx="99" hasCustomPrompt="1"/>
          </p:nvPr>
        </p:nvSpPr>
        <p:spPr>
          <a:xfrm>
            <a:off x="7644615" y="5049806"/>
            <a:ext cx="349660" cy="220683"/>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94" name="Espaço Reservado para Texto 46">
            <a:extLst>
              <a:ext uri="{FF2B5EF4-FFF2-40B4-BE49-F238E27FC236}">
                <a16:creationId xmlns:a16="http://schemas.microsoft.com/office/drawing/2014/main" id="{63DE7A86-DE87-498A-A42C-041626F3FEE7}"/>
              </a:ext>
            </a:extLst>
          </p:cNvPr>
          <p:cNvSpPr>
            <a:spLocks noGrp="1"/>
          </p:cNvSpPr>
          <p:nvPr>
            <p:ph type="body" sz="quarter" idx="100" hasCustomPrompt="1"/>
          </p:nvPr>
        </p:nvSpPr>
        <p:spPr>
          <a:xfrm>
            <a:off x="7848001" y="5253128"/>
            <a:ext cx="1369287" cy="1016414"/>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Indique quais</a:t>
            </a:r>
          </a:p>
        </p:txBody>
      </p:sp>
      <p:sp>
        <p:nvSpPr>
          <p:cNvPr id="95" name="Retângulo 94">
            <a:extLst>
              <a:ext uri="{FF2B5EF4-FFF2-40B4-BE49-F238E27FC236}">
                <a16:creationId xmlns:a16="http://schemas.microsoft.com/office/drawing/2014/main" id="{4A816717-380A-4E2D-BB65-AFA1B720CB89}"/>
              </a:ext>
            </a:extLst>
          </p:cNvPr>
          <p:cNvSpPr/>
          <p:nvPr userDrawn="1"/>
        </p:nvSpPr>
        <p:spPr>
          <a:xfrm>
            <a:off x="876965" y="4920356"/>
            <a:ext cx="1245600" cy="13325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050" b="1">
                <a:solidFill>
                  <a:schemeClr val="bg2">
                    <a:lumMod val="25000"/>
                  </a:schemeClr>
                </a:solidFill>
                <a:latin typeface="Arial Narrow" panose="020B0606020202030204" pitchFamily="34" charset="0"/>
              </a:rPr>
              <a:t>URA *144</a:t>
            </a:r>
          </a:p>
          <a:p>
            <a:r>
              <a:rPr lang="pt-BR" sz="1050" b="1">
                <a:solidFill>
                  <a:schemeClr val="bg2">
                    <a:lumMod val="25000"/>
                  </a:schemeClr>
                </a:solidFill>
                <a:latin typeface="Arial Narrow" panose="020B0606020202030204" pitchFamily="34" charset="0"/>
              </a:rPr>
              <a:t>URA *222</a:t>
            </a:r>
          </a:p>
          <a:p>
            <a:r>
              <a:rPr lang="pt-BR" sz="1050" b="1">
                <a:solidFill>
                  <a:schemeClr val="bg2">
                    <a:lumMod val="25000"/>
                  </a:schemeClr>
                </a:solidFill>
                <a:latin typeface="Arial Narrow" panose="020B0606020202030204" pitchFamily="34" charset="0"/>
              </a:rPr>
              <a:t>URA Cadastro</a:t>
            </a:r>
          </a:p>
          <a:p>
            <a:r>
              <a:rPr lang="pt-BR" sz="1050" b="1">
                <a:solidFill>
                  <a:schemeClr val="bg2">
                    <a:lumMod val="25000"/>
                  </a:schemeClr>
                </a:solidFill>
                <a:latin typeface="Arial Narrow" panose="020B0606020202030204" pitchFamily="34" charset="0"/>
              </a:rPr>
              <a:t>App TIM Vendas</a:t>
            </a:r>
          </a:p>
          <a:p>
            <a:r>
              <a:rPr lang="pt-BR" sz="1050" b="1">
                <a:solidFill>
                  <a:schemeClr val="bg2">
                    <a:lumMod val="25000"/>
                  </a:schemeClr>
                </a:solidFill>
                <a:latin typeface="Arial Narrow" panose="020B0606020202030204" pitchFamily="34" charset="0"/>
              </a:rPr>
              <a:t>Captive Portal</a:t>
            </a:r>
          </a:p>
          <a:p>
            <a:r>
              <a:rPr lang="pt-BR" sz="1050" b="1">
                <a:solidFill>
                  <a:schemeClr val="bg2">
                    <a:lumMod val="25000"/>
                  </a:schemeClr>
                </a:solidFill>
                <a:latin typeface="Arial Narrow" panose="020B0606020202030204" pitchFamily="34" charset="0"/>
              </a:rPr>
              <a:t>Meu TIM Site</a:t>
            </a:r>
          </a:p>
          <a:p>
            <a:pPr marL="0" marR="0" lvl="0" indent="0" algn="l" defTabSz="914400" rtl="0" eaLnBrk="1" fontAlgn="auto" latinLnBrk="0" hangingPunct="1">
              <a:lnSpc>
                <a:spcPct val="100000"/>
              </a:lnSpc>
              <a:spcBef>
                <a:spcPts val="0"/>
              </a:spcBef>
              <a:spcAft>
                <a:spcPts val="0"/>
              </a:spcAft>
              <a:buClrTx/>
              <a:buSzTx/>
              <a:buFontTx/>
              <a:buNone/>
              <a:tabLst/>
              <a:defRPr/>
            </a:pPr>
            <a:r>
              <a:rPr lang="pt-BR" sz="1100" b="1">
                <a:solidFill>
                  <a:schemeClr val="bg2">
                    <a:lumMod val="25000"/>
                  </a:schemeClr>
                </a:solidFill>
                <a:latin typeface="Arial Narrow" panose="020B0606020202030204" pitchFamily="34" charset="0"/>
              </a:rPr>
              <a:t>Meu TIM App</a:t>
            </a:r>
          </a:p>
        </p:txBody>
      </p:sp>
      <p:sp>
        <p:nvSpPr>
          <p:cNvPr id="96" name="Espaço Reservado para Texto 46">
            <a:extLst>
              <a:ext uri="{FF2B5EF4-FFF2-40B4-BE49-F238E27FC236}">
                <a16:creationId xmlns:a16="http://schemas.microsoft.com/office/drawing/2014/main" id="{FF8B3166-D9FD-4217-89B1-59555D0BBB38}"/>
              </a:ext>
            </a:extLst>
          </p:cNvPr>
          <p:cNvSpPr>
            <a:spLocks noGrp="1"/>
          </p:cNvSpPr>
          <p:nvPr>
            <p:ph type="body" sz="quarter" idx="101" hasCustomPrompt="1"/>
          </p:nvPr>
        </p:nvSpPr>
        <p:spPr>
          <a:xfrm>
            <a:off x="684650" y="4897408"/>
            <a:ext cx="349660" cy="214368"/>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97" name="Espaço Reservado para Texto 46">
            <a:extLst>
              <a:ext uri="{FF2B5EF4-FFF2-40B4-BE49-F238E27FC236}">
                <a16:creationId xmlns:a16="http://schemas.microsoft.com/office/drawing/2014/main" id="{66687081-2372-49E6-95B7-2872A63DB2A9}"/>
              </a:ext>
            </a:extLst>
          </p:cNvPr>
          <p:cNvSpPr>
            <a:spLocks noGrp="1"/>
          </p:cNvSpPr>
          <p:nvPr>
            <p:ph type="body" sz="quarter" idx="102" hasCustomPrompt="1"/>
          </p:nvPr>
        </p:nvSpPr>
        <p:spPr>
          <a:xfrm>
            <a:off x="686487" y="5067374"/>
            <a:ext cx="349660" cy="193118"/>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98" name="Espaço Reservado para Texto 46">
            <a:extLst>
              <a:ext uri="{FF2B5EF4-FFF2-40B4-BE49-F238E27FC236}">
                <a16:creationId xmlns:a16="http://schemas.microsoft.com/office/drawing/2014/main" id="{695C3C54-B7B5-482D-824E-0880086E4DB9}"/>
              </a:ext>
            </a:extLst>
          </p:cNvPr>
          <p:cNvSpPr>
            <a:spLocks noGrp="1"/>
          </p:cNvSpPr>
          <p:nvPr>
            <p:ph type="body" sz="quarter" idx="103" hasCustomPrompt="1"/>
          </p:nvPr>
        </p:nvSpPr>
        <p:spPr>
          <a:xfrm>
            <a:off x="686487" y="5223072"/>
            <a:ext cx="349660" cy="181260"/>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99" name="Espaço Reservado para Texto 46">
            <a:extLst>
              <a:ext uri="{FF2B5EF4-FFF2-40B4-BE49-F238E27FC236}">
                <a16:creationId xmlns:a16="http://schemas.microsoft.com/office/drawing/2014/main" id="{A6F7746F-A729-4B68-9C02-86EEB2314CA6}"/>
              </a:ext>
            </a:extLst>
          </p:cNvPr>
          <p:cNvSpPr>
            <a:spLocks noGrp="1"/>
          </p:cNvSpPr>
          <p:nvPr>
            <p:ph type="body" sz="quarter" idx="104" hasCustomPrompt="1"/>
          </p:nvPr>
        </p:nvSpPr>
        <p:spPr>
          <a:xfrm>
            <a:off x="686487" y="5391832"/>
            <a:ext cx="349660" cy="163239"/>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100" name="Espaço Reservado para Texto 46">
            <a:extLst>
              <a:ext uri="{FF2B5EF4-FFF2-40B4-BE49-F238E27FC236}">
                <a16:creationId xmlns:a16="http://schemas.microsoft.com/office/drawing/2014/main" id="{35823BB2-5291-420A-B0A8-EAF47AECC145}"/>
              </a:ext>
            </a:extLst>
          </p:cNvPr>
          <p:cNvSpPr>
            <a:spLocks noGrp="1"/>
          </p:cNvSpPr>
          <p:nvPr>
            <p:ph type="body" sz="quarter" idx="105" hasCustomPrompt="1"/>
          </p:nvPr>
        </p:nvSpPr>
        <p:spPr>
          <a:xfrm>
            <a:off x="686487" y="5563779"/>
            <a:ext cx="349660" cy="187120"/>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101" name="Espaço Reservado para Texto 46">
            <a:extLst>
              <a:ext uri="{FF2B5EF4-FFF2-40B4-BE49-F238E27FC236}">
                <a16:creationId xmlns:a16="http://schemas.microsoft.com/office/drawing/2014/main" id="{F807EE13-9DED-44E0-8689-127CCF77DCE2}"/>
              </a:ext>
            </a:extLst>
          </p:cNvPr>
          <p:cNvSpPr>
            <a:spLocks noGrp="1"/>
          </p:cNvSpPr>
          <p:nvPr>
            <p:ph type="body" sz="quarter" idx="106" hasCustomPrompt="1"/>
          </p:nvPr>
        </p:nvSpPr>
        <p:spPr>
          <a:xfrm>
            <a:off x="686487" y="5719476"/>
            <a:ext cx="349660" cy="158935"/>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102" name="Espaço Reservado para Texto 46">
            <a:extLst>
              <a:ext uri="{FF2B5EF4-FFF2-40B4-BE49-F238E27FC236}">
                <a16:creationId xmlns:a16="http://schemas.microsoft.com/office/drawing/2014/main" id="{494D47B0-5300-4C78-B0FB-1FB113D811B4}"/>
              </a:ext>
            </a:extLst>
          </p:cNvPr>
          <p:cNvSpPr>
            <a:spLocks noGrp="1"/>
          </p:cNvSpPr>
          <p:nvPr>
            <p:ph type="body" sz="quarter" idx="107" hasCustomPrompt="1"/>
          </p:nvPr>
        </p:nvSpPr>
        <p:spPr>
          <a:xfrm>
            <a:off x="686487" y="5863316"/>
            <a:ext cx="349660" cy="242687"/>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103" name="Retângulo 102">
            <a:extLst>
              <a:ext uri="{FF2B5EF4-FFF2-40B4-BE49-F238E27FC236}">
                <a16:creationId xmlns:a16="http://schemas.microsoft.com/office/drawing/2014/main" id="{67D48474-9F9E-4424-B309-00D066119888}"/>
              </a:ext>
            </a:extLst>
          </p:cNvPr>
          <p:cNvSpPr/>
          <p:nvPr userDrawn="1"/>
        </p:nvSpPr>
        <p:spPr>
          <a:xfrm>
            <a:off x="2308849" y="4925915"/>
            <a:ext cx="1245600" cy="130836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050" b="1" dirty="0">
                <a:solidFill>
                  <a:schemeClr val="bg2">
                    <a:lumMod val="25000"/>
                  </a:schemeClr>
                </a:solidFill>
                <a:latin typeface="Arial Narrow" panose="020B0606020202030204" pitchFamily="34" charset="0"/>
              </a:rPr>
              <a:t>Portal Express</a:t>
            </a:r>
          </a:p>
          <a:p>
            <a:r>
              <a:rPr lang="pt-BR" sz="1050" b="1" dirty="0">
                <a:solidFill>
                  <a:schemeClr val="bg2">
                    <a:lumMod val="25000"/>
                  </a:schemeClr>
                </a:solidFill>
                <a:latin typeface="Arial Narrow" panose="020B0606020202030204" pitchFamily="34" charset="0"/>
              </a:rPr>
              <a:t>Siebel</a:t>
            </a:r>
          </a:p>
          <a:p>
            <a:r>
              <a:rPr lang="pt-BR" sz="1050" b="1" dirty="0">
                <a:solidFill>
                  <a:schemeClr val="bg2">
                    <a:lumMod val="25000"/>
                  </a:schemeClr>
                </a:solidFill>
                <a:latin typeface="Arial Narrow" panose="020B0606020202030204" pitchFamily="34" charset="0"/>
              </a:rPr>
              <a:t>Siebel Móvel</a:t>
            </a:r>
          </a:p>
          <a:p>
            <a:r>
              <a:rPr lang="pt-BR" sz="1050" b="1" dirty="0">
                <a:solidFill>
                  <a:schemeClr val="bg2">
                    <a:lumMod val="25000"/>
                  </a:schemeClr>
                </a:solidFill>
                <a:latin typeface="Arial Narrow" panose="020B0606020202030204" pitchFamily="34" charset="0"/>
              </a:rPr>
              <a:t>RTD</a:t>
            </a:r>
          </a:p>
          <a:p>
            <a:r>
              <a:rPr lang="pt-BR" sz="1050" b="1" dirty="0">
                <a:solidFill>
                  <a:schemeClr val="bg2">
                    <a:lumMod val="25000"/>
                  </a:schemeClr>
                </a:solidFill>
                <a:latin typeface="Arial Narrow" panose="020B0606020202030204" pitchFamily="34" charset="0"/>
              </a:rPr>
              <a:t>SMS</a:t>
            </a:r>
          </a:p>
          <a:p>
            <a:pPr marL="0" algn="l" defTabSz="914400" rtl="0" eaLnBrk="1" latinLnBrk="0" hangingPunct="1"/>
            <a:r>
              <a:rPr lang="pt-BR" sz="1050" b="1" kern="1200" dirty="0">
                <a:solidFill>
                  <a:schemeClr val="bg2">
                    <a:lumMod val="25000"/>
                  </a:schemeClr>
                </a:solidFill>
                <a:latin typeface="Arial Narrow" panose="020B0606020202030204" pitchFamily="34" charset="0"/>
                <a:ea typeface="+mn-ea"/>
                <a:cs typeface="+mn-cs"/>
              </a:rPr>
              <a:t>USSD</a:t>
            </a:r>
          </a:p>
          <a:p>
            <a:pPr marL="0" algn="l" defTabSz="914400" rtl="0" eaLnBrk="1" latinLnBrk="0" hangingPunct="1"/>
            <a:r>
              <a:rPr lang="pt-BR" sz="1050" b="1" kern="1200" dirty="0">
                <a:solidFill>
                  <a:schemeClr val="bg2">
                    <a:lumMod val="25000"/>
                  </a:schemeClr>
                </a:solidFill>
                <a:latin typeface="Arial Narrow" panose="020B0606020202030204" pitchFamily="34" charset="0"/>
                <a:ea typeface="+mn-ea"/>
                <a:cs typeface="+mn-cs"/>
              </a:rPr>
              <a:t>RTD NBA</a:t>
            </a:r>
          </a:p>
        </p:txBody>
      </p:sp>
      <p:sp>
        <p:nvSpPr>
          <p:cNvPr id="104" name="Espaço Reservado para Texto 46">
            <a:extLst>
              <a:ext uri="{FF2B5EF4-FFF2-40B4-BE49-F238E27FC236}">
                <a16:creationId xmlns:a16="http://schemas.microsoft.com/office/drawing/2014/main" id="{A352D5D6-5A13-471E-A41C-3952D927036E}"/>
              </a:ext>
            </a:extLst>
          </p:cNvPr>
          <p:cNvSpPr>
            <a:spLocks noGrp="1"/>
          </p:cNvSpPr>
          <p:nvPr>
            <p:ph type="body" sz="quarter" idx="108" hasCustomPrompt="1"/>
          </p:nvPr>
        </p:nvSpPr>
        <p:spPr>
          <a:xfrm>
            <a:off x="2123371" y="4910470"/>
            <a:ext cx="349660" cy="217740"/>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105" name="Espaço Reservado para Texto 46">
            <a:extLst>
              <a:ext uri="{FF2B5EF4-FFF2-40B4-BE49-F238E27FC236}">
                <a16:creationId xmlns:a16="http://schemas.microsoft.com/office/drawing/2014/main" id="{FCAAF22F-E075-4E5D-8103-E0435D378C87}"/>
              </a:ext>
            </a:extLst>
          </p:cNvPr>
          <p:cNvSpPr>
            <a:spLocks noGrp="1"/>
          </p:cNvSpPr>
          <p:nvPr>
            <p:ph type="body" sz="quarter" idx="109" hasCustomPrompt="1"/>
          </p:nvPr>
        </p:nvSpPr>
        <p:spPr>
          <a:xfrm>
            <a:off x="2119015" y="5075932"/>
            <a:ext cx="349660" cy="194557"/>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106" name="Espaço Reservado para Texto 46">
            <a:extLst>
              <a:ext uri="{FF2B5EF4-FFF2-40B4-BE49-F238E27FC236}">
                <a16:creationId xmlns:a16="http://schemas.microsoft.com/office/drawing/2014/main" id="{22610777-7DFE-49C1-8399-4EEF97EDD439}"/>
              </a:ext>
            </a:extLst>
          </p:cNvPr>
          <p:cNvSpPr>
            <a:spLocks noGrp="1"/>
          </p:cNvSpPr>
          <p:nvPr>
            <p:ph type="body" sz="quarter" idx="110" hasCustomPrompt="1"/>
          </p:nvPr>
        </p:nvSpPr>
        <p:spPr>
          <a:xfrm>
            <a:off x="2114659" y="5228332"/>
            <a:ext cx="349660" cy="152095"/>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107" name="Espaço Reservado para Texto 46">
            <a:extLst>
              <a:ext uri="{FF2B5EF4-FFF2-40B4-BE49-F238E27FC236}">
                <a16:creationId xmlns:a16="http://schemas.microsoft.com/office/drawing/2014/main" id="{84BB727D-3135-4F15-8B35-0BDE8C4FE084}"/>
              </a:ext>
            </a:extLst>
          </p:cNvPr>
          <p:cNvSpPr>
            <a:spLocks noGrp="1"/>
          </p:cNvSpPr>
          <p:nvPr>
            <p:ph type="body" sz="quarter" idx="111" hasCustomPrompt="1"/>
          </p:nvPr>
        </p:nvSpPr>
        <p:spPr>
          <a:xfrm>
            <a:off x="2123366" y="5393796"/>
            <a:ext cx="349660" cy="185680"/>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108" name="Espaço Reservado para Texto 46">
            <a:extLst>
              <a:ext uri="{FF2B5EF4-FFF2-40B4-BE49-F238E27FC236}">
                <a16:creationId xmlns:a16="http://schemas.microsoft.com/office/drawing/2014/main" id="{7CC3F4E1-052F-4161-8C27-442E8278B8F1}"/>
              </a:ext>
            </a:extLst>
          </p:cNvPr>
          <p:cNvSpPr>
            <a:spLocks noGrp="1"/>
          </p:cNvSpPr>
          <p:nvPr>
            <p:ph type="body" sz="quarter" idx="112" hasCustomPrompt="1"/>
          </p:nvPr>
        </p:nvSpPr>
        <p:spPr>
          <a:xfrm>
            <a:off x="2119010" y="5559258"/>
            <a:ext cx="349660" cy="206583"/>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110" name="Espaço Reservado para Texto 46">
            <a:extLst>
              <a:ext uri="{FF2B5EF4-FFF2-40B4-BE49-F238E27FC236}">
                <a16:creationId xmlns:a16="http://schemas.microsoft.com/office/drawing/2014/main" id="{2F85AE00-89AD-4163-9AE5-E2B1013B7A2F}"/>
              </a:ext>
            </a:extLst>
          </p:cNvPr>
          <p:cNvSpPr>
            <a:spLocks noGrp="1"/>
          </p:cNvSpPr>
          <p:nvPr>
            <p:ph type="body" sz="quarter" idx="113" hasCustomPrompt="1"/>
          </p:nvPr>
        </p:nvSpPr>
        <p:spPr>
          <a:xfrm>
            <a:off x="2114654" y="5711658"/>
            <a:ext cx="349660" cy="205841"/>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111" name="Retângulo 110">
            <a:extLst>
              <a:ext uri="{FF2B5EF4-FFF2-40B4-BE49-F238E27FC236}">
                <a16:creationId xmlns:a16="http://schemas.microsoft.com/office/drawing/2014/main" id="{D2B16C7F-7CAC-4030-8483-EC667B85D618}"/>
              </a:ext>
            </a:extLst>
          </p:cNvPr>
          <p:cNvSpPr/>
          <p:nvPr userDrawn="1"/>
        </p:nvSpPr>
        <p:spPr>
          <a:xfrm>
            <a:off x="3473674" y="4910459"/>
            <a:ext cx="1245600" cy="1332532"/>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050" b="1">
                <a:solidFill>
                  <a:schemeClr val="bg2">
                    <a:lumMod val="25000"/>
                  </a:schemeClr>
                </a:solidFill>
                <a:latin typeface="Arial Narrow" panose="020B0606020202030204" pitchFamily="34" charset="0"/>
              </a:rPr>
              <a:t>USSD</a:t>
            </a:r>
          </a:p>
          <a:p>
            <a:r>
              <a:rPr lang="pt-BR" sz="1050" b="1">
                <a:solidFill>
                  <a:schemeClr val="bg2">
                    <a:lumMod val="25000"/>
                  </a:schemeClr>
                </a:solidFill>
                <a:latin typeface="Arial Narrow" panose="020B0606020202030204" pitchFamily="34" charset="0"/>
              </a:rPr>
              <a:t>Outros</a:t>
            </a:r>
          </a:p>
          <a:p>
            <a:endParaRPr lang="pt-BR" sz="1100" b="1">
              <a:solidFill>
                <a:schemeClr val="tx1"/>
              </a:solidFill>
              <a:latin typeface="Arial Narrow" panose="020B0606020202030204" pitchFamily="34" charset="0"/>
            </a:endParaRPr>
          </a:p>
        </p:txBody>
      </p:sp>
      <p:sp>
        <p:nvSpPr>
          <p:cNvPr id="112" name="Espaço Reservado para Texto 46">
            <a:extLst>
              <a:ext uri="{FF2B5EF4-FFF2-40B4-BE49-F238E27FC236}">
                <a16:creationId xmlns:a16="http://schemas.microsoft.com/office/drawing/2014/main" id="{3B1DF2FB-C0D3-4514-91EE-4A99349E42CD}"/>
              </a:ext>
            </a:extLst>
          </p:cNvPr>
          <p:cNvSpPr>
            <a:spLocks noGrp="1"/>
          </p:cNvSpPr>
          <p:nvPr>
            <p:ph type="body" sz="quarter" idx="115" hasCustomPrompt="1"/>
          </p:nvPr>
        </p:nvSpPr>
        <p:spPr>
          <a:xfrm>
            <a:off x="3294673" y="4906114"/>
            <a:ext cx="349660" cy="216898"/>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113" name="Espaço Reservado para Texto 46">
            <a:extLst>
              <a:ext uri="{FF2B5EF4-FFF2-40B4-BE49-F238E27FC236}">
                <a16:creationId xmlns:a16="http://schemas.microsoft.com/office/drawing/2014/main" id="{443D12EB-A38B-4CA9-96B3-74AFC77FB990}"/>
              </a:ext>
            </a:extLst>
          </p:cNvPr>
          <p:cNvSpPr>
            <a:spLocks noGrp="1"/>
          </p:cNvSpPr>
          <p:nvPr>
            <p:ph type="body" sz="quarter" idx="116" hasCustomPrompt="1"/>
          </p:nvPr>
        </p:nvSpPr>
        <p:spPr>
          <a:xfrm>
            <a:off x="3290317" y="5058513"/>
            <a:ext cx="349660" cy="240831"/>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114" name="Espaço Reservado para Texto 46">
            <a:extLst>
              <a:ext uri="{FF2B5EF4-FFF2-40B4-BE49-F238E27FC236}">
                <a16:creationId xmlns:a16="http://schemas.microsoft.com/office/drawing/2014/main" id="{4F17C431-EAFF-4C41-9469-2E6A29B1F0D0}"/>
              </a:ext>
            </a:extLst>
          </p:cNvPr>
          <p:cNvSpPr>
            <a:spLocks noGrp="1"/>
          </p:cNvSpPr>
          <p:nvPr>
            <p:ph type="body" sz="quarter" idx="193" hasCustomPrompt="1"/>
          </p:nvPr>
        </p:nvSpPr>
        <p:spPr>
          <a:xfrm>
            <a:off x="3493703" y="5261835"/>
            <a:ext cx="1369287" cy="1016414"/>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Indique quais</a:t>
            </a:r>
          </a:p>
        </p:txBody>
      </p:sp>
      <p:sp>
        <p:nvSpPr>
          <p:cNvPr id="115" name="Retângulo 114">
            <a:extLst>
              <a:ext uri="{FF2B5EF4-FFF2-40B4-BE49-F238E27FC236}">
                <a16:creationId xmlns:a16="http://schemas.microsoft.com/office/drawing/2014/main" id="{6D43AA67-C383-4E42-86FF-B396286DCC50}"/>
              </a:ext>
            </a:extLst>
          </p:cNvPr>
          <p:cNvSpPr/>
          <p:nvPr userDrawn="1"/>
        </p:nvSpPr>
        <p:spPr>
          <a:xfrm>
            <a:off x="3293868" y="4628341"/>
            <a:ext cx="1637110" cy="343099"/>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600" b="0">
                <a:solidFill>
                  <a:schemeClr val="accent2">
                    <a:lumMod val="50000"/>
                  </a:schemeClr>
                </a:solidFill>
                <a:latin typeface="Arial Narrow" panose="020B0606020202030204" pitchFamily="34" charset="0"/>
              </a:rPr>
              <a:t>ASSINALE OS CAMPOS COM UM </a:t>
            </a:r>
            <a:br>
              <a:rPr lang="pt-BR" sz="600" b="0">
                <a:solidFill>
                  <a:schemeClr val="accent2">
                    <a:lumMod val="50000"/>
                  </a:schemeClr>
                </a:solidFill>
                <a:latin typeface="Arial Narrow" panose="020B0606020202030204" pitchFamily="34" charset="0"/>
              </a:rPr>
            </a:br>
            <a:r>
              <a:rPr lang="pt-BR" sz="600" b="0">
                <a:solidFill>
                  <a:srgbClr val="133765"/>
                </a:solidFill>
                <a:latin typeface="Arial Narrow" panose="020B0606020202030204" pitchFamily="34" charset="0"/>
              </a:rPr>
              <a:t>“C” </a:t>
            </a:r>
            <a:r>
              <a:rPr lang="pt-BR" sz="600" b="0">
                <a:solidFill>
                  <a:schemeClr val="accent2">
                    <a:lumMod val="50000"/>
                  </a:schemeClr>
                </a:solidFill>
                <a:latin typeface="Arial Narrow" panose="020B0606020202030204" pitchFamily="34" charset="0"/>
              </a:rPr>
              <a:t>– Contratação, </a:t>
            </a:r>
            <a:r>
              <a:rPr lang="pt-BR" sz="600" b="0">
                <a:solidFill>
                  <a:srgbClr val="133765"/>
                </a:solidFill>
                <a:latin typeface="Arial Narrow" panose="020B0606020202030204" pitchFamily="34" charset="0"/>
              </a:rPr>
              <a:t>“A” </a:t>
            </a:r>
            <a:r>
              <a:rPr lang="pt-BR" sz="600" b="0">
                <a:solidFill>
                  <a:schemeClr val="accent2">
                    <a:lumMod val="50000"/>
                  </a:schemeClr>
                </a:solidFill>
                <a:latin typeface="Arial Narrow" panose="020B0606020202030204" pitchFamily="34" charset="0"/>
              </a:rPr>
              <a:t>– Ativação, </a:t>
            </a:r>
            <a:r>
              <a:rPr lang="pt-BR" sz="600" b="0">
                <a:solidFill>
                  <a:srgbClr val="133765"/>
                </a:solidFill>
                <a:latin typeface="Arial Narrow" panose="020B0606020202030204" pitchFamily="34" charset="0"/>
              </a:rPr>
              <a:t>“S”  </a:t>
            </a:r>
            <a:r>
              <a:rPr lang="pt-BR" sz="600" b="0">
                <a:solidFill>
                  <a:schemeClr val="accent2">
                    <a:lumMod val="50000"/>
                  </a:schemeClr>
                </a:solidFill>
                <a:latin typeface="Arial Narrow" panose="020B0606020202030204" pitchFamily="34" charset="0"/>
              </a:rPr>
              <a:t>- Consulta</a:t>
            </a:r>
          </a:p>
        </p:txBody>
      </p:sp>
      <p:sp>
        <p:nvSpPr>
          <p:cNvPr id="116" name="Retângulo 115">
            <a:extLst>
              <a:ext uri="{FF2B5EF4-FFF2-40B4-BE49-F238E27FC236}">
                <a16:creationId xmlns:a16="http://schemas.microsoft.com/office/drawing/2014/main" id="{53956A08-58E3-4030-A7EA-2A3F4BEB4AD1}"/>
              </a:ext>
            </a:extLst>
          </p:cNvPr>
          <p:cNvSpPr/>
          <p:nvPr userDrawn="1"/>
        </p:nvSpPr>
        <p:spPr>
          <a:xfrm>
            <a:off x="7908747" y="4608669"/>
            <a:ext cx="1342141" cy="26770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600" b="0">
                <a:solidFill>
                  <a:schemeClr val="accent2">
                    <a:lumMod val="50000"/>
                  </a:schemeClr>
                </a:solidFill>
                <a:latin typeface="Arial Narrow" panose="020B0606020202030204" pitchFamily="34" charset="0"/>
              </a:rPr>
              <a:t>ASSINALE OS CAMPOS COM UM </a:t>
            </a:r>
            <a:br>
              <a:rPr lang="pt-BR" sz="600" b="0">
                <a:solidFill>
                  <a:schemeClr val="accent2">
                    <a:lumMod val="50000"/>
                  </a:schemeClr>
                </a:solidFill>
                <a:latin typeface="Arial Narrow" panose="020B0606020202030204" pitchFamily="34" charset="0"/>
              </a:rPr>
            </a:br>
            <a:r>
              <a:rPr lang="pt-BR" sz="600" b="0">
                <a:solidFill>
                  <a:srgbClr val="133765"/>
                </a:solidFill>
                <a:latin typeface="Arial Narrow" panose="020B0606020202030204" pitchFamily="34" charset="0"/>
              </a:rPr>
              <a:t>“E” </a:t>
            </a:r>
            <a:r>
              <a:rPr lang="pt-BR" sz="600" b="0">
                <a:solidFill>
                  <a:schemeClr val="accent2">
                    <a:lumMod val="50000"/>
                  </a:schemeClr>
                </a:solidFill>
                <a:latin typeface="Arial Narrow" panose="020B0606020202030204" pitchFamily="34" charset="0"/>
              </a:rPr>
              <a:t>– Cancelamento, </a:t>
            </a:r>
            <a:r>
              <a:rPr lang="pt-BR" sz="600" b="0">
                <a:solidFill>
                  <a:srgbClr val="133765"/>
                </a:solidFill>
                <a:latin typeface="Arial Narrow" panose="020B0606020202030204" pitchFamily="34" charset="0"/>
              </a:rPr>
              <a:t>“D” </a:t>
            </a:r>
            <a:r>
              <a:rPr lang="pt-BR" sz="600" b="0">
                <a:solidFill>
                  <a:schemeClr val="accent2">
                    <a:lumMod val="50000"/>
                  </a:schemeClr>
                </a:solidFill>
                <a:latin typeface="Arial Narrow" panose="020B0606020202030204" pitchFamily="34" charset="0"/>
              </a:rPr>
              <a:t>– Desativação</a:t>
            </a:r>
          </a:p>
        </p:txBody>
      </p:sp>
      <p:sp>
        <p:nvSpPr>
          <p:cNvPr id="117" name="Espaço Reservado para Texto 46">
            <a:extLst>
              <a:ext uri="{FF2B5EF4-FFF2-40B4-BE49-F238E27FC236}">
                <a16:creationId xmlns:a16="http://schemas.microsoft.com/office/drawing/2014/main" id="{3B6B6064-CBB3-49AC-BFA7-92B00CDD286B}"/>
              </a:ext>
            </a:extLst>
          </p:cNvPr>
          <p:cNvSpPr>
            <a:spLocks noGrp="1"/>
          </p:cNvSpPr>
          <p:nvPr>
            <p:ph type="body" sz="quarter" idx="194" hasCustomPrompt="1"/>
          </p:nvPr>
        </p:nvSpPr>
        <p:spPr>
          <a:xfrm>
            <a:off x="2114654" y="5872622"/>
            <a:ext cx="349660" cy="242687"/>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
        <p:nvSpPr>
          <p:cNvPr id="118" name="Espaço Reservado para Texto 46">
            <a:extLst>
              <a:ext uri="{FF2B5EF4-FFF2-40B4-BE49-F238E27FC236}">
                <a16:creationId xmlns:a16="http://schemas.microsoft.com/office/drawing/2014/main" id="{B0761490-4261-47A8-B785-32BA4E746523}"/>
              </a:ext>
            </a:extLst>
          </p:cNvPr>
          <p:cNvSpPr>
            <a:spLocks noGrp="1"/>
          </p:cNvSpPr>
          <p:nvPr>
            <p:ph type="body" sz="quarter" idx="195" hasCustomPrompt="1"/>
          </p:nvPr>
        </p:nvSpPr>
        <p:spPr>
          <a:xfrm>
            <a:off x="6466523" y="5863315"/>
            <a:ext cx="349660" cy="242687"/>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   ]</a:t>
            </a:r>
          </a:p>
        </p:txBody>
      </p:sp>
    </p:spTree>
    <p:extLst>
      <p:ext uri="{BB962C8B-B14F-4D97-AF65-F5344CB8AC3E}">
        <p14:creationId xmlns:p14="http://schemas.microsoft.com/office/powerpoint/2010/main" val="334129930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2 - PLANO | OFERTA &amp; DESCONTO | BÔNUS | ESTRUTURAL | OUTROS">
    <p:spTree>
      <p:nvGrpSpPr>
        <p:cNvPr id="1" name=""/>
        <p:cNvGrpSpPr/>
        <p:nvPr/>
      </p:nvGrpSpPr>
      <p:grpSpPr>
        <a:xfrm>
          <a:off x="0" y="0"/>
          <a:ext cx="0" cy="0"/>
          <a:chOff x="0" y="0"/>
          <a:chExt cx="0" cy="0"/>
        </a:xfrm>
      </p:grpSpPr>
      <p:sp>
        <p:nvSpPr>
          <p:cNvPr id="151" name="Retângulo 150">
            <a:extLst>
              <a:ext uri="{FF2B5EF4-FFF2-40B4-BE49-F238E27FC236}">
                <a16:creationId xmlns:a16="http://schemas.microsoft.com/office/drawing/2014/main" id="{94539554-914F-4EF9-A710-8F87D8165A97}"/>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6" name="Retângulo: Cantos Superiores Arredondados 5">
            <a:extLst>
              <a:ext uri="{FF2B5EF4-FFF2-40B4-BE49-F238E27FC236}">
                <a16:creationId xmlns:a16="http://schemas.microsoft.com/office/drawing/2014/main" id="{58280137-A574-49A2-B09A-F3051C4607DC}"/>
              </a:ext>
            </a:extLst>
          </p:cNvPr>
          <p:cNvSpPr/>
          <p:nvPr userDrawn="1"/>
        </p:nvSpPr>
        <p:spPr>
          <a:xfrm rot="16200000">
            <a:off x="4053937" y="-3073666"/>
            <a:ext cx="4079967" cy="11811697"/>
          </a:xfrm>
          <a:prstGeom prst="round2SameRect">
            <a:avLst>
              <a:gd name="adj1" fmla="val 5299"/>
              <a:gd name="adj2" fmla="val 0"/>
            </a:avLst>
          </a:prstGeom>
          <a:solidFill>
            <a:srgbClr val="0C234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JORNADA</a:t>
            </a: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669390" y="960063"/>
            <a:ext cx="11226701" cy="38143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 name="Retângulo: Cantos Superiores Arredondados 8">
            <a:extLst>
              <a:ext uri="{FF2B5EF4-FFF2-40B4-BE49-F238E27FC236}">
                <a16:creationId xmlns:a16="http://schemas.microsoft.com/office/drawing/2014/main" id="{4749333B-E6F0-4FDE-BB4F-308BE95F7B22}"/>
              </a:ext>
            </a:extLst>
          </p:cNvPr>
          <p:cNvSpPr/>
          <p:nvPr userDrawn="1"/>
        </p:nvSpPr>
        <p:spPr>
          <a:xfrm rot="16200000">
            <a:off x="5388566" y="-250252"/>
            <a:ext cx="1410712" cy="11811696"/>
          </a:xfrm>
          <a:prstGeom prst="round2SameRect">
            <a:avLst>
              <a:gd name="adj1" fmla="val 5299"/>
              <a:gd name="adj2" fmla="val 0"/>
            </a:avLst>
          </a:prstGeom>
          <a:solidFill>
            <a:srgbClr val="CC000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NOTAS</a:t>
            </a:r>
          </a:p>
        </p:txBody>
      </p:sp>
      <p:sp>
        <p:nvSpPr>
          <p:cNvPr id="10" name="Retângulo 9">
            <a:extLst>
              <a:ext uri="{FF2B5EF4-FFF2-40B4-BE49-F238E27FC236}">
                <a16:creationId xmlns:a16="http://schemas.microsoft.com/office/drawing/2014/main" id="{6CB08043-A7E9-4C72-AEAE-6B31C0E6D307}"/>
              </a:ext>
            </a:extLst>
          </p:cNvPr>
          <p:cNvSpPr/>
          <p:nvPr userDrawn="1"/>
        </p:nvSpPr>
        <p:spPr>
          <a:xfrm>
            <a:off x="635443" y="5057895"/>
            <a:ext cx="11260647" cy="1207937"/>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47" name="Espaço Reservado para Texto 46">
            <a:extLst>
              <a:ext uri="{FF2B5EF4-FFF2-40B4-BE49-F238E27FC236}">
                <a16:creationId xmlns:a16="http://schemas.microsoft.com/office/drawing/2014/main" id="{FD3EC130-71A3-4631-982F-82143E912156}"/>
              </a:ext>
            </a:extLst>
          </p:cNvPr>
          <p:cNvSpPr>
            <a:spLocks noGrp="1"/>
          </p:cNvSpPr>
          <p:nvPr>
            <p:ph type="body" sz="quarter" idx="21" hasCustomPrompt="1"/>
          </p:nvPr>
        </p:nvSpPr>
        <p:spPr>
          <a:xfrm>
            <a:off x="669390" y="5057895"/>
            <a:ext cx="11226700" cy="1207937"/>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todas as observações que considerar importantes para o melhor entendimento da jornada desenhada acima.</a:t>
            </a: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47" name="Retângulo: Cantos Arredondados 146">
            <a:extLst>
              <a:ext uri="{FF2B5EF4-FFF2-40B4-BE49-F238E27FC236}">
                <a16:creationId xmlns:a16="http://schemas.microsoft.com/office/drawing/2014/main" id="{9229C4AE-376F-4605-8153-F8723D076920}"/>
              </a:ext>
            </a:extLst>
          </p:cNvPr>
          <p:cNvSpPr/>
          <p:nvPr userDrawn="1"/>
        </p:nvSpPr>
        <p:spPr>
          <a:xfrm>
            <a:off x="669391" y="179801"/>
            <a:ext cx="391567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MACRO JORNADA</a:t>
            </a:r>
          </a:p>
        </p:txBody>
      </p:sp>
      <p:pic>
        <p:nvPicPr>
          <p:cNvPr id="149" name="Immagine 7" descr="secondario_rgb.png">
            <a:extLst>
              <a:ext uri="{FF2B5EF4-FFF2-40B4-BE49-F238E27FC236}">
                <a16:creationId xmlns:a16="http://schemas.microsoft.com/office/drawing/2014/main" id="{E5C6C0CA-158B-4838-AA4D-78D04351509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
        <p:nvSpPr>
          <p:cNvPr id="7" name="Triângulo Retângulo 6">
            <a:extLst>
              <a:ext uri="{FF2B5EF4-FFF2-40B4-BE49-F238E27FC236}">
                <a16:creationId xmlns:a16="http://schemas.microsoft.com/office/drawing/2014/main" id="{6581A66D-9CDF-42AE-A7E9-9F9ECB08E63A}"/>
              </a:ext>
            </a:extLst>
          </p:cNvPr>
          <p:cNvSpPr/>
          <p:nvPr userDrawn="1"/>
        </p:nvSpPr>
        <p:spPr>
          <a:xfrm rot="5400000">
            <a:off x="0" y="0"/>
            <a:ext cx="540000" cy="540000"/>
          </a:xfrm>
          <a:prstGeom prst="r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pt-BR"/>
          </a:p>
        </p:txBody>
      </p:sp>
    </p:spTree>
    <p:extLst>
      <p:ext uri="{BB962C8B-B14F-4D97-AF65-F5344CB8AC3E}">
        <p14:creationId xmlns:p14="http://schemas.microsoft.com/office/powerpoint/2010/main" val="335896378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3 - PLANO | OFERTA &amp; DESCONTO | BÔNUS | ESTRUTURAL | OUTROS">
    <p:spTree>
      <p:nvGrpSpPr>
        <p:cNvPr id="1" name=""/>
        <p:cNvGrpSpPr/>
        <p:nvPr/>
      </p:nvGrpSpPr>
      <p:grpSpPr>
        <a:xfrm>
          <a:off x="0" y="0"/>
          <a:ext cx="0" cy="0"/>
          <a:chOff x="0" y="0"/>
          <a:chExt cx="0" cy="0"/>
        </a:xfrm>
      </p:grpSpPr>
      <p:sp>
        <p:nvSpPr>
          <p:cNvPr id="18" name="Retângulo 17">
            <a:extLst>
              <a:ext uri="{FF2B5EF4-FFF2-40B4-BE49-F238E27FC236}">
                <a16:creationId xmlns:a16="http://schemas.microsoft.com/office/drawing/2014/main" id="{DEB39DEF-8787-4D58-A392-6442B9BC087F}"/>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9" name="Retângulo: Cantos Superiores Arredondados 8">
            <a:extLst>
              <a:ext uri="{FF2B5EF4-FFF2-40B4-BE49-F238E27FC236}">
                <a16:creationId xmlns:a16="http://schemas.microsoft.com/office/drawing/2014/main" id="{4749333B-E6F0-4FDE-BB4F-308BE95F7B22}"/>
              </a:ext>
            </a:extLst>
          </p:cNvPr>
          <p:cNvSpPr/>
          <p:nvPr userDrawn="1"/>
        </p:nvSpPr>
        <p:spPr>
          <a:xfrm rot="16200000">
            <a:off x="3306353" y="-2326750"/>
            <a:ext cx="5571685" cy="11803720"/>
          </a:xfrm>
          <a:prstGeom prst="round2SameRect">
            <a:avLst>
              <a:gd name="adj1" fmla="val 5299"/>
              <a:gd name="adj2" fmla="val 0"/>
            </a:avLst>
          </a:prstGeom>
          <a:solidFill>
            <a:srgbClr val="0C234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MECÂNICA</a:t>
            </a:r>
          </a:p>
        </p:txBody>
      </p:sp>
      <p:sp>
        <p:nvSpPr>
          <p:cNvPr id="15" name="Retângulo 14">
            <a:extLst>
              <a:ext uri="{FF2B5EF4-FFF2-40B4-BE49-F238E27FC236}">
                <a16:creationId xmlns:a16="http://schemas.microsoft.com/office/drawing/2014/main" id="{98256E42-04DC-4A8E-A5C6-B8BCA6196E35}"/>
              </a:ext>
            </a:extLst>
          </p:cNvPr>
          <p:cNvSpPr/>
          <p:nvPr userDrawn="1"/>
        </p:nvSpPr>
        <p:spPr>
          <a:xfrm>
            <a:off x="4288811" y="4488872"/>
            <a:ext cx="4994743" cy="1623591"/>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CANCELAMENTO</a:t>
            </a:r>
          </a:p>
        </p:txBody>
      </p:sp>
      <p:sp>
        <p:nvSpPr>
          <p:cNvPr id="17" name="Retângulo 16">
            <a:extLst>
              <a:ext uri="{FF2B5EF4-FFF2-40B4-BE49-F238E27FC236}">
                <a16:creationId xmlns:a16="http://schemas.microsoft.com/office/drawing/2014/main" id="{FC15CAF8-A724-4C51-A322-9966D6293103}"/>
              </a:ext>
            </a:extLst>
          </p:cNvPr>
          <p:cNvSpPr/>
          <p:nvPr userDrawn="1"/>
        </p:nvSpPr>
        <p:spPr>
          <a:xfrm>
            <a:off x="4288811" y="1166892"/>
            <a:ext cx="4989125" cy="325352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MANUTENÇÃO</a:t>
            </a:r>
          </a:p>
        </p:txBody>
      </p:sp>
      <p:sp>
        <p:nvSpPr>
          <p:cNvPr id="19" name="Retângulo 18">
            <a:extLst>
              <a:ext uri="{FF2B5EF4-FFF2-40B4-BE49-F238E27FC236}">
                <a16:creationId xmlns:a16="http://schemas.microsoft.com/office/drawing/2014/main" id="{44D2BB93-01D5-43C0-9E3F-74CEFAF356F3}"/>
              </a:ext>
            </a:extLst>
          </p:cNvPr>
          <p:cNvSpPr/>
          <p:nvPr userDrawn="1"/>
        </p:nvSpPr>
        <p:spPr>
          <a:xfrm>
            <a:off x="9329727" y="1165669"/>
            <a:ext cx="2566364" cy="194938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CONVIVÊNCIA</a:t>
            </a:r>
          </a:p>
        </p:txBody>
      </p:sp>
      <p:sp>
        <p:nvSpPr>
          <p:cNvPr id="20" name="Retângulo 19">
            <a:extLst>
              <a:ext uri="{FF2B5EF4-FFF2-40B4-BE49-F238E27FC236}">
                <a16:creationId xmlns:a16="http://schemas.microsoft.com/office/drawing/2014/main" id="{4131883D-81B5-4861-AE39-3A7964073E1A}"/>
              </a:ext>
            </a:extLst>
          </p:cNvPr>
          <p:cNvSpPr/>
          <p:nvPr userDrawn="1"/>
        </p:nvSpPr>
        <p:spPr>
          <a:xfrm>
            <a:off x="9329727" y="3195431"/>
            <a:ext cx="2566364" cy="292212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CONVIVÊNCIA – ORDEM DE CONSUMO*</a:t>
            </a:r>
          </a:p>
        </p:txBody>
      </p:sp>
      <p:sp>
        <p:nvSpPr>
          <p:cNvPr id="10" name="Retângulo 9">
            <a:extLst>
              <a:ext uri="{FF2B5EF4-FFF2-40B4-BE49-F238E27FC236}">
                <a16:creationId xmlns:a16="http://schemas.microsoft.com/office/drawing/2014/main" id="{6CB08043-A7E9-4C72-AEAE-6B31C0E6D307}"/>
              </a:ext>
            </a:extLst>
          </p:cNvPr>
          <p:cNvSpPr/>
          <p:nvPr userDrawn="1"/>
        </p:nvSpPr>
        <p:spPr>
          <a:xfrm>
            <a:off x="678244" y="1166892"/>
            <a:ext cx="3558775" cy="4944601"/>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REGRAS DE ATIVAÇÃO</a:t>
            </a: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35" name="Retângulo 34">
            <a:extLst>
              <a:ext uri="{FF2B5EF4-FFF2-40B4-BE49-F238E27FC236}">
                <a16:creationId xmlns:a16="http://schemas.microsoft.com/office/drawing/2014/main" id="{9C83FDCC-A046-4B83-BC95-72EF7415B618}"/>
              </a:ext>
            </a:extLst>
          </p:cNvPr>
          <p:cNvSpPr/>
          <p:nvPr userDrawn="1"/>
        </p:nvSpPr>
        <p:spPr>
          <a:xfrm>
            <a:off x="3517578" y="870157"/>
            <a:ext cx="1350331" cy="2955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bg1"/>
                </a:solidFill>
                <a:latin typeface="Arial Narrow" panose="020B0606020202030204" pitchFamily="34" charset="0"/>
              </a:rPr>
              <a:t>CONCEITOS GERAIS</a:t>
            </a:r>
          </a:p>
        </p:txBody>
      </p:sp>
      <p:sp>
        <p:nvSpPr>
          <p:cNvPr id="13" name="Retângulo: Cantos Arredondados 12">
            <a:extLst>
              <a:ext uri="{FF2B5EF4-FFF2-40B4-BE49-F238E27FC236}">
                <a16:creationId xmlns:a16="http://schemas.microsoft.com/office/drawing/2014/main" id="{48580348-3410-42F0-81C8-D3F1409436EE}"/>
              </a:ext>
            </a:extLst>
          </p:cNvPr>
          <p:cNvSpPr/>
          <p:nvPr userDrawn="1"/>
        </p:nvSpPr>
        <p:spPr>
          <a:xfrm>
            <a:off x="669391" y="179801"/>
            <a:ext cx="391567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MECÂNICA</a:t>
            </a:r>
          </a:p>
        </p:txBody>
      </p:sp>
      <p:pic>
        <p:nvPicPr>
          <p:cNvPr id="16" name="Immagine 7" descr="secondario_rgb.png">
            <a:extLst>
              <a:ext uri="{FF2B5EF4-FFF2-40B4-BE49-F238E27FC236}">
                <a16:creationId xmlns:a16="http://schemas.microsoft.com/office/drawing/2014/main" id="{70752A57-0946-4B7D-8581-ADD3297EDD1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
        <p:nvSpPr>
          <p:cNvPr id="8" name="Retângulo 7">
            <a:extLst>
              <a:ext uri="{FF2B5EF4-FFF2-40B4-BE49-F238E27FC236}">
                <a16:creationId xmlns:a16="http://schemas.microsoft.com/office/drawing/2014/main" id="{869B7BAD-5CC5-46CD-8EDB-F6A0BC2F7202}"/>
              </a:ext>
            </a:extLst>
          </p:cNvPr>
          <p:cNvSpPr/>
          <p:nvPr userDrawn="1"/>
        </p:nvSpPr>
        <p:spPr>
          <a:xfrm>
            <a:off x="10108791" y="888276"/>
            <a:ext cx="1008236" cy="2918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bg1"/>
                </a:solidFill>
                <a:latin typeface="Arial Narrow" panose="020B0606020202030204" pitchFamily="34" charset="0"/>
              </a:rPr>
              <a:t>CONVIVÊNCIA</a:t>
            </a:r>
          </a:p>
        </p:txBody>
      </p:sp>
      <p:sp>
        <p:nvSpPr>
          <p:cNvPr id="30" name="Espaço Reservado para Texto 46">
            <a:extLst>
              <a:ext uri="{FF2B5EF4-FFF2-40B4-BE49-F238E27FC236}">
                <a16:creationId xmlns:a16="http://schemas.microsoft.com/office/drawing/2014/main" id="{3F752F64-392B-4065-9D24-21848DD3F654}"/>
              </a:ext>
            </a:extLst>
          </p:cNvPr>
          <p:cNvSpPr>
            <a:spLocks noGrp="1"/>
          </p:cNvSpPr>
          <p:nvPr>
            <p:ph type="body" sz="quarter" idx="21" hasCustomPrompt="1"/>
          </p:nvPr>
        </p:nvSpPr>
        <p:spPr>
          <a:xfrm>
            <a:off x="678244" y="1369559"/>
            <a:ext cx="3512603" cy="4699174"/>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Descrever as regras para que o produto seja ativado.</a:t>
            </a:r>
          </a:p>
        </p:txBody>
      </p:sp>
      <p:sp>
        <p:nvSpPr>
          <p:cNvPr id="14" name="Triângulo Retângulo 13">
            <a:extLst>
              <a:ext uri="{FF2B5EF4-FFF2-40B4-BE49-F238E27FC236}">
                <a16:creationId xmlns:a16="http://schemas.microsoft.com/office/drawing/2014/main" id="{98A52D26-956A-4295-822F-4EE5F2859FBE}"/>
              </a:ext>
            </a:extLst>
          </p:cNvPr>
          <p:cNvSpPr/>
          <p:nvPr userDrawn="1"/>
        </p:nvSpPr>
        <p:spPr>
          <a:xfrm rot="5400000">
            <a:off x="0" y="0"/>
            <a:ext cx="540000" cy="540000"/>
          </a:xfrm>
          <a:prstGeom prst="r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pt-BR"/>
          </a:p>
        </p:txBody>
      </p:sp>
      <p:sp>
        <p:nvSpPr>
          <p:cNvPr id="33" name="Espaço Reservado para Texto 46">
            <a:extLst>
              <a:ext uri="{FF2B5EF4-FFF2-40B4-BE49-F238E27FC236}">
                <a16:creationId xmlns:a16="http://schemas.microsoft.com/office/drawing/2014/main" id="{607CE9FF-4BC3-49DE-BC02-19A0EDD5542F}"/>
              </a:ext>
            </a:extLst>
          </p:cNvPr>
          <p:cNvSpPr>
            <a:spLocks noGrp="1"/>
          </p:cNvSpPr>
          <p:nvPr>
            <p:ph type="body" sz="quarter" idx="30" hasCustomPrompt="1"/>
          </p:nvPr>
        </p:nvSpPr>
        <p:spPr>
          <a:xfrm>
            <a:off x="4290668" y="1369558"/>
            <a:ext cx="4987268" cy="3050659"/>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Descrever as condições necessárias à manutenção do produto.</a:t>
            </a:r>
          </a:p>
        </p:txBody>
      </p:sp>
      <p:sp>
        <p:nvSpPr>
          <p:cNvPr id="34" name="Espaço Reservado para Texto 46">
            <a:extLst>
              <a:ext uri="{FF2B5EF4-FFF2-40B4-BE49-F238E27FC236}">
                <a16:creationId xmlns:a16="http://schemas.microsoft.com/office/drawing/2014/main" id="{BCC8A09D-E9D5-4523-8831-D69FD9E853DC}"/>
              </a:ext>
            </a:extLst>
          </p:cNvPr>
          <p:cNvSpPr>
            <a:spLocks noGrp="1"/>
          </p:cNvSpPr>
          <p:nvPr>
            <p:ph type="body" sz="quarter" idx="31" hasCustomPrompt="1"/>
          </p:nvPr>
        </p:nvSpPr>
        <p:spPr>
          <a:xfrm>
            <a:off x="4290668" y="4669679"/>
            <a:ext cx="4994742" cy="1441813"/>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Descrever o processo para que o produto seja cancelado.</a:t>
            </a:r>
          </a:p>
        </p:txBody>
      </p:sp>
      <p:sp>
        <p:nvSpPr>
          <p:cNvPr id="36" name="Espaço Reservado para Texto 46">
            <a:extLst>
              <a:ext uri="{FF2B5EF4-FFF2-40B4-BE49-F238E27FC236}">
                <a16:creationId xmlns:a16="http://schemas.microsoft.com/office/drawing/2014/main" id="{AC306500-8801-4D19-BBA0-0327708881DB}"/>
              </a:ext>
            </a:extLst>
          </p:cNvPr>
          <p:cNvSpPr>
            <a:spLocks noGrp="1"/>
          </p:cNvSpPr>
          <p:nvPr>
            <p:ph type="body" sz="quarter" idx="34" hasCustomPrompt="1"/>
          </p:nvPr>
        </p:nvSpPr>
        <p:spPr>
          <a:xfrm>
            <a:off x="9329727" y="1389153"/>
            <a:ext cx="2566364" cy="1737818"/>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se o produto pode conviver consigo mesmo (no caso de múltiplas ativações) e/ou com outros produtos e detalhá-los.</a:t>
            </a:r>
          </a:p>
        </p:txBody>
      </p:sp>
      <p:sp>
        <p:nvSpPr>
          <p:cNvPr id="38" name="Espaço Reservado para Texto 46">
            <a:extLst>
              <a:ext uri="{FF2B5EF4-FFF2-40B4-BE49-F238E27FC236}">
                <a16:creationId xmlns:a16="http://schemas.microsoft.com/office/drawing/2014/main" id="{0C579BE2-208D-4F8A-ACBC-60A3F6B652FC}"/>
              </a:ext>
            </a:extLst>
          </p:cNvPr>
          <p:cNvSpPr>
            <a:spLocks noGrp="1"/>
          </p:cNvSpPr>
          <p:nvPr>
            <p:ph type="body" sz="quarter" idx="35" hasCustomPrompt="1"/>
          </p:nvPr>
        </p:nvSpPr>
        <p:spPr>
          <a:xfrm>
            <a:off x="9331585" y="3429001"/>
            <a:ext cx="2564505" cy="2682492"/>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Em caso de convivência, detalhar a ordem de consumo dos produtos listados.</a:t>
            </a:r>
          </a:p>
        </p:txBody>
      </p:sp>
    </p:spTree>
    <p:extLst>
      <p:ext uri="{BB962C8B-B14F-4D97-AF65-F5344CB8AC3E}">
        <p14:creationId xmlns:p14="http://schemas.microsoft.com/office/powerpoint/2010/main" val="3445129438"/>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4 - PLANO | OFERTA &amp; DESCONTO | BÔNUS | ESTRUTURAL | OUTROS">
    <p:spTree>
      <p:nvGrpSpPr>
        <p:cNvPr id="1" name=""/>
        <p:cNvGrpSpPr/>
        <p:nvPr/>
      </p:nvGrpSpPr>
      <p:grpSpPr>
        <a:xfrm>
          <a:off x="0" y="0"/>
          <a:ext cx="0" cy="0"/>
          <a:chOff x="0" y="0"/>
          <a:chExt cx="0" cy="0"/>
        </a:xfrm>
      </p:grpSpPr>
      <p:sp>
        <p:nvSpPr>
          <p:cNvPr id="18" name="Retângulo 17">
            <a:extLst>
              <a:ext uri="{FF2B5EF4-FFF2-40B4-BE49-F238E27FC236}">
                <a16:creationId xmlns:a16="http://schemas.microsoft.com/office/drawing/2014/main" id="{DEB39DEF-8787-4D58-A392-6442B9BC087F}"/>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9" name="Retângulo: Cantos Superiores Arredondados 8">
            <a:extLst>
              <a:ext uri="{FF2B5EF4-FFF2-40B4-BE49-F238E27FC236}">
                <a16:creationId xmlns:a16="http://schemas.microsoft.com/office/drawing/2014/main" id="{4749333B-E6F0-4FDE-BB4F-308BE95F7B22}"/>
              </a:ext>
            </a:extLst>
          </p:cNvPr>
          <p:cNvSpPr/>
          <p:nvPr userDrawn="1"/>
        </p:nvSpPr>
        <p:spPr>
          <a:xfrm rot="16200000">
            <a:off x="3306353" y="-2326750"/>
            <a:ext cx="5571685" cy="11803720"/>
          </a:xfrm>
          <a:prstGeom prst="round2SameRect">
            <a:avLst>
              <a:gd name="adj1" fmla="val 5299"/>
              <a:gd name="adj2" fmla="val 0"/>
            </a:avLst>
          </a:prstGeom>
          <a:solidFill>
            <a:srgbClr val="0C234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MECÂNICA</a:t>
            </a: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4" name="Retângulo 13">
            <a:extLst>
              <a:ext uri="{FF2B5EF4-FFF2-40B4-BE49-F238E27FC236}">
                <a16:creationId xmlns:a16="http://schemas.microsoft.com/office/drawing/2014/main" id="{07507D49-513C-44AB-9D4A-0E2B0DA6E53F}"/>
              </a:ext>
            </a:extLst>
          </p:cNvPr>
          <p:cNvSpPr/>
          <p:nvPr userDrawn="1"/>
        </p:nvSpPr>
        <p:spPr>
          <a:xfrm>
            <a:off x="661010" y="5201969"/>
            <a:ext cx="2048546" cy="92577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TAXA DE ADESÃO</a:t>
            </a:r>
          </a:p>
        </p:txBody>
      </p:sp>
      <p:sp>
        <p:nvSpPr>
          <p:cNvPr id="17" name="Retângulo 16">
            <a:extLst>
              <a:ext uri="{FF2B5EF4-FFF2-40B4-BE49-F238E27FC236}">
                <a16:creationId xmlns:a16="http://schemas.microsoft.com/office/drawing/2014/main" id="{50F1521F-1B73-4555-AEC1-14CA38940E78}"/>
              </a:ext>
            </a:extLst>
          </p:cNvPr>
          <p:cNvSpPr/>
          <p:nvPr userDrawn="1"/>
        </p:nvSpPr>
        <p:spPr>
          <a:xfrm>
            <a:off x="671251" y="1199563"/>
            <a:ext cx="2038305" cy="393239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TARIFAS &amp; VALORES</a:t>
            </a:r>
          </a:p>
        </p:txBody>
      </p:sp>
      <p:sp>
        <p:nvSpPr>
          <p:cNvPr id="35" name="Retângulo 34">
            <a:extLst>
              <a:ext uri="{FF2B5EF4-FFF2-40B4-BE49-F238E27FC236}">
                <a16:creationId xmlns:a16="http://schemas.microsoft.com/office/drawing/2014/main" id="{9C83FDCC-A046-4B83-BC95-72EF7415B618}"/>
              </a:ext>
            </a:extLst>
          </p:cNvPr>
          <p:cNvSpPr/>
          <p:nvPr userDrawn="1"/>
        </p:nvSpPr>
        <p:spPr>
          <a:xfrm>
            <a:off x="3548391" y="879074"/>
            <a:ext cx="2385942" cy="2215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bg1"/>
                </a:solidFill>
                <a:latin typeface="Arial Narrow" panose="020B0606020202030204" pitchFamily="34" charset="0"/>
              </a:rPr>
              <a:t>CONCEITOS FINANCEIROS E DE USO</a:t>
            </a:r>
          </a:p>
        </p:txBody>
      </p:sp>
      <p:pic>
        <p:nvPicPr>
          <p:cNvPr id="16" name="Immagine 7" descr="secondario_rgb.png">
            <a:extLst>
              <a:ext uri="{FF2B5EF4-FFF2-40B4-BE49-F238E27FC236}">
                <a16:creationId xmlns:a16="http://schemas.microsoft.com/office/drawing/2014/main" id="{70752A57-0946-4B7D-8581-ADD3297EDD1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
        <p:nvSpPr>
          <p:cNvPr id="7" name="Retângulo 6">
            <a:extLst>
              <a:ext uri="{FF2B5EF4-FFF2-40B4-BE49-F238E27FC236}">
                <a16:creationId xmlns:a16="http://schemas.microsoft.com/office/drawing/2014/main" id="{26B4D6B0-15E0-40A8-9F27-9D275CDD8F9D}"/>
              </a:ext>
            </a:extLst>
          </p:cNvPr>
          <p:cNvSpPr/>
          <p:nvPr userDrawn="1"/>
        </p:nvSpPr>
        <p:spPr>
          <a:xfrm>
            <a:off x="2772469" y="1199563"/>
            <a:ext cx="6485757" cy="244685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REGRAS DE TARIFAÇÃO</a:t>
            </a:r>
          </a:p>
        </p:txBody>
      </p:sp>
      <p:sp>
        <p:nvSpPr>
          <p:cNvPr id="8" name="Retângulo 7">
            <a:extLst>
              <a:ext uri="{FF2B5EF4-FFF2-40B4-BE49-F238E27FC236}">
                <a16:creationId xmlns:a16="http://schemas.microsoft.com/office/drawing/2014/main" id="{846CE85F-DF49-47AA-8E8C-81341026C8BF}"/>
              </a:ext>
            </a:extLst>
          </p:cNvPr>
          <p:cNvSpPr/>
          <p:nvPr userDrawn="1"/>
        </p:nvSpPr>
        <p:spPr>
          <a:xfrm>
            <a:off x="2758821" y="5201969"/>
            <a:ext cx="9126942" cy="932293"/>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DADOS QUANTITATIVOS/VOLUMETRIA</a:t>
            </a:r>
          </a:p>
        </p:txBody>
      </p:sp>
      <p:sp>
        <p:nvSpPr>
          <p:cNvPr id="15" name="Retângulo 14">
            <a:extLst>
              <a:ext uri="{FF2B5EF4-FFF2-40B4-BE49-F238E27FC236}">
                <a16:creationId xmlns:a16="http://schemas.microsoft.com/office/drawing/2014/main" id="{2FC59CFD-9D30-4521-B00C-809BA3A5AD56}"/>
              </a:ext>
            </a:extLst>
          </p:cNvPr>
          <p:cNvSpPr/>
          <p:nvPr userDrawn="1"/>
        </p:nvSpPr>
        <p:spPr>
          <a:xfrm>
            <a:off x="2754897" y="3708359"/>
            <a:ext cx="9126941" cy="142515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REGRAS DE REDUÇÃO DE VELOCIDADE E BLOQUEIO</a:t>
            </a:r>
          </a:p>
        </p:txBody>
      </p:sp>
      <p:sp>
        <p:nvSpPr>
          <p:cNvPr id="42" name="Espaço Reservado para Texto 46">
            <a:extLst>
              <a:ext uri="{FF2B5EF4-FFF2-40B4-BE49-F238E27FC236}">
                <a16:creationId xmlns:a16="http://schemas.microsoft.com/office/drawing/2014/main" id="{D8A1C35D-58C7-456E-9978-5AA6A2AF96AF}"/>
              </a:ext>
            </a:extLst>
          </p:cNvPr>
          <p:cNvSpPr>
            <a:spLocks noGrp="1"/>
          </p:cNvSpPr>
          <p:nvPr>
            <p:ph type="body" sz="quarter" idx="33" hasCustomPrompt="1"/>
          </p:nvPr>
        </p:nvSpPr>
        <p:spPr>
          <a:xfrm>
            <a:off x="677804" y="1363381"/>
            <a:ext cx="1996701" cy="3831226"/>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Detalhar todos os valores do produto/serviço. Caso necessário use o slide de anexos.</a:t>
            </a:r>
          </a:p>
        </p:txBody>
      </p:sp>
      <p:sp>
        <p:nvSpPr>
          <p:cNvPr id="43" name="Espaço Reservado para Texto 46">
            <a:extLst>
              <a:ext uri="{FF2B5EF4-FFF2-40B4-BE49-F238E27FC236}">
                <a16:creationId xmlns:a16="http://schemas.microsoft.com/office/drawing/2014/main" id="{73FABD2E-ED26-46C5-8822-08DED30AA31D}"/>
              </a:ext>
            </a:extLst>
          </p:cNvPr>
          <p:cNvSpPr>
            <a:spLocks noGrp="1"/>
          </p:cNvSpPr>
          <p:nvPr>
            <p:ph type="body" sz="quarter" idx="32" hasCustomPrompt="1"/>
          </p:nvPr>
        </p:nvSpPr>
        <p:spPr>
          <a:xfrm>
            <a:off x="648986" y="5355438"/>
            <a:ext cx="1985491" cy="713296"/>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valor da taxa de adesão, quando aplicável.</a:t>
            </a:r>
          </a:p>
        </p:txBody>
      </p:sp>
      <p:sp>
        <p:nvSpPr>
          <p:cNvPr id="54" name="Espaço Reservado para Texto 46">
            <a:extLst>
              <a:ext uri="{FF2B5EF4-FFF2-40B4-BE49-F238E27FC236}">
                <a16:creationId xmlns:a16="http://schemas.microsoft.com/office/drawing/2014/main" id="{0586A871-851A-4B55-85FA-5CEA0BD27D02}"/>
              </a:ext>
            </a:extLst>
          </p:cNvPr>
          <p:cNvSpPr>
            <a:spLocks noGrp="1"/>
          </p:cNvSpPr>
          <p:nvPr>
            <p:ph type="body" sz="quarter" idx="21" hasCustomPrompt="1"/>
          </p:nvPr>
        </p:nvSpPr>
        <p:spPr>
          <a:xfrm>
            <a:off x="2777788" y="1369116"/>
            <a:ext cx="6396121" cy="2240332"/>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Split Call, Late Call, Utilização para clientes sem saldo/crédito. Informar se a tarifação irá ocorrer no uso ou na ativação Regras para inadimplentes (apenas produtos Controle): Indicar se será possível para clientes inadimplentes continuar utilizando o benefício e quais serão as tarifas a serem praticadas neste cenário.</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Tráfego Zero Rating: Indicar as URLs e plugins cujo tráfego não será tarifado.</a:t>
            </a:r>
          </a:p>
        </p:txBody>
      </p:sp>
      <p:sp>
        <p:nvSpPr>
          <p:cNvPr id="55" name="Espaço Reservado para Texto 46">
            <a:extLst>
              <a:ext uri="{FF2B5EF4-FFF2-40B4-BE49-F238E27FC236}">
                <a16:creationId xmlns:a16="http://schemas.microsoft.com/office/drawing/2014/main" id="{D3DDAAFB-2B36-4D01-AC97-BF40DBAE4E0C}"/>
              </a:ext>
            </a:extLst>
          </p:cNvPr>
          <p:cNvSpPr>
            <a:spLocks noGrp="1"/>
          </p:cNvSpPr>
          <p:nvPr>
            <p:ph type="body" sz="quarter" idx="31" hasCustomPrompt="1"/>
          </p:nvPr>
        </p:nvSpPr>
        <p:spPr>
          <a:xfrm>
            <a:off x="2747746" y="5385364"/>
            <a:ext cx="9126941" cy="741580"/>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Volumetria está prevista no Budget? </a:t>
            </a:r>
          </a:p>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Se sim, tráfego está alinhado com o Forecast? Se não, volumetria por DDD, incluindo tráfego.</a:t>
            </a:r>
          </a:p>
        </p:txBody>
      </p:sp>
      <p:sp>
        <p:nvSpPr>
          <p:cNvPr id="56" name="Espaço Reservado para Texto 46">
            <a:extLst>
              <a:ext uri="{FF2B5EF4-FFF2-40B4-BE49-F238E27FC236}">
                <a16:creationId xmlns:a16="http://schemas.microsoft.com/office/drawing/2014/main" id="{2AFB3C10-1F7A-43D8-A5EA-64615D312344}"/>
              </a:ext>
            </a:extLst>
          </p:cNvPr>
          <p:cNvSpPr>
            <a:spLocks noGrp="1"/>
          </p:cNvSpPr>
          <p:nvPr>
            <p:ph type="body" sz="quarter" idx="34" hasCustomPrompt="1"/>
          </p:nvPr>
        </p:nvSpPr>
        <p:spPr>
          <a:xfrm>
            <a:off x="2747747" y="3866616"/>
            <a:ext cx="9126940" cy="1204596"/>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comportamento após consumo total da franquia de dados. Em caso de redução, indicar velocidade a ser configurada.</a:t>
            </a:r>
          </a:p>
        </p:txBody>
      </p:sp>
      <p:sp>
        <p:nvSpPr>
          <p:cNvPr id="62" name="Retângulo 61">
            <a:extLst>
              <a:ext uri="{FF2B5EF4-FFF2-40B4-BE49-F238E27FC236}">
                <a16:creationId xmlns:a16="http://schemas.microsoft.com/office/drawing/2014/main" id="{27111F7E-BF9E-4249-9271-1A9938B41421}"/>
              </a:ext>
            </a:extLst>
          </p:cNvPr>
          <p:cNvSpPr/>
          <p:nvPr userDrawn="1"/>
        </p:nvSpPr>
        <p:spPr>
          <a:xfrm>
            <a:off x="9293278" y="1204022"/>
            <a:ext cx="2581410" cy="244239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dirty="0">
                <a:solidFill>
                  <a:schemeClr val="tx1"/>
                </a:solidFill>
                <a:latin typeface="Arial Narrow" panose="020B0606020202030204" pitchFamily="34" charset="0"/>
              </a:rPr>
              <a:t>RATEIO DA RECEITA *</a:t>
            </a:r>
          </a:p>
        </p:txBody>
      </p:sp>
      <p:sp>
        <p:nvSpPr>
          <p:cNvPr id="63" name="Espaço Reservado para Texto 46">
            <a:extLst>
              <a:ext uri="{FF2B5EF4-FFF2-40B4-BE49-F238E27FC236}">
                <a16:creationId xmlns:a16="http://schemas.microsoft.com/office/drawing/2014/main" id="{5748868E-EE1A-4998-B358-38D3E468360C}"/>
              </a:ext>
            </a:extLst>
          </p:cNvPr>
          <p:cNvSpPr>
            <a:spLocks noGrp="1"/>
          </p:cNvSpPr>
          <p:nvPr>
            <p:ph type="body" sz="quarter" idx="39" hasCustomPrompt="1"/>
          </p:nvPr>
        </p:nvSpPr>
        <p:spPr>
          <a:xfrm>
            <a:off x="9293277" y="1403414"/>
            <a:ext cx="2547191" cy="2241608"/>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Rateio de receita do projeto. Caso necessário insira a planilha rateio de receita no slide de anexos.</a:t>
            </a:r>
          </a:p>
        </p:txBody>
      </p:sp>
      <p:sp>
        <p:nvSpPr>
          <p:cNvPr id="6" name="Triângulo Retângulo 5">
            <a:extLst>
              <a:ext uri="{FF2B5EF4-FFF2-40B4-BE49-F238E27FC236}">
                <a16:creationId xmlns:a16="http://schemas.microsoft.com/office/drawing/2014/main" id="{8DDC1B19-9DE2-44B6-A78E-8BCC6B628E14}"/>
              </a:ext>
            </a:extLst>
          </p:cNvPr>
          <p:cNvSpPr/>
          <p:nvPr userDrawn="1"/>
        </p:nvSpPr>
        <p:spPr>
          <a:xfrm rot="5400000">
            <a:off x="0" y="0"/>
            <a:ext cx="540000" cy="540000"/>
          </a:xfrm>
          <a:prstGeom prst="r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pt-BR"/>
          </a:p>
        </p:txBody>
      </p:sp>
      <p:sp>
        <p:nvSpPr>
          <p:cNvPr id="10" name="Retângulo: Cantos Arredondados 9">
            <a:extLst>
              <a:ext uri="{FF2B5EF4-FFF2-40B4-BE49-F238E27FC236}">
                <a16:creationId xmlns:a16="http://schemas.microsoft.com/office/drawing/2014/main" id="{A279125A-788A-495B-A723-97BCD2AC5D43}"/>
              </a:ext>
            </a:extLst>
          </p:cNvPr>
          <p:cNvSpPr/>
          <p:nvPr userDrawn="1"/>
        </p:nvSpPr>
        <p:spPr>
          <a:xfrm>
            <a:off x="669391" y="179801"/>
            <a:ext cx="526494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MECÂNICA (Cont.)</a:t>
            </a:r>
          </a:p>
        </p:txBody>
      </p:sp>
      <p:sp>
        <p:nvSpPr>
          <p:cNvPr id="25" name="CaixaDeTexto 24">
            <a:extLst>
              <a:ext uri="{FF2B5EF4-FFF2-40B4-BE49-F238E27FC236}">
                <a16:creationId xmlns:a16="http://schemas.microsoft.com/office/drawing/2014/main" id="{149033C3-1B73-4C62-BCC0-CFDC3DEC1D2E}"/>
              </a:ext>
            </a:extLst>
          </p:cNvPr>
          <p:cNvSpPr txBox="1"/>
          <p:nvPr userDrawn="1"/>
        </p:nvSpPr>
        <p:spPr>
          <a:xfrm>
            <a:off x="651864" y="6585753"/>
            <a:ext cx="6459975" cy="261610"/>
          </a:xfrm>
          <a:prstGeom prst="rect">
            <a:avLst/>
          </a:prstGeom>
          <a:noFill/>
        </p:spPr>
        <p:txBody>
          <a:bodyPr wrap="square" lIns="0" rtlCol="0">
            <a:spAutoFit/>
          </a:bodyPr>
          <a:lstStyle/>
          <a:p>
            <a:r>
              <a:rPr lang="pt-BR" sz="1100" i="1" dirty="0">
                <a:solidFill>
                  <a:srgbClr val="0C2340">
                    <a:lumMod val="75000"/>
                    <a:lumOff val="25000"/>
                  </a:srgbClr>
                </a:solidFill>
                <a:latin typeface="Arial Narrow" panose="020B0606020202030204" pitchFamily="34" charset="0"/>
                <a:ea typeface="Times New Roman" panose="02020603050405020304" pitchFamily="18" charset="0"/>
              </a:rPr>
              <a:t>*O rateio deve respeitar a premissa fiscal de até 30%, parte não-</a:t>
            </a:r>
            <a:r>
              <a:rPr lang="pt-BR" sz="1100" i="1" dirty="0" err="1">
                <a:solidFill>
                  <a:srgbClr val="0C2340">
                    <a:lumMod val="75000"/>
                    <a:lumOff val="25000"/>
                  </a:srgbClr>
                </a:solidFill>
                <a:latin typeface="Arial Narrow" panose="020B0606020202030204" pitchFamily="34" charset="0"/>
                <a:ea typeface="Times New Roman" panose="02020603050405020304" pitchFamily="18" charset="0"/>
              </a:rPr>
              <a:t>telecom</a:t>
            </a:r>
            <a:r>
              <a:rPr lang="pt-BR" sz="1100" i="1" dirty="0">
                <a:solidFill>
                  <a:srgbClr val="0C2340">
                    <a:lumMod val="75000"/>
                    <a:lumOff val="25000"/>
                  </a:srgbClr>
                </a:solidFill>
                <a:latin typeface="Arial Narrow" panose="020B0606020202030204" pitchFamily="34" charset="0"/>
                <a:ea typeface="Times New Roman" panose="02020603050405020304" pitchFamily="18" charset="0"/>
              </a:rPr>
              <a:t>, se diferir disso está fora de conformidade.</a:t>
            </a:r>
            <a:endParaRPr lang="pt-BR" sz="1100" dirty="0">
              <a:solidFill>
                <a:srgbClr val="0C2340">
                  <a:lumMod val="75000"/>
                  <a:lumOff val="25000"/>
                </a:srgbClr>
              </a:solidFill>
              <a:latin typeface="Arial Narrow" panose="020B0606020202030204" pitchFamily="34" charset="0"/>
            </a:endParaRPr>
          </a:p>
        </p:txBody>
      </p:sp>
    </p:spTree>
    <p:extLst>
      <p:ext uri="{BB962C8B-B14F-4D97-AF65-F5344CB8AC3E}">
        <p14:creationId xmlns:p14="http://schemas.microsoft.com/office/powerpoint/2010/main" val="235997187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 - PLANO | OFERTA &amp; DESCONTO | BÔNUS | ESTRUTURAL | OUTROS">
    <p:spTree>
      <p:nvGrpSpPr>
        <p:cNvPr id="1" name=""/>
        <p:cNvGrpSpPr/>
        <p:nvPr/>
      </p:nvGrpSpPr>
      <p:grpSpPr>
        <a:xfrm>
          <a:off x="0" y="0"/>
          <a:ext cx="0" cy="0"/>
          <a:chOff x="0" y="0"/>
          <a:chExt cx="0" cy="0"/>
        </a:xfrm>
      </p:grpSpPr>
      <p:sp>
        <p:nvSpPr>
          <p:cNvPr id="18" name="Retângulo 17">
            <a:extLst>
              <a:ext uri="{FF2B5EF4-FFF2-40B4-BE49-F238E27FC236}">
                <a16:creationId xmlns:a16="http://schemas.microsoft.com/office/drawing/2014/main" id="{DEB39DEF-8787-4D58-A392-6442B9BC087F}"/>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9" name="Retângulo: Cantos Superiores Arredondados 8">
            <a:extLst>
              <a:ext uri="{FF2B5EF4-FFF2-40B4-BE49-F238E27FC236}">
                <a16:creationId xmlns:a16="http://schemas.microsoft.com/office/drawing/2014/main" id="{4749333B-E6F0-4FDE-BB4F-308BE95F7B22}"/>
              </a:ext>
            </a:extLst>
          </p:cNvPr>
          <p:cNvSpPr/>
          <p:nvPr userDrawn="1"/>
        </p:nvSpPr>
        <p:spPr>
          <a:xfrm rot="16200000">
            <a:off x="3358808" y="-2357201"/>
            <a:ext cx="5466775" cy="11803720"/>
          </a:xfrm>
          <a:prstGeom prst="round2SameRect">
            <a:avLst>
              <a:gd name="adj1" fmla="val 5299"/>
              <a:gd name="adj2" fmla="val 0"/>
            </a:avLst>
          </a:prstGeom>
          <a:solidFill>
            <a:srgbClr val="0C234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MECÂNICA (CONT.)</a:t>
            </a: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21" name="Retângulo 20">
            <a:extLst>
              <a:ext uri="{FF2B5EF4-FFF2-40B4-BE49-F238E27FC236}">
                <a16:creationId xmlns:a16="http://schemas.microsoft.com/office/drawing/2014/main" id="{8C3FD7AD-FAE2-43A2-A5EF-E5F15D0AAC20}"/>
              </a:ext>
            </a:extLst>
          </p:cNvPr>
          <p:cNvSpPr/>
          <p:nvPr userDrawn="1"/>
        </p:nvSpPr>
        <p:spPr>
          <a:xfrm>
            <a:off x="669391" y="1313648"/>
            <a:ext cx="3474720" cy="457113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COMUNICAÇÃO COM O CLIENTE</a:t>
            </a:r>
          </a:p>
        </p:txBody>
      </p:sp>
      <p:sp>
        <p:nvSpPr>
          <p:cNvPr id="29" name="Retângulo 28">
            <a:extLst>
              <a:ext uri="{FF2B5EF4-FFF2-40B4-BE49-F238E27FC236}">
                <a16:creationId xmlns:a16="http://schemas.microsoft.com/office/drawing/2014/main" id="{4B2984FD-09A2-4E60-A76F-1ACE11B9FD1E}"/>
              </a:ext>
            </a:extLst>
          </p:cNvPr>
          <p:cNvSpPr/>
          <p:nvPr userDrawn="1"/>
        </p:nvSpPr>
        <p:spPr>
          <a:xfrm>
            <a:off x="4315963" y="1313648"/>
            <a:ext cx="3493623" cy="4571128"/>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MECÂNICA DE MIGRAÇÃO MASSIVA</a:t>
            </a:r>
          </a:p>
        </p:txBody>
      </p:sp>
      <p:sp>
        <p:nvSpPr>
          <p:cNvPr id="13" name="Retângulo: Cantos Arredondados 12">
            <a:extLst>
              <a:ext uri="{FF2B5EF4-FFF2-40B4-BE49-F238E27FC236}">
                <a16:creationId xmlns:a16="http://schemas.microsoft.com/office/drawing/2014/main" id="{48580348-3410-42F0-81C8-D3F1409436EE}"/>
              </a:ext>
            </a:extLst>
          </p:cNvPr>
          <p:cNvSpPr/>
          <p:nvPr userDrawn="1"/>
        </p:nvSpPr>
        <p:spPr>
          <a:xfrm>
            <a:off x="669391" y="179801"/>
            <a:ext cx="5626448"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MECÂNICA (Cont.)</a:t>
            </a:r>
          </a:p>
        </p:txBody>
      </p:sp>
      <p:pic>
        <p:nvPicPr>
          <p:cNvPr id="16" name="Immagine 7" descr="secondario_rgb.png">
            <a:extLst>
              <a:ext uri="{FF2B5EF4-FFF2-40B4-BE49-F238E27FC236}">
                <a16:creationId xmlns:a16="http://schemas.microsoft.com/office/drawing/2014/main" id="{70752A57-0946-4B7D-8581-ADD3297EDD1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
        <p:nvSpPr>
          <p:cNvPr id="6" name="Retângulo 5">
            <a:extLst>
              <a:ext uri="{FF2B5EF4-FFF2-40B4-BE49-F238E27FC236}">
                <a16:creationId xmlns:a16="http://schemas.microsoft.com/office/drawing/2014/main" id="{F239B1C9-747D-42B7-8B58-88CFE730BA15}"/>
              </a:ext>
            </a:extLst>
          </p:cNvPr>
          <p:cNvSpPr/>
          <p:nvPr userDrawn="1"/>
        </p:nvSpPr>
        <p:spPr>
          <a:xfrm>
            <a:off x="3392247" y="934580"/>
            <a:ext cx="1847431" cy="273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bg1"/>
                </a:solidFill>
                <a:latin typeface="Arial Narrow" panose="020B0606020202030204" pitchFamily="34" charset="0"/>
              </a:rPr>
              <a:t>COMUNICAÇÃO E MIGRAÇÃO</a:t>
            </a:r>
          </a:p>
        </p:txBody>
      </p:sp>
      <p:sp>
        <p:nvSpPr>
          <p:cNvPr id="33" name="Espaço Reservado para Texto 46">
            <a:extLst>
              <a:ext uri="{FF2B5EF4-FFF2-40B4-BE49-F238E27FC236}">
                <a16:creationId xmlns:a16="http://schemas.microsoft.com/office/drawing/2014/main" id="{0E0F8D81-6BD4-4639-A0E7-EAAF582488BB}"/>
              </a:ext>
            </a:extLst>
          </p:cNvPr>
          <p:cNvSpPr>
            <a:spLocks noGrp="1"/>
          </p:cNvSpPr>
          <p:nvPr>
            <p:ph type="body" sz="quarter" idx="35" hasCustomPrompt="1"/>
          </p:nvPr>
        </p:nvSpPr>
        <p:spPr>
          <a:xfrm>
            <a:off x="669390" y="1524661"/>
            <a:ext cx="3454435" cy="4234693"/>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Fraseologias de régua de relacionamento, notificação de consumo, notificação de ativação de serviço.</a:t>
            </a:r>
          </a:p>
        </p:txBody>
      </p:sp>
      <p:sp>
        <p:nvSpPr>
          <p:cNvPr id="34" name="Espaço Reservado para Texto 46">
            <a:extLst>
              <a:ext uri="{FF2B5EF4-FFF2-40B4-BE49-F238E27FC236}">
                <a16:creationId xmlns:a16="http://schemas.microsoft.com/office/drawing/2014/main" id="{9DAAEC93-48CB-479F-A2A5-82D1982A0D37}"/>
              </a:ext>
            </a:extLst>
          </p:cNvPr>
          <p:cNvSpPr>
            <a:spLocks noGrp="1"/>
          </p:cNvSpPr>
          <p:nvPr>
            <p:ph type="body" sz="quarter" idx="36" hasCustomPrompt="1"/>
          </p:nvPr>
        </p:nvSpPr>
        <p:spPr>
          <a:xfrm>
            <a:off x="4315963" y="1524658"/>
            <a:ext cx="3474720" cy="4234696"/>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Detalhamento de DE &gt; PARA de planos, migração por ciclo de faturamento ou aniversario do plano, comportamento quando há ou não quebra de fidelização, isenção ou não da multa de fidelização, definição de SMS de comunicação.</a:t>
            </a:r>
          </a:p>
        </p:txBody>
      </p:sp>
      <p:sp>
        <p:nvSpPr>
          <p:cNvPr id="23" name="Retângulo 22">
            <a:extLst>
              <a:ext uri="{FF2B5EF4-FFF2-40B4-BE49-F238E27FC236}">
                <a16:creationId xmlns:a16="http://schemas.microsoft.com/office/drawing/2014/main" id="{25ECBECF-8126-4AE4-8F44-651F5588264C}"/>
              </a:ext>
            </a:extLst>
          </p:cNvPr>
          <p:cNvSpPr/>
          <p:nvPr userDrawn="1"/>
        </p:nvSpPr>
        <p:spPr>
          <a:xfrm>
            <a:off x="7962535" y="1313647"/>
            <a:ext cx="3733596" cy="2215819"/>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COMPORTAMENTO EM ROAMING</a:t>
            </a:r>
          </a:p>
        </p:txBody>
      </p:sp>
      <p:sp>
        <p:nvSpPr>
          <p:cNvPr id="24" name="Retângulo 23">
            <a:extLst>
              <a:ext uri="{FF2B5EF4-FFF2-40B4-BE49-F238E27FC236}">
                <a16:creationId xmlns:a16="http://schemas.microsoft.com/office/drawing/2014/main" id="{3C13D400-7459-4459-BCBA-B93BE43B6355}"/>
              </a:ext>
            </a:extLst>
          </p:cNvPr>
          <p:cNvSpPr/>
          <p:nvPr userDrawn="1"/>
        </p:nvSpPr>
        <p:spPr>
          <a:xfrm>
            <a:off x="7962534" y="3684017"/>
            <a:ext cx="3734005" cy="2197038"/>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SAFRA &amp; ENTRESSAFRA</a:t>
            </a:r>
          </a:p>
        </p:txBody>
      </p:sp>
      <p:sp>
        <p:nvSpPr>
          <p:cNvPr id="25" name="Retângulo 24">
            <a:extLst>
              <a:ext uri="{FF2B5EF4-FFF2-40B4-BE49-F238E27FC236}">
                <a16:creationId xmlns:a16="http://schemas.microsoft.com/office/drawing/2014/main" id="{7E7612BC-0A8A-4B6C-9E00-28AE894EEAD8}"/>
              </a:ext>
            </a:extLst>
          </p:cNvPr>
          <p:cNvSpPr/>
          <p:nvPr userDrawn="1"/>
        </p:nvSpPr>
        <p:spPr>
          <a:xfrm>
            <a:off x="9209458" y="946042"/>
            <a:ext cx="1239749" cy="2955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bg1"/>
                </a:solidFill>
                <a:latin typeface="Arial Narrow" panose="020B0606020202030204" pitchFamily="34" charset="0"/>
              </a:rPr>
              <a:t>FUNCIONAMENTO</a:t>
            </a:r>
          </a:p>
        </p:txBody>
      </p:sp>
      <p:sp>
        <p:nvSpPr>
          <p:cNvPr id="26" name="Espaço Reservado para Texto 46">
            <a:extLst>
              <a:ext uri="{FF2B5EF4-FFF2-40B4-BE49-F238E27FC236}">
                <a16:creationId xmlns:a16="http://schemas.microsoft.com/office/drawing/2014/main" id="{42F012C7-6A5B-4869-AB31-D7846281F95E}"/>
              </a:ext>
            </a:extLst>
          </p:cNvPr>
          <p:cNvSpPr>
            <a:spLocks noGrp="1"/>
          </p:cNvSpPr>
          <p:nvPr>
            <p:ph type="body" sz="quarter" idx="37" hasCustomPrompt="1"/>
          </p:nvPr>
        </p:nvSpPr>
        <p:spPr>
          <a:xfrm>
            <a:off x="7962535" y="1516684"/>
            <a:ext cx="3733596" cy="1921591"/>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tarifas e comportamento do produto em cenários de roaming.</a:t>
            </a:r>
          </a:p>
        </p:txBody>
      </p:sp>
      <p:sp>
        <p:nvSpPr>
          <p:cNvPr id="27" name="Espaço Reservado para Texto 46">
            <a:extLst>
              <a:ext uri="{FF2B5EF4-FFF2-40B4-BE49-F238E27FC236}">
                <a16:creationId xmlns:a16="http://schemas.microsoft.com/office/drawing/2014/main" id="{1A61E61F-6618-4141-BF23-E3C51B711E5F}"/>
              </a:ext>
            </a:extLst>
          </p:cNvPr>
          <p:cNvSpPr>
            <a:spLocks noGrp="1"/>
          </p:cNvSpPr>
          <p:nvPr>
            <p:ph type="body" sz="quarter" idx="38" hasCustomPrompt="1"/>
          </p:nvPr>
        </p:nvSpPr>
        <p:spPr>
          <a:xfrm>
            <a:off x="7981438" y="3887985"/>
            <a:ext cx="3727883" cy="1993069"/>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Detalhar comportamento do MSE.</a:t>
            </a:r>
          </a:p>
        </p:txBody>
      </p:sp>
      <p:sp>
        <p:nvSpPr>
          <p:cNvPr id="7" name="Triângulo Retângulo 6">
            <a:extLst>
              <a:ext uri="{FF2B5EF4-FFF2-40B4-BE49-F238E27FC236}">
                <a16:creationId xmlns:a16="http://schemas.microsoft.com/office/drawing/2014/main" id="{AA9852C9-66FF-4CB2-9B3C-7E6BBCBCC3E3}"/>
              </a:ext>
            </a:extLst>
          </p:cNvPr>
          <p:cNvSpPr/>
          <p:nvPr userDrawn="1"/>
        </p:nvSpPr>
        <p:spPr>
          <a:xfrm rot="5400000">
            <a:off x="0" y="0"/>
            <a:ext cx="540000" cy="540000"/>
          </a:xfrm>
          <a:prstGeom prst="r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pt-BR"/>
          </a:p>
        </p:txBody>
      </p:sp>
    </p:spTree>
    <p:extLst>
      <p:ext uri="{BB962C8B-B14F-4D97-AF65-F5344CB8AC3E}">
        <p14:creationId xmlns:p14="http://schemas.microsoft.com/office/powerpoint/2010/main" val="2770175162"/>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 - PRICE UP COM AJUSTES SIMPLES DE BENEFÍCIOS">
    <p:spTree>
      <p:nvGrpSpPr>
        <p:cNvPr id="1" name=""/>
        <p:cNvGrpSpPr/>
        <p:nvPr/>
      </p:nvGrpSpPr>
      <p:grpSpPr>
        <a:xfrm>
          <a:off x="0" y="0"/>
          <a:ext cx="0" cy="0"/>
          <a:chOff x="0" y="0"/>
          <a:chExt cx="0" cy="0"/>
        </a:xfrm>
      </p:grpSpPr>
      <p:sp>
        <p:nvSpPr>
          <p:cNvPr id="16" name="Retângulo 15">
            <a:extLst>
              <a:ext uri="{FF2B5EF4-FFF2-40B4-BE49-F238E27FC236}">
                <a16:creationId xmlns:a16="http://schemas.microsoft.com/office/drawing/2014/main" id="{FDCDF7A0-4401-415A-8F6D-9D5DBF42F408}"/>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6" name="Retângulo: Cantos Superiores Arredondados 5">
            <a:extLst>
              <a:ext uri="{FF2B5EF4-FFF2-40B4-BE49-F238E27FC236}">
                <a16:creationId xmlns:a16="http://schemas.microsoft.com/office/drawing/2014/main" id="{58280137-A574-49A2-B09A-F3051C4607DC}"/>
              </a:ext>
            </a:extLst>
          </p:cNvPr>
          <p:cNvSpPr/>
          <p:nvPr userDrawn="1"/>
        </p:nvSpPr>
        <p:spPr>
          <a:xfrm>
            <a:off x="185030" y="784115"/>
            <a:ext cx="9289241" cy="5576591"/>
          </a:xfrm>
          <a:prstGeom prst="round2SameRect">
            <a:avLst>
              <a:gd name="adj1" fmla="val 5299"/>
              <a:gd name="adj2" fmla="val 0"/>
            </a:avLst>
          </a:prstGeom>
          <a:solidFill>
            <a:srgbClr val="0C234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ELEGIBILIDADE, ABRANGÊNCIA &amp; BENEFÍCIOS</a:t>
            </a: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3128622" y="1387779"/>
            <a:ext cx="6001730" cy="308797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ELEGIBILIDADE</a:t>
            </a:r>
          </a:p>
        </p:txBody>
      </p:sp>
      <p:sp>
        <p:nvSpPr>
          <p:cNvPr id="21" name="Retângulo 20">
            <a:extLst>
              <a:ext uri="{FF2B5EF4-FFF2-40B4-BE49-F238E27FC236}">
                <a16:creationId xmlns:a16="http://schemas.microsoft.com/office/drawing/2014/main" id="{DD161A39-A3E0-4E5A-92CE-86A78AA74BA8}"/>
              </a:ext>
            </a:extLst>
          </p:cNvPr>
          <p:cNvSpPr/>
          <p:nvPr userDrawn="1"/>
        </p:nvSpPr>
        <p:spPr>
          <a:xfrm>
            <a:off x="528812" y="1374130"/>
            <a:ext cx="2435076" cy="31016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ABRANGÊNCIA</a:t>
            </a:r>
          </a:p>
        </p:txBody>
      </p:sp>
      <p:sp>
        <p:nvSpPr>
          <p:cNvPr id="57" name="Espaço Reservado para Texto 46">
            <a:extLst>
              <a:ext uri="{FF2B5EF4-FFF2-40B4-BE49-F238E27FC236}">
                <a16:creationId xmlns:a16="http://schemas.microsoft.com/office/drawing/2014/main" id="{4A727AC1-17EE-44B9-B650-279537D48925}"/>
              </a:ext>
            </a:extLst>
          </p:cNvPr>
          <p:cNvSpPr>
            <a:spLocks noGrp="1"/>
          </p:cNvSpPr>
          <p:nvPr>
            <p:ph type="body" sz="quarter" idx="29" hasCustomPrompt="1"/>
          </p:nvPr>
        </p:nvSpPr>
        <p:spPr>
          <a:xfrm>
            <a:off x="3139025" y="1550926"/>
            <a:ext cx="5991326" cy="2862749"/>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Liste as ofertas, pacotes, planos e plug-ins elegíveis.</a:t>
            </a:r>
          </a:p>
        </p:txBody>
      </p:sp>
      <p:sp>
        <p:nvSpPr>
          <p:cNvPr id="61" name="Espaço Reservado para Texto 46">
            <a:extLst>
              <a:ext uri="{FF2B5EF4-FFF2-40B4-BE49-F238E27FC236}">
                <a16:creationId xmlns:a16="http://schemas.microsoft.com/office/drawing/2014/main" id="{D055E690-5801-4D19-9560-9BC94F807139}"/>
              </a:ext>
            </a:extLst>
          </p:cNvPr>
          <p:cNvSpPr>
            <a:spLocks noGrp="1"/>
          </p:cNvSpPr>
          <p:nvPr>
            <p:ph type="body" sz="quarter" idx="32" hasCustomPrompt="1"/>
          </p:nvPr>
        </p:nvSpPr>
        <p:spPr>
          <a:xfrm>
            <a:off x="527265" y="1546715"/>
            <a:ext cx="2411352" cy="2866959"/>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Indique o tipo de produto: “Pós Fatura”, “Express”, “Controle Fatura” etc. Indique se será Nacional ou listar </a:t>
            </a:r>
            <a:r>
              <a:rPr lang="pt-BR" err="1"/>
              <a:t>UFs</a:t>
            </a:r>
            <a:r>
              <a:rPr lang="pt-BR"/>
              <a:t> e/ou listar </a:t>
            </a:r>
            <a:r>
              <a:rPr lang="pt-BR" err="1"/>
              <a:t>DDDs</a:t>
            </a:r>
            <a:r>
              <a:rPr lang="pt-BR"/>
              <a:t>.</a:t>
            </a:r>
          </a:p>
          <a:p>
            <a:pPr lvl="0"/>
            <a:endParaRPr lang="pt-BR"/>
          </a:p>
        </p:txBody>
      </p:sp>
      <p:sp>
        <p:nvSpPr>
          <p:cNvPr id="53" name="Retângulo: Cantos Superiores Arredondados 52">
            <a:extLst>
              <a:ext uri="{FF2B5EF4-FFF2-40B4-BE49-F238E27FC236}">
                <a16:creationId xmlns:a16="http://schemas.microsoft.com/office/drawing/2014/main" id="{4EBFBF02-6262-42FB-81CF-9C5210B1CE2D}"/>
              </a:ext>
            </a:extLst>
          </p:cNvPr>
          <p:cNvSpPr/>
          <p:nvPr userDrawn="1"/>
        </p:nvSpPr>
        <p:spPr>
          <a:xfrm>
            <a:off x="9562114" y="784116"/>
            <a:ext cx="2432276" cy="5576598"/>
          </a:xfrm>
          <a:prstGeom prst="round2SameRect">
            <a:avLst>
              <a:gd name="adj1" fmla="val 5299"/>
              <a:gd name="adj2" fmla="val 0"/>
            </a:avLst>
          </a:prstGeom>
          <a:solidFill>
            <a:schemeClr val="accent1">
              <a:lumMod val="90000"/>
              <a:lumOff val="10000"/>
            </a:schemeClr>
          </a:solidFill>
          <a:ln>
            <a:solidFill>
              <a:schemeClr val="tx1">
                <a:lumMod val="90000"/>
                <a:lumOff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pt-BR" sz="1400" b="1">
              <a:latin typeface="Arial Narrow" panose="020B0606020202030204" pitchFamily="34" charset="0"/>
            </a:endParaRPr>
          </a:p>
        </p:txBody>
      </p:sp>
      <p:sp>
        <p:nvSpPr>
          <p:cNvPr id="58" name="Retângulo 57">
            <a:extLst>
              <a:ext uri="{FF2B5EF4-FFF2-40B4-BE49-F238E27FC236}">
                <a16:creationId xmlns:a16="http://schemas.microsoft.com/office/drawing/2014/main" id="{5609B875-E934-4FB4-B0DF-05983E6A060B}"/>
              </a:ext>
            </a:extLst>
          </p:cNvPr>
          <p:cNvSpPr/>
          <p:nvPr userDrawn="1"/>
        </p:nvSpPr>
        <p:spPr>
          <a:xfrm>
            <a:off x="9698279" y="1064525"/>
            <a:ext cx="2161493" cy="509338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INTEGRAÇÕES</a:t>
            </a:r>
          </a:p>
        </p:txBody>
      </p:sp>
      <p:sp>
        <p:nvSpPr>
          <p:cNvPr id="72" name="Espaço Reservado para Texto 46">
            <a:extLst>
              <a:ext uri="{FF2B5EF4-FFF2-40B4-BE49-F238E27FC236}">
                <a16:creationId xmlns:a16="http://schemas.microsoft.com/office/drawing/2014/main" id="{622467D4-C991-47CF-904B-2836338EB2E4}"/>
              </a:ext>
            </a:extLst>
          </p:cNvPr>
          <p:cNvSpPr>
            <a:spLocks noGrp="1"/>
          </p:cNvSpPr>
          <p:nvPr>
            <p:ph type="body" sz="quarter" idx="37" hasCustomPrompt="1"/>
          </p:nvPr>
        </p:nvSpPr>
        <p:spPr>
          <a:xfrm>
            <a:off x="9698279" y="1313220"/>
            <a:ext cx="2159946" cy="4760664"/>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lvl="0"/>
            <a:r>
              <a:rPr lang="pt-BR"/>
              <a:t>Identifique as integrações desta solução, planos vs ofertas, sistemas internos, e áreas externa. Envolvimento Digital, envolvimento M4U, RTD…</a:t>
            </a: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2" name="Retângulo: Cantos Arredondados 11">
            <a:extLst>
              <a:ext uri="{FF2B5EF4-FFF2-40B4-BE49-F238E27FC236}">
                <a16:creationId xmlns:a16="http://schemas.microsoft.com/office/drawing/2014/main" id="{260BA979-0861-4B17-930C-F81B87704136}"/>
              </a:ext>
            </a:extLst>
          </p:cNvPr>
          <p:cNvSpPr/>
          <p:nvPr userDrawn="1"/>
        </p:nvSpPr>
        <p:spPr>
          <a:xfrm>
            <a:off x="669391" y="179801"/>
            <a:ext cx="391567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DESCRIÇÃO DO PRODUTO</a:t>
            </a:r>
          </a:p>
        </p:txBody>
      </p:sp>
      <p:pic>
        <p:nvPicPr>
          <p:cNvPr id="13" name="Immagine 7" descr="secondario_rgb.png">
            <a:extLst>
              <a:ext uri="{FF2B5EF4-FFF2-40B4-BE49-F238E27FC236}">
                <a16:creationId xmlns:a16="http://schemas.microsoft.com/office/drawing/2014/main" id="{61BB58BA-EA86-4B6A-9A5D-BB268445A07E}"/>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
        <p:nvSpPr>
          <p:cNvPr id="19" name="Retângulo 18">
            <a:extLst>
              <a:ext uri="{FF2B5EF4-FFF2-40B4-BE49-F238E27FC236}">
                <a16:creationId xmlns:a16="http://schemas.microsoft.com/office/drawing/2014/main" id="{3B4398F9-A5DE-4E3D-8386-115AE934D275}"/>
              </a:ext>
            </a:extLst>
          </p:cNvPr>
          <p:cNvSpPr/>
          <p:nvPr userDrawn="1"/>
        </p:nvSpPr>
        <p:spPr>
          <a:xfrm>
            <a:off x="538018" y="4620477"/>
            <a:ext cx="8592333" cy="15374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BENEFÍCIOS</a:t>
            </a:r>
          </a:p>
        </p:txBody>
      </p:sp>
      <p:sp>
        <p:nvSpPr>
          <p:cNvPr id="125" name="Espaço Reservado para Texto 46">
            <a:extLst>
              <a:ext uri="{FF2B5EF4-FFF2-40B4-BE49-F238E27FC236}">
                <a16:creationId xmlns:a16="http://schemas.microsoft.com/office/drawing/2014/main" id="{E3CC9B98-D92E-4C26-99A6-E434908832F4}"/>
              </a:ext>
            </a:extLst>
          </p:cNvPr>
          <p:cNvSpPr>
            <a:spLocks noGrp="1"/>
          </p:cNvSpPr>
          <p:nvPr>
            <p:ph type="body" sz="quarter" idx="82" hasCustomPrompt="1"/>
          </p:nvPr>
        </p:nvSpPr>
        <p:spPr>
          <a:xfrm>
            <a:off x="538019" y="4816293"/>
            <a:ext cx="8592332" cy="1257591"/>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Descrição dos Benefícios que serão disponibilizados (benefícios core, serviços VAS, Zero Rating).</a:t>
            </a:r>
          </a:p>
        </p:txBody>
      </p:sp>
      <p:sp>
        <p:nvSpPr>
          <p:cNvPr id="4" name="Triângulo Retângulo 3">
            <a:extLst>
              <a:ext uri="{FF2B5EF4-FFF2-40B4-BE49-F238E27FC236}">
                <a16:creationId xmlns:a16="http://schemas.microsoft.com/office/drawing/2014/main" id="{688AFB0F-F2D8-43B5-B458-B517941C7992}"/>
              </a:ext>
            </a:extLst>
          </p:cNvPr>
          <p:cNvSpPr/>
          <p:nvPr userDrawn="1"/>
        </p:nvSpPr>
        <p:spPr>
          <a:xfrm rot="5400000">
            <a:off x="0" y="0"/>
            <a:ext cx="540000" cy="540000"/>
          </a:xfrm>
          <a:prstGeom prst="r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pt-BR"/>
          </a:p>
        </p:txBody>
      </p:sp>
    </p:spTree>
    <p:extLst>
      <p:ext uri="{BB962C8B-B14F-4D97-AF65-F5344CB8AC3E}">
        <p14:creationId xmlns:p14="http://schemas.microsoft.com/office/powerpoint/2010/main" val="676700810"/>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 - PRICE UP COM AJUSTES SIMPLES DE BENEFÍCIOS">
    <p:spTree>
      <p:nvGrpSpPr>
        <p:cNvPr id="1" name=""/>
        <p:cNvGrpSpPr/>
        <p:nvPr/>
      </p:nvGrpSpPr>
      <p:grpSpPr>
        <a:xfrm>
          <a:off x="0" y="0"/>
          <a:ext cx="0" cy="0"/>
          <a:chOff x="0" y="0"/>
          <a:chExt cx="0" cy="0"/>
        </a:xfrm>
      </p:grpSpPr>
      <p:sp>
        <p:nvSpPr>
          <p:cNvPr id="151" name="Retângulo 150">
            <a:extLst>
              <a:ext uri="{FF2B5EF4-FFF2-40B4-BE49-F238E27FC236}">
                <a16:creationId xmlns:a16="http://schemas.microsoft.com/office/drawing/2014/main" id="{94539554-914F-4EF9-A710-8F87D8165A97}"/>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6" name="Retângulo: Cantos Superiores Arredondados 5">
            <a:extLst>
              <a:ext uri="{FF2B5EF4-FFF2-40B4-BE49-F238E27FC236}">
                <a16:creationId xmlns:a16="http://schemas.microsoft.com/office/drawing/2014/main" id="{58280137-A574-49A2-B09A-F3051C4607DC}"/>
              </a:ext>
            </a:extLst>
          </p:cNvPr>
          <p:cNvSpPr/>
          <p:nvPr userDrawn="1"/>
        </p:nvSpPr>
        <p:spPr>
          <a:xfrm rot="16200000">
            <a:off x="4053937" y="-3073666"/>
            <a:ext cx="4079967" cy="11811697"/>
          </a:xfrm>
          <a:prstGeom prst="round2SameRect">
            <a:avLst>
              <a:gd name="adj1" fmla="val 5299"/>
              <a:gd name="adj2" fmla="val 0"/>
            </a:avLst>
          </a:prstGeom>
          <a:solidFill>
            <a:srgbClr val="0C234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JORNADA</a:t>
            </a:r>
          </a:p>
        </p:txBody>
      </p:sp>
      <p:sp>
        <p:nvSpPr>
          <p:cNvPr id="8" name="Retângulo 7">
            <a:extLst>
              <a:ext uri="{FF2B5EF4-FFF2-40B4-BE49-F238E27FC236}">
                <a16:creationId xmlns:a16="http://schemas.microsoft.com/office/drawing/2014/main" id="{F15D39CB-0F44-483B-A389-5DA1C4CD28B2}"/>
              </a:ext>
            </a:extLst>
          </p:cNvPr>
          <p:cNvSpPr/>
          <p:nvPr userDrawn="1"/>
        </p:nvSpPr>
        <p:spPr>
          <a:xfrm>
            <a:off x="669390" y="960063"/>
            <a:ext cx="11226701" cy="38143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9" name="Retângulo: Cantos Superiores Arredondados 8">
            <a:extLst>
              <a:ext uri="{FF2B5EF4-FFF2-40B4-BE49-F238E27FC236}">
                <a16:creationId xmlns:a16="http://schemas.microsoft.com/office/drawing/2014/main" id="{4749333B-E6F0-4FDE-BB4F-308BE95F7B22}"/>
              </a:ext>
            </a:extLst>
          </p:cNvPr>
          <p:cNvSpPr/>
          <p:nvPr userDrawn="1"/>
        </p:nvSpPr>
        <p:spPr>
          <a:xfrm rot="16200000">
            <a:off x="5388566" y="-250252"/>
            <a:ext cx="1410712" cy="11811696"/>
          </a:xfrm>
          <a:prstGeom prst="round2SameRect">
            <a:avLst>
              <a:gd name="adj1" fmla="val 5299"/>
              <a:gd name="adj2" fmla="val 0"/>
            </a:avLst>
          </a:prstGeom>
          <a:solidFill>
            <a:srgbClr val="CC000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NOTAS</a:t>
            </a:r>
          </a:p>
        </p:txBody>
      </p:sp>
      <p:sp>
        <p:nvSpPr>
          <p:cNvPr id="10" name="Retângulo 9">
            <a:extLst>
              <a:ext uri="{FF2B5EF4-FFF2-40B4-BE49-F238E27FC236}">
                <a16:creationId xmlns:a16="http://schemas.microsoft.com/office/drawing/2014/main" id="{6CB08043-A7E9-4C72-AEAE-6B31C0E6D307}"/>
              </a:ext>
            </a:extLst>
          </p:cNvPr>
          <p:cNvSpPr/>
          <p:nvPr userDrawn="1"/>
        </p:nvSpPr>
        <p:spPr>
          <a:xfrm>
            <a:off x="635443" y="5057895"/>
            <a:ext cx="11260647" cy="1207937"/>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endParaRPr lang="pt-BR" sz="1100" b="1">
              <a:solidFill>
                <a:schemeClr val="tx1"/>
              </a:solidFill>
              <a:latin typeface="Arial Narrow" panose="020B0606020202030204" pitchFamily="34" charset="0"/>
            </a:endParaRPr>
          </a:p>
        </p:txBody>
      </p:sp>
      <p:sp>
        <p:nvSpPr>
          <p:cNvPr id="47" name="Espaço Reservado para Texto 46">
            <a:extLst>
              <a:ext uri="{FF2B5EF4-FFF2-40B4-BE49-F238E27FC236}">
                <a16:creationId xmlns:a16="http://schemas.microsoft.com/office/drawing/2014/main" id="{FD3EC130-71A3-4631-982F-82143E912156}"/>
              </a:ext>
            </a:extLst>
          </p:cNvPr>
          <p:cNvSpPr>
            <a:spLocks noGrp="1"/>
          </p:cNvSpPr>
          <p:nvPr>
            <p:ph type="body" sz="quarter" idx="21" hasCustomPrompt="1"/>
          </p:nvPr>
        </p:nvSpPr>
        <p:spPr>
          <a:xfrm>
            <a:off x="669390" y="5057895"/>
            <a:ext cx="11226700" cy="1207937"/>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Insira todas as observações que considerar importantes para o melhor entendimento da jornada desenhada acima.</a:t>
            </a: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47" name="Retângulo: Cantos Arredondados 146">
            <a:extLst>
              <a:ext uri="{FF2B5EF4-FFF2-40B4-BE49-F238E27FC236}">
                <a16:creationId xmlns:a16="http://schemas.microsoft.com/office/drawing/2014/main" id="{9229C4AE-376F-4605-8153-F8723D076920}"/>
              </a:ext>
            </a:extLst>
          </p:cNvPr>
          <p:cNvSpPr/>
          <p:nvPr userDrawn="1"/>
        </p:nvSpPr>
        <p:spPr>
          <a:xfrm>
            <a:off x="669391" y="179801"/>
            <a:ext cx="391567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MACRO JORNADA</a:t>
            </a:r>
          </a:p>
        </p:txBody>
      </p:sp>
      <p:pic>
        <p:nvPicPr>
          <p:cNvPr id="149" name="Immagine 7" descr="secondario_rgb.png">
            <a:extLst>
              <a:ext uri="{FF2B5EF4-FFF2-40B4-BE49-F238E27FC236}">
                <a16:creationId xmlns:a16="http://schemas.microsoft.com/office/drawing/2014/main" id="{E5C6C0CA-158B-4838-AA4D-78D04351509F}"/>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
        <p:nvSpPr>
          <p:cNvPr id="7" name="Triângulo Retângulo 6">
            <a:extLst>
              <a:ext uri="{FF2B5EF4-FFF2-40B4-BE49-F238E27FC236}">
                <a16:creationId xmlns:a16="http://schemas.microsoft.com/office/drawing/2014/main" id="{1423CBC6-1E20-4601-B786-25F38D5611C4}"/>
              </a:ext>
            </a:extLst>
          </p:cNvPr>
          <p:cNvSpPr/>
          <p:nvPr userDrawn="1"/>
        </p:nvSpPr>
        <p:spPr>
          <a:xfrm rot="5400000">
            <a:off x="0" y="0"/>
            <a:ext cx="540000" cy="540000"/>
          </a:xfrm>
          <a:prstGeom prst="r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pt-BR"/>
          </a:p>
        </p:txBody>
      </p:sp>
    </p:spTree>
    <p:extLst>
      <p:ext uri="{BB962C8B-B14F-4D97-AF65-F5344CB8AC3E}">
        <p14:creationId xmlns:p14="http://schemas.microsoft.com/office/powerpoint/2010/main" val="1004979536"/>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3 - PRICE UP COM AJUSTES SIMPLES DE BENEFÍCIOS">
    <p:spTree>
      <p:nvGrpSpPr>
        <p:cNvPr id="1" name=""/>
        <p:cNvGrpSpPr/>
        <p:nvPr/>
      </p:nvGrpSpPr>
      <p:grpSpPr>
        <a:xfrm>
          <a:off x="0" y="0"/>
          <a:ext cx="0" cy="0"/>
          <a:chOff x="0" y="0"/>
          <a:chExt cx="0" cy="0"/>
        </a:xfrm>
      </p:grpSpPr>
      <p:sp>
        <p:nvSpPr>
          <p:cNvPr id="18" name="Retângulo 17">
            <a:extLst>
              <a:ext uri="{FF2B5EF4-FFF2-40B4-BE49-F238E27FC236}">
                <a16:creationId xmlns:a16="http://schemas.microsoft.com/office/drawing/2014/main" id="{DEB39DEF-8787-4D58-A392-6442B9BC087F}"/>
              </a:ext>
            </a:extLst>
          </p:cNvPr>
          <p:cNvSpPr/>
          <p:nvPr userDrawn="1"/>
        </p:nvSpPr>
        <p:spPr>
          <a:xfrm>
            <a:off x="-1803" y="0"/>
            <a:ext cx="12186135" cy="6858000"/>
          </a:xfrm>
          <a:prstGeom prst="rect">
            <a:avLst/>
          </a:prstGeom>
          <a:solidFill>
            <a:schemeClr val="accent1">
              <a:lumMod val="10000"/>
              <a:lumOff val="90000"/>
              <a:alpha val="47000"/>
            </a:schemeClr>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pt-BR"/>
          </a:p>
        </p:txBody>
      </p:sp>
      <p:sp>
        <p:nvSpPr>
          <p:cNvPr id="9" name="Retângulo: Cantos Superiores Arredondados 8">
            <a:extLst>
              <a:ext uri="{FF2B5EF4-FFF2-40B4-BE49-F238E27FC236}">
                <a16:creationId xmlns:a16="http://schemas.microsoft.com/office/drawing/2014/main" id="{4749333B-E6F0-4FDE-BB4F-308BE95F7B22}"/>
              </a:ext>
            </a:extLst>
          </p:cNvPr>
          <p:cNvSpPr/>
          <p:nvPr userDrawn="1"/>
        </p:nvSpPr>
        <p:spPr>
          <a:xfrm rot="16200000">
            <a:off x="3306353" y="-2326750"/>
            <a:ext cx="5571685" cy="11803720"/>
          </a:xfrm>
          <a:prstGeom prst="round2SameRect">
            <a:avLst>
              <a:gd name="adj1" fmla="val 5299"/>
              <a:gd name="adj2" fmla="val 0"/>
            </a:avLst>
          </a:prstGeom>
          <a:solidFill>
            <a:srgbClr val="0C2340"/>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pt-BR" sz="1400" b="1">
                <a:latin typeface="Arial Narrow" panose="020B0606020202030204" pitchFamily="34" charset="0"/>
              </a:rPr>
              <a:t>MECÂNICA</a:t>
            </a:r>
          </a:p>
        </p:txBody>
      </p:sp>
      <p:sp>
        <p:nvSpPr>
          <p:cNvPr id="2" name="object 30">
            <a:extLst>
              <a:ext uri="{FF2B5EF4-FFF2-40B4-BE49-F238E27FC236}">
                <a16:creationId xmlns:a16="http://schemas.microsoft.com/office/drawing/2014/main" id="{6E03CB0B-4650-4D36-936E-D43188C45A1E}"/>
              </a:ext>
            </a:extLst>
          </p:cNvPr>
          <p:cNvSpPr/>
          <p:nvPr userDrawn="1"/>
        </p:nvSpPr>
        <p:spPr>
          <a:xfrm>
            <a:off x="669391" y="6584438"/>
            <a:ext cx="5059385" cy="0"/>
          </a:xfrm>
          <a:custGeom>
            <a:avLst/>
            <a:gdLst/>
            <a:ahLst/>
            <a:cxnLst/>
            <a:rect l="l" t="t" r="r" b="b"/>
            <a:pathLst>
              <a:path w="3807460">
                <a:moveTo>
                  <a:pt x="0" y="0"/>
                </a:moveTo>
                <a:lnTo>
                  <a:pt x="3807002"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sp>
        <p:nvSpPr>
          <p:cNvPr id="3" name="object 31">
            <a:extLst>
              <a:ext uri="{FF2B5EF4-FFF2-40B4-BE49-F238E27FC236}">
                <a16:creationId xmlns:a16="http://schemas.microsoft.com/office/drawing/2014/main" id="{B6C71B25-4EDE-44F4-A72A-806051C316A8}"/>
              </a:ext>
            </a:extLst>
          </p:cNvPr>
          <p:cNvSpPr/>
          <p:nvPr userDrawn="1"/>
        </p:nvSpPr>
        <p:spPr>
          <a:xfrm>
            <a:off x="6469214" y="6584438"/>
            <a:ext cx="4722923" cy="0"/>
          </a:xfrm>
          <a:custGeom>
            <a:avLst/>
            <a:gdLst/>
            <a:ahLst/>
            <a:cxnLst/>
            <a:rect l="l" t="t" r="r" b="b"/>
            <a:pathLst>
              <a:path w="3402965">
                <a:moveTo>
                  <a:pt x="0" y="0"/>
                </a:moveTo>
                <a:lnTo>
                  <a:pt x="3402431" y="0"/>
                </a:lnTo>
              </a:path>
            </a:pathLst>
          </a:custGeom>
          <a:ln w="3175">
            <a:solidFill>
              <a:srgbClr val="FF0000"/>
            </a:solidFill>
          </a:ln>
        </p:spPr>
        <p:txBody>
          <a:bodyPr wrap="square" lIns="0" tIns="0" rIns="0" bIns="0" rtlCol="0"/>
          <a:lstStyle/>
          <a:p>
            <a:pPr marL="0" marR="0" lvl="0" indent="0" algn="l" defTabSz="914361"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C2340"/>
              </a:solidFill>
              <a:effectLst/>
              <a:uLnTx/>
              <a:uFillTx/>
              <a:latin typeface="FS Elliot Pro" panose="02000503040000020004"/>
              <a:ea typeface="+mn-ea"/>
              <a:cs typeface="+mn-cs"/>
            </a:endParaRPr>
          </a:p>
        </p:txBody>
      </p:sp>
      <p:pic>
        <p:nvPicPr>
          <p:cNvPr id="4" name="Imagem 3">
            <a:extLst>
              <a:ext uri="{FF2B5EF4-FFF2-40B4-BE49-F238E27FC236}">
                <a16:creationId xmlns:a16="http://schemas.microsoft.com/office/drawing/2014/main" id="{1FC4ECF3-ABC0-4477-97EF-77D71DD221A3}"/>
              </a:ext>
            </a:extLst>
          </p:cNvPr>
          <p:cNvPicPr>
            <a:picLocks noChangeAspect="1"/>
          </p:cNvPicPr>
          <p:nvPr userDrawn="1"/>
        </p:nvPicPr>
        <p:blipFill>
          <a:blip r:embed="rId2"/>
          <a:srcRect/>
          <a:stretch/>
        </p:blipFill>
        <p:spPr>
          <a:xfrm>
            <a:off x="255313" y="6480194"/>
            <a:ext cx="256801" cy="208487"/>
          </a:xfrm>
          <a:prstGeom prst="rect">
            <a:avLst/>
          </a:prstGeom>
        </p:spPr>
      </p:pic>
      <p:pic>
        <p:nvPicPr>
          <p:cNvPr id="5" name="Immagine 7" descr="secondario_rgb.png">
            <a:extLst>
              <a:ext uri="{FF2B5EF4-FFF2-40B4-BE49-F238E27FC236}">
                <a16:creationId xmlns:a16="http://schemas.microsoft.com/office/drawing/2014/main" id="{570358C4-05CB-4D36-B245-9CFF625301EB}"/>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1324415" y="6492417"/>
            <a:ext cx="571677" cy="151357"/>
          </a:xfrm>
          <a:prstGeom prst="rect">
            <a:avLst/>
          </a:prstGeom>
        </p:spPr>
      </p:pic>
      <p:sp>
        <p:nvSpPr>
          <p:cNvPr id="32" name="Segnaposto numero diapositiva 1">
            <a:extLst>
              <a:ext uri="{FF2B5EF4-FFF2-40B4-BE49-F238E27FC236}">
                <a16:creationId xmlns:a16="http://schemas.microsoft.com/office/drawing/2014/main" id="{90FD4529-34F4-40C3-8716-DD29A98951B9}"/>
              </a:ext>
            </a:extLst>
          </p:cNvPr>
          <p:cNvSpPr txBox="1">
            <a:spLocks/>
          </p:cNvSpPr>
          <p:nvPr userDrawn="1"/>
        </p:nvSpPr>
        <p:spPr>
          <a:xfrm>
            <a:off x="5934333" y="6429413"/>
            <a:ext cx="361506" cy="491240"/>
          </a:xfrm>
          <a:prstGeom prst="rect">
            <a:avLst/>
          </a:prstGeom>
        </p:spPr>
        <p:txBody>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fld id="{9C18EA95-C3D3-214C-9452-EF8527DBCD86}" type="slidenum">
              <a:rPr kumimoji="0" lang="it-IT" sz="1100" b="0" i="0" u="none" strike="noStrike" kern="1200" cap="none" spc="0" normalizeH="0" baseline="0" noProof="0" smtClean="0">
                <a:ln>
                  <a:noFill/>
                </a:ln>
                <a:solidFill>
                  <a:srgbClr val="0C2340"/>
                </a:solidFill>
                <a:effectLst/>
                <a:uLnTx/>
                <a:uFillTx/>
                <a:latin typeface="Arial" panose="020B0604020202020204" pitchFamily="34" charset="0"/>
                <a:ea typeface="+mn-ea"/>
                <a:cs typeface="Arial" panose="020B0604020202020204" pitchFamily="34" charset="0"/>
              </a:rPr>
              <a:pPr marL="0" marR="0" lvl="0" indent="0" algn="l" defTabSz="914400" rtl="0" eaLnBrk="1" fontAlgn="auto" latinLnBrk="0" hangingPunct="1">
                <a:lnSpc>
                  <a:spcPct val="100000"/>
                </a:lnSpc>
                <a:spcBef>
                  <a:spcPts val="0"/>
                </a:spcBef>
                <a:spcAft>
                  <a:spcPts val="0"/>
                </a:spcAft>
                <a:buClrTx/>
                <a:buSzTx/>
                <a:buFontTx/>
                <a:buNone/>
                <a:tabLst/>
                <a:defRPr/>
              </a:pPr>
              <a:t>‹#›</a:t>
            </a:fld>
            <a:endParaRPr kumimoji="0" lang="it-IT" sz="1100" b="0" i="0" u="none" strike="noStrike" kern="1200" cap="none" spc="0" normalizeH="0" baseline="0" noProof="0">
              <a:ln>
                <a:noFill/>
              </a:ln>
              <a:solidFill>
                <a:srgbClr val="0C2340"/>
              </a:solidFill>
              <a:effectLst/>
              <a:uLnTx/>
              <a:uFillTx/>
              <a:latin typeface="Arial" panose="020B0604020202020204" pitchFamily="34" charset="0"/>
              <a:ea typeface="+mn-ea"/>
              <a:cs typeface="Arial" panose="020B0604020202020204" pitchFamily="34" charset="0"/>
            </a:endParaRPr>
          </a:p>
        </p:txBody>
      </p:sp>
      <p:sp>
        <p:nvSpPr>
          <p:cNvPr id="14" name="Retângulo 13">
            <a:extLst>
              <a:ext uri="{FF2B5EF4-FFF2-40B4-BE49-F238E27FC236}">
                <a16:creationId xmlns:a16="http://schemas.microsoft.com/office/drawing/2014/main" id="{07507D49-513C-44AB-9D4A-0E2B0DA6E53F}"/>
              </a:ext>
            </a:extLst>
          </p:cNvPr>
          <p:cNvSpPr/>
          <p:nvPr userDrawn="1"/>
        </p:nvSpPr>
        <p:spPr>
          <a:xfrm>
            <a:off x="661010" y="5201969"/>
            <a:ext cx="2048546" cy="92577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TAXA DE ADESÃO</a:t>
            </a:r>
          </a:p>
        </p:txBody>
      </p:sp>
      <p:sp>
        <p:nvSpPr>
          <p:cNvPr id="17" name="Retângulo 16">
            <a:extLst>
              <a:ext uri="{FF2B5EF4-FFF2-40B4-BE49-F238E27FC236}">
                <a16:creationId xmlns:a16="http://schemas.microsoft.com/office/drawing/2014/main" id="{50F1521F-1B73-4555-AEC1-14CA38940E78}"/>
              </a:ext>
            </a:extLst>
          </p:cNvPr>
          <p:cNvSpPr/>
          <p:nvPr userDrawn="1"/>
        </p:nvSpPr>
        <p:spPr>
          <a:xfrm>
            <a:off x="671251" y="1199563"/>
            <a:ext cx="2038305" cy="3932390"/>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dirty="0">
                <a:solidFill>
                  <a:schemeClr val="tx1"/>
                </a:solidFill>
                <a:latin typeface="Arial Narrow" panose="020B0606020202030204" pitchFamily="34" charset="0"/>
              </a:rPr>
              <a:t>TARIFAS &amp; VALORES *</a:t>
            </a:r>
          </a:p>
        </p:txBody>
      </p:sp>
      <p:sp>
        <p:nvSpPr>
          <p:cNvPr id="35" name="Retângulo 34">
            <a:extLst>
              <a:ext uri="{FF2B5EF4-FFF2-40B4-BE49-F238E27FC236}">
                <a16:creationId xmlns:a16="http://schemas.microsoft.com/office/drawing/2014/main" id="{9C83FDCC-A046-4B83-BC95-72EF7415B618}"/>
              </a:ext>
            </a:extLst>
          </p:cNvPr>
          <p:cNvSpPr/>
          <p:nvPr userDrawn="1"/>
        </p:nvSpPr>
        <p:spPr>
          <a:xfrm>
            <a:off x="813141" y="879074"/>
            <a:ext cx="2385942" cy="22157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bg1"/>
                </a:solidFill>
                <a:latin typeface="Arial Narrow" panose="020B0606020202030204" pitchFamily="34" charset="0"/>
              </a:rPr>
              <a:t>CONCEITOS FINANCEIROS </a:t>
            </a:r>
          </a:p>
        </p:txBody>
      </p:sp>
      <p:sp>
        <p:nvSpPr>
          <p:cNvPr id="37" name="Retângulo 36">
            <a:extLst>
              <a:ext uri="{FF2B5EF4-FFF2-40B4-BE49-F238E27FC236}">
                <a16:creationId xmlns:a16="http://schemas.microsoft.com/office/drawing/2014/main" id="{FE45A8AD-BC01-47CE-B423-7E52D6038CB8}"/>
              </a:ext>
            </a:extLst>
          </p:cNvPr>
          <p:cNvSpPr/>
          <p:nvPr userDrawn="1"/>
        </p:nvSpPr>
        <p:spPr>
          <a:xfrm>
            <a:off x="1012529" y="381170"/>
            <a:ext cx="1633940" cy="32771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bg1"/>
                </a:solidFill>
                <a:latin typeface="Arial Narrow" panose="020B0606020202030204" pitchFamily="34" charset="0"/>
              </a:rPr>
              <a:t>CONCEITOS FINACEIROS</a:t>
            </a:r>
          </a:p>
        </p:txBody>
      </p:sp>
      <p:sp>
        <p:nvSpPr>
          <p:cNvPr id="41" name="Retângulo 40">
            <a:extLst>
              <a:ext uri="{FF2B5EF4-FFF2-40B4-BE49-F238E27FC236}">
                <a16:creationId xmlns:a16="http://schemas.microsoft.com/office/drawing/2014/main" id="{418FAA32-D8C1-4A1F-846F-65F74E8481A0}"/>
              </a:ext>
            </a:extLst>
          </p:cNvPr>
          <p:cNvSpPr/>
          <p:nvPr userDrawn="1"/>
        </p:nvSpPr>
        <p:spPr>
          <a:xfrm>
            <a:off x="9162904" y="863860"/>
            <a:ext cx="1239749" cy="29551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bg1"/>
                </a:solidFill>
                <a:latin typeface="Arial Narrow" panose="020B0606020202030204" pitchFamily="34" charset="0"/>
              </a:rPr>
              <a:t>FUNCIONAMENTO</a:t>
            </a:r>
          </a:p>
        </p:txBody>
      </p:sp>
      <p:sp>
        <p:nvSpPr>
          <p:cNvPr id="13" name="Retângulo: Cantos Arredondados 12">
            <a:extLst>
              <a:ext uri="{FF2B5EF4-FFF2-40B4-BE49-F238E27FC236}">
                <a16:creationId xmlns:a16="http://schemas.microsoft.com/office/drawing/2014/main" id="{48580348-3410-42F0-81C8-D3F1409436EE}"/>
              </a:ext>
            </a:extLst>
          </p:cNvPr>
          <p:cNvSpPr/>
          <p:nvPr userDrawn="1"/>
        </p:nvSpPr>
        <p:spPr>
          <a:xfrm>
            <a:off x="669391" y="179801"/>
            <a:ext cx="5264942" cy="51055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2400" b="1">
                <a:solidFill>
                  <a:schemeClr val="tx1"/>
                </a:solidFill>
                <a:latin typeface="Arial Narrow" panose="020B0606020202030204" pitchFamily="34" charset="0"/>
              </a:rPr>
              <a:t>MECÂNICA (Cont.)</a:t>
            </a:r>
          </a:p>
        </p:txBody>
      </p:sp>
      <p:pic>
        <p:nvPicPr>
          <p:cNvPr id="16" name="Immagine 7" descr="secondario_rgb.png">
            <a:extLst>
              <a:ext uri="{FF2B5EF4-FFF2-40B4-BE49-F238E27FC236}">
                <a16:creationId xmlns:a16="http://schemas.microsoft.com/office/drawing/2014/main" id="{70752A57-0946-4B7D-8581-ADD3297EDD1C}"/>
              </a:ext>
            </a:extLst>
          </p:cNvPr>
          <p:cNvPicPr>
            <a:picLocks noChangeAspect="1"/>
          </p:cNvPicPr>
          <p:nvPr userDrawn="1"/>
        </p:nvPicPr>
        <p:blipFill>
          <a:blip r:embed="rId3" cstate="print">
            <a:extLst>
              <a:ext uri="{28A0092B-C50C-407E-A947-70E740481C1C}">
                <a14:useLocalDpi xmlns:a14="http://schemas.microsoft.com/office/drawing/2010/main"/>
              </a:ext>
            </a:extLst>
          </a:blip>
          <a:stretch>
            <a:fillRect/>
          </a:stretch>
        </p:blipFill>
        <p:spPr>
          <a:xfrm>
            <a:off x="10910659" y="304626"/>
            <a:ext cx="985433" cy="260903"/>
          </a:xfrm>
          <a:prstGeom prst="rect">
            <a:avLst/>
          </a:prstGeom>
        </p:spPr>
      </p:pic>
      <p:sp>
        <p:nvSpPr>
          <p:cNvPr id="42" name="Espaço Reservado para Texto 46">
            <a:extLst>
              <a:ext uri="{FF2B5EF4-FFF2-40B4-BE49-F238E27FC236}">
                <a16:creationId xmlns:a16="http://schemas.microsoft.com/office/drawing/2014/main" id="{D8A1C35D-58C7-456E-9978-5AA6A2AF96AF}"/>
              </a:ext>
            </a:extLst>
          </p:cNvPr>
          <p:cNvSpPr>
            <a:spLocks noGrp="1"/>
          </p:cNvSpPr>
          <p:nvPr>
            <p:ph type="body" sz="quarter" idx="33" hasCustomPrompt="1"/>
          </p:nvPr>
        </p:nvSpPr>
        <p:spPr>
          <a:xfrm>
            <a:off x="677804" y="1363381"/>
            <a:ext cx="1996701" cy="3831226"/>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Detalhar todos os valores do produto/serviço. Caso necessário use o slide de anexos.</a:t>
            </a:r>
          </a:p>
        </p:txBody>
      </p:sp>
      <p:sp>
        <p:nvSpPr>
          <p:cNvPr id="43" name="Espaço Reservado para Texto 46">
            <a:extLst>
              <a:ext uri="{FF2B5EF4-FFF2-40B4-BE49-F238E27FC236}">
                <a16:creationId xmlns:a16="http://schemas.microsoft.com/office/drawing/2014/main" id="{73FABD2E-ED26-46C5-8822-08DED30AA31D}"/>
              </a:ext>
            </a:extLst>
          </p:cNvPr>
          <p:cNvSpPr>
            <a:spLocks noGrp="1"/>
          </p:cNvSpPr>
          <p:nvPr>
            <p:ph type="body" sz="quarter" idx="32" hasCustomPrompt="1"/>
          </p:nvPr>
        </p:nvSpPr>
        <p:spPr>
          <a:xfrm>
            <a:off x="648986" y="5355438"/>
            <a:ext cx="1985491" cy="713296"/>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valor da taxa de adesão, quando aplicável.</a:t>
            </a:r>
          </a:p>
        </p:txBody>
      </p:sp>
      <p:sp>
        <p:nvSpPr>
          <p:cNvPr id="19" name="Retângulo 18">
            <a:extLst>
              <a:ext uri="{FF2B5EF4-FFF2-40B4-BE49-F238E27FC236}">
                <a16:creationId xmlns:a16="http://schemas.microsoft.com/office/drawing/2014/main" id="{4D74E06C-680C-4D42-A163-F7DB0E614DDF}"/>
              </a:ext>
            </a:extLst>
          </p:cNvPr>
          <p:cNvSpPr/>
          <p:nvPr userDrawn="1"/>
        </p:nvSpPr>
        <p:spPr>
          <a:xfrm>
            <a:off x="8024550" y="3697484"/>
            <a:ext cx="3715448" cy="2456726"/>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HIERARQUIA DE PACOTES/PLANOS</a:t>
            </a:r>
          </a:p>
        </p:txBody>
      </p:sp>
      <p:sp>
        <p:nvSpPr>
          <p:cNvPr id="20" name="Espaço Reservado para Texto 46">
            <a:extLst>
              <a:ext uri="{FF2B5EF4-FFF2-40B4-BE49-F238E27FC236}">
                <a16:creationId xmlns:a16="http://schemas.microsoft.com/office/drawing/2014/main" id="{94AE5D16-BD8C-4789-83C9-9186739B4B08}"/>
              </a:ext>
            </a:extLst>
          </p:cNvPr>
          <p:cNvSpPr>
            <a:spLocks noGrp="1"/>
          </p:cNvSpPr>
          <p:nvPr>
            <p:ph type="body" sz="quarter" idx="36" hasCustomPrompt="1"/>
          </p:nvPr>
        </p:nvSpPr>
        <p:spPr>
          <a:xfrm>
            <a:off x="8024550" y="3906500"/>
            <a:ext cx="3715448" cy="2221244"/>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Informar a posição do produto na hierarquia do portfólio. A partir desta informação TI poderá configurar corretamente as regras de upgrade e downgrade. Informações de hirarquia use o slide de anexos.</a:t>
            </a:r>
          </a:p>
        </p:txBody>
      </p:sp>
      <p:sp>
        <p:nvSpPr>
          <p:cNvPr id="21" name="Retângulo 20">
            <a:extLst>
              <a:ext uri="{FF2B5EF4-FFF2-40B4-BE49-F238E27FC236}">
                <a16:creationId xmlns:a16="http://schemas.microsoft.com/office/drawing/2014/main" id="{0F1BC3BF-0CAB-406F-8B51-D1EA83FE5527}"/>
              </a:ext>
            </a:extLst>
          </p:cNvPr>
          <p:cNvSpPr/>
          <p:nvPr userDrawn="1"/>
        </p:nvSpPr>
        <p:spPr>
          <a:xfrm>
            <a:off x="8029560" y="1199563"/>
            <a:ext cx="3721550" cy="2400104"/>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SAFRA &amp; ENTRESSAFRA</a:t>
            </a:r>
          </a:p>
        </p:txBody>
      </p:sp>
      <p:sp>
        <p:nvSpPr>
          <p:cNvPr id="22" name="Espaço Reservado para Texto 46">
            <a:extLst>
              <a:ext uri="{FF2B5EF4-FFF2-40B4-BE49-F238E27FC236}">
                <a16:creationId xmlns:a16="http://schemas.microsoft.com/office/drawing/2014/main" id="{009D1CBB-A756-4E80-A682-AD7D107951EC}"/>
              </a:ext>
            </a:extLst>
          </p:cNvPr>
          <p:cNvSpPr>
            <a:spLocks noGrp="1"/>
          </p:cNvSpPr>
          <p:nvPr>
            <p:ph type="body" sz="quarter" idx="38" hasCustomPrompt="1"/>
          </p:nvPr>
        </p:nvSpPr>
        <p:spPr>
          <a:xfrm>
            <a:off x="8035273" y="1360912"/>
            <a:ext cx="3715449" cy="2013474"/>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Detalhar comportamento do MSE.</a:t>
            </a:r>
          </a:p>
        </p:txBody>
      </p:sp>
      <p:sp>
        <p:nvSpPr>
          <p:cNvPr id="23" name="Retângulo 22">
            <a:extLst>
              <a:ext uri="{FF2B5EF4-FFF2-40B4-BE49-F238E27FC236}">
                <a16:creationId xmlns:a16="http://schemas.microsoft.com/office/drawing/2014/main" id="{D50A2AEE-AF36-457E-BE71-553967FB23A1}"/>
              </a:ext>
            </a:extLst>
          </p:cNvPr>
          <p:cNvSpPr/>
          <p:nvPr userDrawn="1"/>
        </p:nvSpPr>
        <p:spPr>
          <a:xfrm>
            <a:off x="2834564" y="3698579"/>
            <a:ext cx="5100971" cy="2456726"/>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MECÂNICA DE MIGRAÇÃO MASSIVA</a:t>
            </a:r>
          </a:p>
        </p:txBody>
      </p:sp>
      <p:sp>
        <p:nvSpPr>
          <p:cNvPr id="24" name="Espaço Reservado para Texto 46">
            <a:extLst>
              <a:ext uri="{FF2B5EF4-FFF2-40B4-BE49-F238E27FC236}">
                <a16:creationId xmlns:a16="http://schemas.microsoft.com/office/drawing/2014/main" id="{E13B5439-6647-42B0-927C-8241A6694BEE}"/>
              </a:ext>
            </a:extLst>
          </p:cNvPr>
          <p:cNvSpPr>
            <a:spLocks noGrp="1"/>
          </p:cNvSpPr>
          <p:nvPr>
            <p:ph type="body" sz="quarter" idx="39" hasCustomPrompt="1"/>
          </p:nvPr>
        </p:nvSpPr>
        <p:spPr>
          <a:xfrm>
            <a:off x="2842025" y="3879391"/>
            <a:ext cx="5093510" cy="2275913"/>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Detalhamento de DE &gt; PARA de planos, migração por ciclo de faturamento ou aniversario do plano, comportamento quando há ou não quebra de fidelização, isenção ou não da multa de fidelização, definição de SMS de comunicação.</a:t>
            </a:r>
          </a:p>
        </p:txBody>
      </p:sp>
      <p:sp>
        <p:nvSpPr>
          <p:cNvPr id="25" name="Retângulo 24">
            <a:extLst>
              <a:ext uri="{FF2B5EF4-FFF2-40B4-BE49-F238E27FC236}">
                <a16:creationId xmlns:a16="http://schemas.microsoft.com/office/drawing/2014/main" id="{A22C5AA6-9CAE-4C40-9B05-805024197FA3}"/>
              </a:ext>
            </a:extLst>
          </p:cNvPr>
          <p:cNvSpPr/>
          <p:nvPr userDrawn="1"/>
        </p:nvSpPr>
        <p:spPr>
          <a:xfrm>
            <a:off x="2842025" y="1199563"/>
            <a:ext cx="5100971" cy="2400105"/>
          </a:xfrm>
          <a:prstGeom prst="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tx1"/>
                </a:solidFill>
                <a:latin typeface="Arial Narrow" panose="020B0606020202030204" pitchFamily="34" charset="0"/>
              </a:rPr>
              <a:t>COMUNICAÇÃO COM O CLIENTE</a:t>
            </a:r>
          </a:p>
        </p:txBody>
      </p:sp>
      <p:sp>
        <p:nvSpPr>
          <p:cNvPr id="26" name="Espaço Reservado para Texto 46">
            <a:extLst>
              <a:ext uri="{FF2B5EF4-FFF2-40B4-BE49-F238E27FC236}">
                <a16:creationId xmlns:a16="http://schemas.microsoft.com/office/drawing/2014/main" id="{72EC4B3E-6903-4357-8A7C-29AAB0446A65}"/>
              </a:ext>
            </a:extLst>
          </p:cNvPr>
          <p:cNvSpPr>
            <a:spLocks noGrp="1"/>
          </p:cNvSpPr>
          <p:nvPr>
            <p:ph type="body" sz="quarter" idx="35" hasCustomPrompt="1"/>
          </p:nvPr>
        </p:nvSpPr>
        <p:spPr>
          <a:xfrm>
            <a:off x="2842025" y="1410577"/>
            <a:ext cx="5100971" cy="2189091"/>
          </a:xfrm>
        </p:spPr>
        <p:txBody>
          <a:bodyPr>
            <a:normAutofit/>
          </a:bodyPr>
          <a:lstStyle>
            <a:lvl1pPr marL="0" indent="0">
              <a:lnSpc>
                <a:spcPct val="100000"/>
              </a:lnSpc>
              <a:spcBef>
                <a:spcPts val="100"/>
              </a:spcBef>
              <a:buNone/>
              <a:defRPr sz="1050">
                <a:solidFill>
                  <a:schemeClr val="accent5">
                    <a:lumMod val="50000"/>
                  </a:schemeClr>
                </a:solidFill>
                <a:latin typeface="Arial Narrow" panose="020B0606020202030204" pitchFamily="34" charset="0"/>
              </a:defRPr>
            </a:lvl1pPr>
          </a:lstStyle>
          <a:p>
            <a:pPr marL="0" marR="0" lvl="0" indent="0" algn="l" defTabSz="914400" rtl="0" eaLnBrk="1" fontAlgn="auto" latinLnBrk="0" hangingPunct="1">
              <a:lnSpc>
                <a:spcPct val="100000"/>
              </a:lnSpc>
              <a:spcBef>
                <a:spcPts val="100"/>
              </a:spcBef>
              <a:spcAft>
                <a:spcPts val="0"/>
              </a:spcAft>
              <a:buClrTx/>
              <a:buSzTx/>
              <a:buFont typeface="Arial" panose="020B0604020202020204" pitchFamily="34" charset="0"/>
              <a:buNone/>
              <a:tabLst/>
              <a:defRPr/>
            </a:pPr>
            <a:r>
              <a:rPr lang="pt-BR"/>
              <a:t>Fraseologias de régua de relacionamento, notificação de consumo, notificação de ativação de serviço.</a:t>
            </a:r>
          </a:p>
        </p:txBody>
      </p:sp>
      <p:sp>
        <p:nvSpPr>
          <p:cNvPr id="6" name="Retângulo 5">
            <a:extLst>
              <a:ext uri="{FF2B5EF4-FFF2-40B4-BE49-F238E27FC236}">
                <a16:creationId xmlns:a16="http://schemas.microsoft.com/office/drawing/2014/main" id="{86363B45-8EAF-4BF8-A954-AA46DF8AF9C8}"/>
              </a:ext>
            </a:extLst>
          </p:cNvPr>
          <p:cNvSpPr/>
          <p:nvPr userDrawn="1"/>
        </p:nvSpPr>
        <p:spPr>
          <a:xfrm>
            <a:off x="4448408" y="853082"/>
            <a:ext cx="1847431" cy="2735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1100" b="1">
                <a:solidFill>
                  <a:schemeClr val="bg1"/>
                </a:solidFill>
                <a:latin typeface="Arial Narrow" panose="020B0606020202030204" pitchFamily="34" charset="0"/>
              </a:rPr>
              <a:t>COMUNICAÇÃO E MIGRAÇÃO</a:t>
            </a:r>
          </a:p>
        </p:txBody>
      </p:sp>
      <p:sp>
        <p:nvSpPr>
          <p:cNvPr id="7" name="Triângulo Retângulo 6">
            <a:extLst>
              <a:ext uri="{FF2B5EF4-FFF2-40B4-BE49-F238E27FC236}">
                <a16:creationId xmlns:a16="http://schemas.microsoft.com/office/drawing/2014/main" id="{E101F190-7F6C-40B2-8983-61CCE3FBA783}"/>
              </a:ext>
            </a:extLst>
          </p:cNvPr>
          <p:cNvSpPr/>
          <p:nvPr userDrawn="1"/>
        </p:nvSpPr>
        <p:spPr>
          <a:xfrm rot="5400000">
            <a:off x="0" y="0"/>
            <a:ext cx="540000" cy="540000"/>
          </a:xfrm>
          <a:prstGeom prst="rtTriangle">
            <a:avLst/>
          </a:prstGeom>
          <a:solidFill>
            <a:srgbClr val="C00000"/>
          </a:solid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it-I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pt-BR"/>
          </a:p>
        </p:txBody>
      </p:sp>
      <p:sp>
        <p:nvSpPr>
          <p:cNvPr id="28" name="CaixaDeTexto 27">
            <a:extLst>
              <a:ext uri="{FF2B5EF4-FFF2-40B4-BE49-F238E27FC236}">
                <a16:creationId xmlns:a16="http://schemas.microsoft.com/office/drawing/2014/main" id="{8C3904FF-299B-4213-9307-AE25888DC2D6}"/>
              </a:ext>
            </a:extLst>
          </p:cNvPr>
          <p:cNvSpPr txBox="1"/>
          <p:nvPr userDrawn="1"/>
        </p:nvSpPr>
        <p:spPr>
          <a:xfrm>
            <a:off x="651864" y="6585753"/>
            <a:ext cx="6459975" cy="261610"/>
          </a:xfrm>
          <a:prstGeom prst="rect">
            <a:avLst/>
          </a:prstGeom>
          <a:noFill/>
        </p:spPr>
        <p:txBody>
          <a:bodyPr wrap="square" lIns="0" rtlCol="0">
            <a:spAutoFit/>
          </a:bodyPr>
          <a:lstStyle/>
          <a:p>
            <a:r>
              <a:rPr lang="pt-BR" sz="1100" i="1" dirty="0">
                <a:solidFill>
                  <a:srgbClr val="0C2340">
                    <a:lumMod val="75000"/>
                    <a:lumOff val="25000"/>
                  </a:srgbClr>
                </a:solidFill>
                <a:latin typeface="Arial Narrow" panose="020B0606020202030204" pitchFamily="34" charset="0"/>
                <a:ea typeface="Times New Roman" panose="02020603050405020304" pitchFamily="18" charset="0"/>
              </a:rPr>
              <a:t>*O rateio deve respeitar a premissa fiscal de até 30%, parte não-</a:t>
            </a:r>
            <a:r>
              <a:rPr lang="pt-BR" sz="1100" i="1" dirty="0" err="1">
                <a:solidFill>
                  <a:srgbClr val="0C2340">
                    <a:lumMod val="75000"/>
                    <a:lumOff val="25000"/>
                  </a:srgbClr>
                </a:solidFill>
                <a:latin typeface="Arial Narrow" panose="020B0606020202030204" pitchFamily="34" charset="0"/>
                <a:ea typeface="Times New Roman" panose="02020603050405020304" pitchFamily="18" charset="0"/>
              </a:rPr>
              <a:t>telecom</a:t>
            </a:r>
            <a:r>
              <a:rPr lang="pt-BR" sz="1100" i="1" dirty="0">
                <a:solidFill>
                  <a:srgbClr val="0C2340">
                    <a:lumMod val="75000"/>
                    <a:lumOff val="25000"/>
                  </a:srgbClr>
                </a:solidFill>
                <a:latin typeface="Arial Narrow" panose="020B0606020202030204" pitchFamily="34" charset="0"/>
                <a:ea typeface="Times New Roman" panose="02020603050405020304" pitchFamily="18" charset="0"/>
              </a:rPr>
              <a:t>, se diferir disso está fora de conformidade.</a:t>
            </a:r>
            <a:endParaRPr lang="pt-BR" sz="1100" dirty="0">
              <a:solidFill>
                <a:srgbClr val="0C2340">
                  <a:lumMod val="75000"/>
                  <a:lumOff val="25000"/>
                </a:srgbClr>
              </a:solidFill>
              <a:latin typeface="Arial Narrow" panose="020B0606020202030204" pitchFamily="34" charset="0"/>
            </a:endParaRPr>
          </a:p>
        </p:txBody>
      </p:sp>
    </p:spTree>
    <p:extLst>
      <p:ext uri="{BB962C8B-B14F-4D97-AF65-F5344CB8AC3E}">
        <p14:creationId xmlns:p14="http://schemas.microsoft.com/office/powerpoint/2010/main" val="927951693"/>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C8A426-96EE-D2FE-CE26-C98F2BD489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pt-BR"/>
          </a:p>
        </p:txBody>
      </p:sp>
      <p:sp>
        <p:nvSpPr>
          <p:cNvPr id="3" name="Subtitle 2">
            <a:extLst>
              <a:ext uri="{FF2B5EF4-FFF2-40B4-BE49-F238E27FC236}">
                <a16:creationId xmlns:a16="http://schemas.microsoft.com/office/drawing/2014/main" id="{7DC96F2D-5331-A26F-2D0F-ED541D9BD75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pt-BR"/>
          </a:p>
        </p:txBody>
      </p:sp>
      <p:sp>
        <p:nvSpPr>
          <p:cNvPr id="4" name="Date Placeholder 3">
            <a:extLst>
              <a:ext uri="{FF2B5EF4-FFF2-40B4-BE49-F238E27FC236}">
                <a16:creationId xmlns:a16="http://schemas.microsoft.com/office/drawing/2014/main" id="{0A73BF16-A62D-0F32-A838-51DDD9FDE942}"/>
              </a:ext>
            </a:extLst>
          </p:cNvPr>
          <p:cNvSpPr>
            <a:spLocks noGrp="1"/>
          </p:cNvSpPr>
          <p:nvPr>
            <p:ph type="dt" sz="half" idx="10"/>
          </p:nvPr>
        </p:nvSpPr>
        <p:spPr/>
        <p:txBody>
          <a:bodyPr/>
          <a:lstStyle/>
          <a:p>
            <a:fld id="{F39BD808-0D49-4748-AD37-F56B2004ED03}" type="datetimeFigureOut">
              <a:rPr lang="pt-BR" smtClean="0"/>
              <a:t>24/07/2025</a:t>
            </a:fld>
            <a:endParaRPr lang="pt-BR"/>
          </a:p>
        </p:txBody>
      </p:sp>
      <p:sp>
        <p:nvSpPr>
          <p:cNvPr id="5" name="Footer Placeholder 4">
            <a:extLst>
              <a:ext uri="{FF2B5EF4-FFF2-40B4-BE49-F238E27FC236}">
                <a16:creationId xmlns:a16="http://schemas.microsoft.com/office/drawing/2014/main" id="{ADE7A74E-83FF-9D9D-C4CC-D8106785CA32}"/>
              </a:ext>
            </a:extLst>
          </p:cNvPr>
          <p:cNvSpPr>
            <a:spLocks noGrp="1"/>
          </p:cNvSpPr>
          <p:nvPr>
            <p:ph type="ftr" sz="quarter" idx="11"/>
          </p:nvPr>
        </p:nvSpPr>
        <p:spPr/>
        <p:txBody>
          <a:bodyPr/>
          <a:lstStyle/>
          <a:p>
            <a:endParaRPr lang="pt-BR"/>
          </a:p>
        </p:txBody>
      </p:sp>
      <p:sp>
        <p:nvSpPr>
          <p:cNvPr id="6" name="Slide Number Placeholder 5">
            <a:extLst>
              <a:ext uri="{FF2B5EF4-FFF2-40B4-BE49-F238E27FC236}">
                <a16:creationId xmlns:a16="http://schemas.microsoft.com/office/drawing/2014/main" id="{6C07D109-F3CC-434A-DA59-031B860ACF9B}"/>
              </a:ext>
            </a:extLst>
          </p:cNvPr>
          <p:cNvSpPr>
            <a:spLocks noGrp="1"/>
          </p:cNvSpPr>
          <p:nvPr>
            <p:ph type="sldNum" sz="quarter" idx="12"/>
          </p:nvPr>
        </p:nvSpPr>
        <p:spPr/>
        <p:txBody>
          <a:bodyPr/>
          <a:lstStyle/>
          <a:p>
            <a:fld id="{5D13919F-3355-4DBE-88E5-70D53568AE12}" type="slidenum">
              <a:rPr lang="pt-BR" smtClean="0"/>
              <a:t>‹#›</a:t>
            </a:fld>
            <a:endParaRPr lang="pt-BR"/>
          </a:p>
        </p:txBody>
      </p:sp>
    </p:spTree>
    <p:extLst>
      <p:ext uri="{BB962C8B-B14F-4D97-AF65-F5344CB8AC3E}">
        <p14:creationId xmlns:p14="http://schemas.microsoft.com/office/powerpoint/2010/main" val="88608690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image" Target="../media/image1.emf"/><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ags" Target="../tags/tag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2.png"/><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oleObject" Target="../embeddings/oleObject1.bin"/><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51.xml"/><Relationship Id="rId3" Type="http://schemas.openxmlformats.org/officeDocument/2006/relationships/slideLayout" Target="../slideLayouts/slideLayout46.xml"/><Relationship Id="rId7" Type="http://schemas.openxmlformats.org/officeDocument/2006/relationships/slideLayout" Target="../slideLayouts/slideLayout50.xml"/><Relationship Id="rId2" Type="http://schemas.openxmlformats.org/officeDocument/2006/relationships/slideLayout" Target="../slideLayouts/slideLayout45.xml"/><Relationship Id="rId1" Type="http://schemas.openxmlformats.org/officeDocument/2006/relationships/slideLayout" Target="../slideLayouts/slideLayout44.xml"/><Relationship Id="rId6" Type="http://schemas.openxmlformats.org/officeDocument/2006/relationships/slideLayout" Target="../slideLayouts/slideLayout49.xml"/><Relationship Id="rId11" Type="http://schemas.openxmlformats.org/officeDocument/2006/relationships/theme" Target="../theme/theme2.xml"/><Relationship Id="rId5" Type="http://schemas.openxmlformats.org/officeDocument/2006/relationships/slideLayout" Target="../slideLayouts/slideLayout48.xml"/><Relationship Id="rId10" Type="http://schemas.openxmlformats.org/officeDocument/2006/relationships/slideLayout" Target="../slideLayouts/slideLayout53.xml"/><Relationship Id="rId4" Type="http://schemas.openxmlformats.org/officeDocument/2006/relationships/slideLayout" Target="../slideLayouts/slideLayout47.xml"/><Relationship Id="rId9"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29" name="Objeto 28" hidden="1">
            <a:extLst>
              <a:ext uri="{FF2B5EF4-FFF2-40B4-BE49-F238E27FC236}">
                <a16:creationId xmlns:a16="http://schemas.microsoft.com/office/drawing/2014/main" id="{3309C76C-7ECE-405F-99EA-A0E3AA707686}"/>
              </a:ext>
            </a:extLst>
          </p:cNvPr>
          <p:cNvGraphicFramePr>
            <a:graphicFrameLocks noChangeAspect="1"/>
          </p:cNvGraphicFramePr>
          <p:nvPr userDrawn="1">
            <p:custDataLst>
              <p:tags r:id="rId45"/>
            </p:custDataLst>
            <p:extLst>
              <p:ext uri="{D42A27DB-BD31-4B8C-83A1-F6EECF244321}">
                <p14:modId xmlns:p14="http://schemas.microsoft.com/office/powerpoint/2010/main" val="317377678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Slide do think-cell" r:id="rId46" imgW="421" imgH="420" progId="TCLayout.ActiveDocument.1">
                  <p:embed/>
                </p:oleObj>
              </mc:Choice>
              <mc:Fallback>
                <p:oleObj name="Slide do think-cell" r:id="rId46" imgW="421" imgH="420" progId="TCLayout.ActiveDocument.1">
                  <p:embed/>
                  <p:pic>
                    <p:nvPicPr>
                      <p:cNvPr id="29" name="Objeto 28" hidden="1">
                        <a:extLst>
                          <a:ext uri="{FF2B5EF4-FFF2-40B4-BE49-F238E27FC236}">
                            <a16:creationId xmlns:a16="http://schemas.microsoft.com/office/drawing/2014/main" id="{3309C76C-7ECE-405F-99EA-A0E3AA707686}"/>
                          </a:ext>
                        </a:extLst>
                      </p:cNvPr>
                      <p:cNvPicPr/>
                      <p:nvPr/>
                    </p:nvPicPr>
                    <p:blipFill>
                      <a:blip r:embed="rId47"/>
                      <a:stretch>
                        <a:fillRect/>
                      </a:stretch>
                    </p:blipFill>
                    <p:spPr>
                      <a:xfrm>
                        <a:off x="1588" y="1588"/>
                        <a:ext cx="1588" cy="1588"/>
                      </a:xfrm>
                      <a:prstGeom prst="rect">
                        <a:avLst/>
                      </a:prstGeom>
                    </p:spPr>
                  </p:pic>
                </p:oleObj>
              </mc:Fallback>
            </mc:AlternateContent>
          </a:graphicData>
        </a:graphic>
      </p:graphicFrame>
      <p:sp>
        <p:nvSpPr>
          <p:cNvPr id="2" name="Retângulo 1">
            <a:extLst>
              <a:ext uri="{FF2B5EF4-FFF2-40B4-BE49-F238E27FC236}">
                <a16:creationId xmlns:a16="http://schemas.microsoft.com/office/drawing/2014/main" id="{6564417D-671C-48EE-9B64-3C836DFF8B0F}"/>
              </a:ext>
            </a:extLst>
          </p:cNvPr>
          <p:cNvSpPr/>
          <p:nvPr userDrawn="1"/>
        </p:nvSpPr>
        <p:spPr>
          <a:xfrm>
            <a:off x="637309" y="2820914"/>
            <a:ext cx="10833172" cy="394855"/>
          </a:xfrm>
          <a:prstGeom prst="rect">
            <a:avLst/>
          </a:prstGeom>
          <a:solidFill>
            <a:srgbClr val="0B233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1588EFD6-4206-4B25-85F6-0FACE6B3FB65}"/>
              </a:ext>
            </a:extLst>
          </p:cNvPr>
          <p:cNvSpPr/>
          <p:nvPr userDrawn="1"/>
        </p:nvSpPr>
        <p:spPr>
          <a:xfrm>
            <a:off x="127939" y="2820914"/>
            <a:ext cx="396000" cy="395288"/>
          </a:xfrm>
          <a:prstGeom prst="rect">
            <a:avLst/>
          </a:prstGeom>
          <a:solidFill>
            <a:srgbClr val="E3272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026" name="Picture 2" descr="Resultado de imagem para bip here to dare png">
            <a:extLst>
              <a:ext uri="{FF2B5EF4-FFF2-40B4-BE49-F238E27FC236}">
                <a16:creationId xmlns:a16="http://schemas.microsoft.com/office/drawing/2014/main" id="{17C2D34F-8A59-43C1-8631-0F66B7616388}"/>
              </a:ext>
            </a:extLst>
          </p:cNvPr>
          <p:cNvPicPr>
            <a:picLocks noChangeAspect="1" noChangeArrowheads="1"/>
          </p:cNvPicPr>
          <p:nvPr userDrawn="1"/>
        </p:nvPicPr>
        <p:blipFill rotWithShape="1">
          <a:blip r:embed="rId48" cstate="email">
            <a:extLst>
              <a:ext uri="{28A0092B-C50C-407E-A947-70E740481C1C}">
                <a14:useLocalDpi xmlns:a14="http://schemas.microsoft.com/office/drawing/2010/main"/>
              </a:ext>
            </a:extLst>
          </a:blip>
          <a:srcRect/>
          <a:stretch/>
        </p:blipFill>
        <p:spPr bwMode="auto">
          <a:xfrm>
            <a:off x="10916752" y="2864948"/>
            <a:ext cx="448953" cy="319044"/>
          </a:xfrm>
          <a:prstGeom prst="rect">
            <a:avLst/>
          </a:prstGeom>
          <a:noFill/>
          <a:extLst>
            <a:ext uri="{909E8E84-426E-40DD-AFC4-6F175D3DCCD1}">
              <a14:hiddenFill xmlns:a14="http://schemas.microsoft.com/office/drawing/2010/main">
                <a:solidFill>
                  <a:srgbClr val="FFFFFF"/>
                </a:solidFill>
              </a14:hiddenFill>
            </a:ext>
          </a:extLst>
        </p:spPr>
      </p:pic>
      <p:sp>
        <p:nvSpPr>
          <p:cNvPr id="4" name="Retângulo 3">
            <a:extLst>
              <a:ext uri="{FF2B5EF4-FFF2-40B4-BE49-F238E27FC236}">
                <a16:creationId xmlns:a16="http://schemas.microsoft.com/office/drawing/2014/main" id="{ED10A39E-AF32-48B0-9E9C-B9878E53F443}"/>
              </a:ext>
            </a:extLst>
          </p:cNvPr>
          <p:cNvSpPr/>
          <p:nvPr userDrawn="1"/>
        </p:nvSpPr>
        <p:spPr>
          <a:xfrm>
            <a:off x="11612880" y="2820914"/>
            <a:ext cx="433864" cy="395288"/>
          </a:xfrm>
          <a:prstGeom prst="rect">
            <a:avLst/>
          </a:prstGeom>
          <a:noFill/>
          <a:ln>
            <a:solidFill>
              <a:srgbClr val="E3272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tângulo 5">
            <a:extLst>
              <a:ext uri="{FF2B5EF4-FFF2-40B4-BE49-F238E27FC236}">
                <a16:creationId xmlns:a16="http://schemas.microsoft.com/office/drawing/2014/main" id="{08BF206D-12D3-48F5-BF14-0F5DFF644F55}"/>
              </a:ext>
            </a:extLst>
          </p:cNvPr>
          <p:cNvSpPr/>
          <p:nvPr userDrawn="1"/>
        </p:nvSpPr>
        <p:spPr>
          <a:xfrm>
            <a:off x="0" y="2660073"/>
            <a:ext cx="12192000" cy="66501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Retângulo: Cantos Arredondados 15">
            <a:extLst>
              <a:ext uri="{FF2B5EF4-FFF2-40B4-BE49-F238E27FC236}">
                <a16:creationId xmlns:a16="http://schemas.microsoft.com/office/drawing/2014/main" id="{C7DF2599-5E73-4A24-A541-4AD6DE7F54D3}"/>
              </a:ext>
            </a:extLst>
          </p:cNvPr>
          <p:cNvSpPr/>
          <p:nvPr userDrawn="1"/>
        </p:nvSpPr>
        <p:spPr>
          <a:xfrm>
            <a:off x="637309" y="780173"/>
            <a:ext cx="4446516" cy="568335"/>
          </a:xfrm>
          <a:prstGeom prst="roundRect">
            <a:avLst>
              <a:gd name="adj" fmla="val 9887"/>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pt-BR" sz="3200" b="1">
                <a:solidFill>
                  <a:schemeClr val="bg1"/>
                </a:solidFill>
                <a:latin typeface="+mj-lt"/>
              </a:rPr>
              <a:t>JORNADA DE PRODUTO</a:t>
            </a:r>
          </a:p>
        </p:txBody>
      </p:sp>
      <p:sp>
        <p:nvSpPr>
          <p:cNvPr id="3" name="MSIPCMContentMarking" descr="{&quot;HashCode&quot;:-328189952,&quot;Placement&quot;:&quot;Footer&quot;,&quot;Top&quot;:522.0343,&quot;Left&quot;:420.527649,&quot;SlideWidth&quot;:960,&quot;SlideHeight&quot;:540}">
            <a:extLst>
              <a:ext uri="{FF2B5EF4-FFF2-40B4-BE49-F238E27FC236}">
                <a16:creationId xmlns:a16="http://schemas.microsoft.com/office/drawing/2014/main" id="{B438F7D0-70C6-45D8-A89E-32534FC184CE}"/>
              </a:ext>
            </a:extLst>
          </p:cNvPr>
          <p:cNvSpPr txBox="1"/>
          <p:nvPr userDrawn="1"/>
        </p:nvSpPr>
        <p:spPr>
          <a:xfrm>
            <a:off x="5340701" y="6629836"/>
            <a:ext cx="1510599" cy="228163"/>
          </a:xfrm>
          <a:prstGeom prst="rect">
            <a:avLst/>
          </a:prstGeom>
          <a:noFill/>
        </p:spPr>
        <p:txBody>
          <a:bodyPr vert="horz" wrap="square" lIns="0" tIns="0" rIns="0" bIns="0" rtlCol="0" anchor="ctr" anchorCtr="1">
            <a:spAutoFit/>
          </a:bodyPr>
          <a:lstStyle/>
          <a:p>
            <a:pPr algn="ctr">
              <a:spcBef>
                <a:spcPts val="0"/>
              </a:spcBef>
              <a:spcAft>
                <a:spcPts val="0"/>
              </a:spcAft>
            </a:pPr>
            <a:r>
              <a:rPr lang="pt-BR" sz="800">
                <a:solidFill>
                  <a:srgbClr val="737373"/>
                </a:solidFill>
                <a:latin typeface="Calibri" panose="020F0502020204030204" pitchFamily="34" charset="0"/>
              </a:rPr>
              <a:t>Classificado como Uso Interno</a:t>
            </a:r>
          </a:p>
        </p:txBody>
      </p:sp>
    </p:spTree>
    <p:extLst>
      <p:ext uri="{BB962C8B-B14F-4D97-AF65-F5344CB8AC3E}">
        <p14:creationId xmlns:p14="http://schemas.microsoft.com/office/powerpoint/2010/main" val="2112544319"/>
      </p:ext>
    </p:extLst>
  </p:cSld>
  <p:clrMap bg1="lt1" tx1="dk1" bg2="lt2" tx2="dk2" accent1="accent1" accent2="accent2" accent3="accent3" accent4="accent4" accent5="accent5" accent6="accent6" hlink="hlink" folHlink="folHlink"/>
  <p:sldLayoutIdLst>
    <p:sldLayoutId id="2147483751" r:id="rId1"/>
    <p:sldLayoutId id="2147484002" r:id="rId2"/>
    <p:sldLayoutId id="2147484003" r:id="rId3"/>
    <p:sldLayoutId id="2147484008" r:id="rId4"/>
    <p:sldLayoutId id="2147484029" r:id="rId5"/>
    <p:sldLayoutId id="2147484004" r:id="rId6"/>
    <p:sldLayoutId id="2147483734" r:id="rId7"/>
    <p:sldLayoutId id="2147483925" r:id="rId8"/>
    <p:sldLayoutId id="2147483790" r:id="rId9"/>
    <p:sldLayoutId id="2147483736" r:id="rId10"/>
    <p:sldLayoutId id="2147483988" r:id="rId11"/>
    <p:sldLayoutId id="2147483930" r:id="rId12"/>
    <p:sldLayoutId id="2147483929" r:id="rId13"/>
    <p:sldLayoutId id="2147483737" r:id="rId14"/>
    <p:sldLayoutId id="2147483792" r:id="rId15"/>
    <p:sldLayoutId id="2147483989" r:id="rId16"/>
    <p:sldLayoutId id="2147483990" r:id="rId17"/>
    <p:sldLayoutId id="2147483743" r:id="rId18"/>
    <p:sldLayoutId id="2147483741" r:id="rId19"/>
    <p:sldLayoutId id="2147483745" r:id="rId20"/>
    <p:sldLayoutId id="2147483744" r:id="rId21"/>
    <p:sldLayoutId id="2147483746" r:id="rId22"/>
    <p:sldLayoutId id="2147483747" r:id="rId23"/>
    <p:sldLayoutId id="2147483748" r:id="rId24"/>
    <p:sldLayoutId id="2147483749" r:id="rId25"/>
    <p:sldLayoutId id="2147483750" r:id="rId26"/>
    <p:sldLayoutId id="2147484005" r:id="rId27"/>
    <p:sldLayoutId id="2147484006" r:id="rId28"/>
    <p:sldLayoutId id="2147484007" r:id="rId29"/>
    <p:sldLayoutId id="2147484009" r:id="rId30"/>
    <p:sldLayoutId id="2147484010" r:id="rId31"/>
    <p:sldLayoutId id="2147484011" r:id="rId32"/>
    <p:sldLayoutId id="2147484012" r:id="rId33"/>
    <p:sldLayoutId id="2147484013" r:id="rId34"/>
    <p:sldLayoutId id="2147483752" r:id="rId35"/>
    <p:sldLayoutId id="2147483756" r:id="rId36"/>
    <p:sldLayoutId id="2147483987" r:id="rId37"/>
    <p:sldLayoutId id="2147483757" r:id="rId38"/>
    <p:sldLayoutId id="2147483892" r:id="rId39"/>
    <p:sldLayoutId id="2147483753" r:id="rId40"/>
    <p:sldLayoutId id="2147483754" r:id="rId41"/>
    <p:sldLayoutId id="2147483755" r:id="rId42"/>
    <p:sldLayoutId id="2147484030" r:id="rId43"/>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MSIPCMContentMarking" descr="{&quot;HashCode&quot;:-328189952,&quot;Placement&quot;:&quot;Footer&quot;,&quot;Top&quot;:522.0343,&quot;Left&quot;:420.527649,&quot;SlideWidth&quot;:960,&quot;SlideHeight&quot;:540}">
            <a:extLst>
              <a:ext uri="{FF2B5EF4-FFF2-40B4-BE49-F238E27FC236}">
                <a16:creationId xmlns:a16="http://schemas.microsoft.com/office/drawing/2014/main" id="{1F2859E8-EB12-4749-913D-51AF7ED544D6}"/>
              </a:ext>
            </a:extLst>
          </p:cNvPr>
          <p:cNvSpPr txBox="1"/>
          <p:nvPr userDrawn="1"/>
        </p:nvSpPr>
        <p:spPr>
          <a:xfrm>
            <a:off x="5340701" y="6629836"/>
            <a:ext cx="1510599" cy="228163"/>
          </a:xfrm>
          <a:prstGeom prst="rect">
            <a:avLst/>
          </a:prstGeom>
          <a:noFill/>
        </p:spPr>
        <p:txBody>
          <a:bodyPr vert="horz" wrap="square" lIns="0" tIns="0" rIns="0" bIns="0" rtlCol="0" anchor="ctr" anchorCtr="1">
            <a:spAutoFit/>
          </a:bodyPr>
          <a:lstStyle/>
          <a:p>
            <a:pPr algn="ctr">
              <a:spcBef>
                <a:spcPts val="0"/>
              </a:spcBef>
              <a:spcAft>
                <a:spcPts val="0"/>
              </a:spcAft>
            </a:pPr>
            <a:r>
              <a:rPr lang="pt-BR" sz="800">
                <a:solidFill>
                  <a:srgbClr val="737373"/>
                </a:solidFill>
                <a:latin typeface="Calibri" panose="020F0502020204030204" pitchFamily="34" charset="0"/>
              </a:rPr>
              <a:t>Classificado como Uso Interno</a:t>
            </a:r>
          </a:p>
        </p:txBody>
      </p:sp>
    </p:spTree>
    <p:extLst>
      <p:ext uri="{BB962C8B-B14F-4D97-AF65-F5344CB8AC3E}">
        <p14:creationId xmlns:p14="http://schemas.microsoft.com/office/powerpoint/2010/main" val="1958704348"/>
      </p:ext>
    </p:extLst>
  </p:cSld>
  <p:clrMap bg1="lt1" tx1="dk1" bg2="lt2" tx2="dk2" accent1="accent1" accent2="accent2" accent3="accent3" accent4="accent4" accent5="accent5" accent6="accent6" hlink="hlink" folHlink="folHlink"/>
  <p:sldLayoutIdLst>
    <p:sldLayoutId id="2147484024" r:id="rId1"/>
    <p:sldLayoutId id="2147483940" r:id="rId2"/>
    <p:sldLayoutId id="2147483941" r:id="rId3"/>
    <p:sldLayoutId id="2147483942" r:id="rId4"/>
    <p:sldLayoutId id="2147483945" r:id="rId5"/>
    <p:sldLayoutId id="2147483944" r:id="rId6"/>
    <p:sldLayoutId id="2147483946" r:id="rId7"/>
    <p:sldLayoutId id="2147483947" r:id="rId8"/>
    <p:sldLayoutId id="2147483948" r:id="rId9"/>
    <p:sldLayoutId id="2147484031"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4.xml"/></Relationships>
</file>

<file path=ppt/slides/_rels/slide4.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53.xml"/><Relationship Id="rId5" Type="http://schemas.openxmlformats.org/officeDocument/2006/relationships/image" Target="../media/image63.png"/><Relationship Id="rId4" Type="http://schemas.openxmlformats.org/officeDocument/2006/relationships/image" Target="../media/image6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a:extLst>
              <a:ext uri="{FF2B5EF4-FFF2-40B4-BE49-F238E27FC236}">
                <a16:creationId xmlns:a16="http://schemas.microsoft.com/office/drawing/2014/main" id="{EAFA599A-99A0-4751-9DD5-81CFEB0A4688}"/>
              </a:ext>
            </a:extLst>
          </p:cNvPr>
          <p:cNvSpPr>
            <a:spLocks noGrp="1"/>
          </p:cNvSpPr>
          <p:nvPr>
            <p:ph type="body" sz="quarter" idx="28"/>
          </p:nvPr>
        </p:nvSpPr>
        <p:spPr/>
        <p:txBody>
          <a:bodyPr/>
          <a:lstStyle/>
          <a:p>
            <a:r>
              <a:rPr lang="en-US" dirty="0"/>
              <a:t>Consumer SMB Marketing Strategic Project</a:t>
            </a:r>
          </a:p>
          <a:p>
            <a:endParaRPr lang="pt-BR" dirty="0"/>
          </a:p>
        </p:txBody>
      </p:sp>
      <p:sp>
        <p:nvSpPr>
          <p:cNvPr id="3" name="Espaço Reservado para Texto 2">
            <a:extLst>
              <a:ext uri="{FF2B5EF4-FFF2-40B4-BE49-F238E27FC236}">
                <a16:creationId xmlns:a16="http://schemas.microsoft.com/office/drawing/2014/main" id="{339CCE84-88F6-41D0-BC06-9FD684B65585}"/>
              </a:ext>
            </a:extLst>
          </p:cNvPr>
          <p:cNvSpPr>
            <a:spLocks noGrp="1"/>
          </p:cNvSpPr>
          <p:nvPr>
            <p:ph type="body" sz="quarter" idx="29"/>
          </p:nvPr>
        </p:nvSpPr>
        <p:spPr/>
        <p:txBody>
          <a:bodyPr>
            <a:normAutofit/>
          </a:bodyPr>
          <a:lstStyle/>
          <a:p>
            <a:r>
              <a:rPr lang="pt-BR" dirty="0"/>
              <a:t>Atualmente os clientes TIM não conseguem resetar a senha diretamente pela página da companhia aérea, é exibido uma mensagem para realizar o procedimento através do MEU TIM, o que traz uma quebra de jornada e diversas complicações.</a:t>
            </a:r>
          </a:p>
          <a:p>
            <a:endParaRPr lang="pt-BR" dirty="0"/>
          </a:p>
          <a:p>
            <a:r>
              <a:rPr lang="pt-BR" dirty="0"/>
              <a:t>Com este Briefing desejamos alterar a atual mensagem e direcionar o cliente para a página de reset de senha, sem precisar acessar o APP Meu TIM.</a:t>
            </a:r>
          </a:p>
        </p:txBody>
      </p:sp>
      <p:sp>
        <p:nvSpPr>
          <p:cNvPr id="4" name="Espaço Reservado para Texto 3">
            <a:extLst>
              <a:ext uri="{FF2B5EF4-FFF2-40B4-BE49-F238E27FC236}">
                <a16:creationId xmlns:a16="http://schemas.microsoft.com/office/drawing/2014/main" id="{4D18A4F9-7332-4C6A-991E-7DA968E02F7F}"/>
              </a:ext>
            </a:extLst>
          </p:cNvPr>
          <p:cNvSpPr>
            <a:spLocks noGrp="1"/>
          </p:cNvSpPr>
          <p:nvPr>
            <p:ph type="body" sz="quarter" idx="30"/>
          </p:nvPr>
        </p:nvSpPr>
        <p:spPr/>
        <p:txBody>
          <a:bodyPr/>
          <a:lstStyle/>
          <a:p>
            <a:r>
              <a:rPr lang="pt-BR" dirty="0"/>
              <a:t>Serviço</a:t>
            </a:r>
          </a:p>
        </p:txBody>
      </p:sp>
      <p:sp>
        <p:nvSpPr>
          <p:cNvPr id="5" name="Espaço Reservado para Texto 4">
            <a:extLst>
              <a:ext uri="{FF2B5EF4-FFF2-40B4-BE49-F238E27FC236}">
                <a16:creationId xmlns:a16="http://schemas.microsoft.com/office/drawing/2014/main" id="{24BD625B-1124-4509-9CCB-43D41E8C1DE6}"/>
              </a:ext>
            </a:extLst>
          </p:cNvPr>
          <p:cNvSpPr>
            <a:spLocks noGrp="1"/>
          </p:cNvSpPr>
          <p:nvPr>
            <p:ph type="body" sz="quarter" idx="40"/>
          </p:nvPr>
        </p:nvSpPr>
        <p:spPr/>
        <p:txBody>
          <a:bodyPr/>
          <a:lstStyle/>
          <a:p>
            <a:endParaRPr lang="pt-BR"/>
          </a:p>
        </p:txBody>
      </p:sp>
      <p:sp>
        <p:nvSpPr>
          <p:cNvPr id="6" name="Espaço Reservado para Texto 5">
            <a:extLst>
              <a:ext uri="{FF2B5EF4-FFF2-40B4-BE49-F238E27FC236}">
                <a16:creationId xmlns:a16="http://schemas.microsoft.com/office/drawing/2014/main" id="{C76A17A2-C422-4567-9BBC-B0EAE2072303}"/>
              </a:ext>
            </a:extLst>
          </p:cNvPr>
          <p:cNvSpPr>
            <a:spLocks noGrp="1"/>
          </p:cNvSpPr>
          <p:nvPr>
            <p:ph type="body" sz="quarter" idx="41"/>
          </p:nvPr>
        </p:nvSpPr>
        <p:spPr/>
        <p:txBody>
          <a:bodyPr/>
          <a:lstStyle/>
          <a:p>
            <a:r>
              <a:rPr lang="pt-BR" dirty="0"/>
              <a:t>Internet no avião – Reset de Senha</a:t>
            </a:r>
          </a:p>
        </p:txBody>
      </p:sp>
      <p:sp>
        <p:nvSpPr>
          <p:cNvPr id="7" name="Espaço Reservado para Texto 6">
            <a:extLst>
              <a:ext uri="{FF2B5EF4-FFF2-40B4-BE49-F238E27FC236}">
                <a16:creationId xmlns:a16="http://schemas.microsoft.com/office/drawing/2014/main" id="{3A992015-E28C-447C-A03E-6BEA39C4CE6E}"/>
              </a:ext>
            </a:extLst>
          </p:cNvPr>
          <p:cNvSpPr>
            <a:spLocks noGrp="1"/>
          </p:cNvSpPr>
          <p:nvPr>
            <p:ph type="body" sz="quarter" idx="42"/>
          </p:nvPr>
        </p:nvSpPr>
        <p:spPr/>
        <p:txBody>
          <a:bodyPr/>
          <a:lstStyle/>
          <a:p>
            <a:r>
              <a:rPr lang="pt-BR" dirty="0"/>
              <a:t>Felipe Povoa</a:t>
            </a:r>
          </a:p>
        </p:txBody>
      </p:sp>
      <p:sp>
        <p:nvSpPr>
          <p:cNvPr id="8" name="Espaço Reservado para Texto 7">
            <a:extLst>
              <a:ext uri="{FF2B5EF4-FFF2-40B4-BE49-F238E27FC236}">
                <a16:creationId xmlns:a16="http://schemas.microsoft.com/office/drawing/2014/main" id="{E018AEA0-7084-4172-BA11-15A06FB0B03A}"/>
              </a:ext>
            </a:extLst>
          </p:cNvPr>
          <p:cNvSpPr>
            <a:spLocks noGrp="1"/>
          </p:cNvSpPr>
          <p:nvPr>
            <p:ph type="body" sz="quarter" idx="44"/>
          </p:nvPr>
        </p:nvSpPr>
        <p:spPr/>
        <p:txBody>
          <a:bodyPr/>
          <a:lstStyle/>
          <a:p>
            <a:r>
              <a:rPr lang="pt-BR" dirty="0"/>
              <a:t>22/07/2025</a:t>
            </a:r>
          </a:p>
        </p:txBody>
      </p:sp>
      <p:sp>
        <p:nvSpPr>
          <p:cNvPr id="9" name="Espaço Reservado para Texto 8">
            <a:extLst>
              <a:ext uri="{FF2B5EF4-FFF2-40B4-BE49-F238E27FC236}">
                <a16:creationId xmlns:a16="http://schemas.microsoft.com/office/drawing/2014/main" id="{DB0DD68D-AA65-4E84-86C3-278395F7B8EC}"/>
              </a:ext>
            </a:extLst>
          </p:cNvPr>
          <p:cNvSpPr>
            <a:spLocks noGrp="1"/>
          </p:cNvSpPr>
          <p:nvPr>
            <p:ph type="body" sz="quarter" idx="36"/>
          </p:nvPr>
        </p:nvSpPr>
        <p:spPr/>
        <p:txBody>
          <a:bodyPr/>
          <a:lstStyle/>
          <a:p>
            <a:r>
              <a:rPr lang="pt-BR" dirty="0" err="1"/>
              <a:t>Consumer</a:t>
            </a:r>
            <a:r>
              <a:rPr lang="pt-BR" dirty="0"/>
              <a:t> / SMB</a:t>
            </a:r>
          </a:p>
        </p:txBody>
      </p:sp>
      <p:sp>
        <p:nvSpPr>
          <p:cNvPr id="10" name="Espaço Reservado para Texto 9">
            <a:extLst>
              <a:ext uri="{FF2B5EF4-FFF2-40B4-BE49-F238E27FC236}">
                <a16:creationId xmlns:a16="http://schemas.microsoft.com/office/drawing/2014/main" id="{E7EDF688-F9C5-4828-A10F-26F971B4AD3D}"/>
              </a:ext>
            </a:extLst>
          </p:cNvPr>
          <p:cNvSpPr>
            <a:spLocks noGrp="1"/>
          </p:cNvSpPr>
          <p:nvPr>
            <p:ph type="body" sz="quarter" idx="45"/>
          </p:nvPr>
        </p:nvSpPr>
        <p:spPr/>
        <p:txBody>
          <a:bodyPr/>
          <a:lstStyle/>
          <a:p>
            <a:r>
              <a:rPr lang="pt-BR" dirty="0"/>
              <a:t>22/07/2025</a:t>
            </a:r>
          </a:p>
        </p:txBody>
      </p:sp>
      <p:sp>
        <p:nvSpPr>
          <p:cNvPr id="11" name="Espaço Reservado para Texto 10">
            <a:extLst>
              <a:ext uri="{FF2B5EF4-FFF2-40B4-BE49-F238E27FC236}">
                <a16:creationId xmlns:a16="http://schemas.microsoft.com/office/drawing/2014/main" id="{47D48DDA-C8A1-4069-BBB7-2BECBF0B9B8F}"/>
              </a:ext>
            </a:extLst>
          </p:cNvPr>
          <p:cNvSpPr>
            <a:spLocks noGrp="1"/>
          </p:cNvSpPr>
          <p:nvPr>
            <p:ph type="body" sz="quarter" idx="46"/>
          </p:nvPr>
        </p:nvSpPr>
        <p:spPr/>
        <p:txBody>
          <a:bodyPr/>
          <a:lstStyle/>
          <a:p>
            <a:endParaRPr lang="pt-BR"/>
          </a:p>
        </p:txBody>
      </p:sp>
      <p:sp>
        <p:nvSpPr>
          <p:cNvPr id="12" name="Espaço Reservado para Texto 11">
            <a:extLst>
              <a:ext uri="{FF2B5EF4-FFF2-40B4-BE49-F238E27FC236}">
                <a16:creationId xmlns:a16="http://schemas.microsoft.com/office/drawing/2014/main" id="{1AFA7965-3D2D-4B64-BCFC-85348D5AF0F3}"/>
              </a:ext>
            </a:extLst>
          </p:cNvPr>
          <p:cNvSpPr>
            <a:spLocks noGrp="1"/>
          </p:cNvSpPr>
          <p:nvPr>
            <p:ph type="body" sz="quarter" idx="47"/>
          </p:nvPr>
        </p:nvSpPr>
        <p:spPr/>
        <p:txBody>
          <a:bodyPr/>
          <a:lstStyle/>
          <a:p>
            <a:endParaRPr lang="pt-BR"/>
          </a:p>
        </p:txBody>
      </p:sp>
      <p:sp>
        <p:nvSpPr>
          <p:cNvPr id="13" name="Espaço Reservado para Texto 12">
            <a:extLst>
              <a:ext uri="{FF2B5EF4-FFF2-40B4-BE49-F238E27FC236}">
                <a16:creationId xmlns:a16="http://schemas.microsoft.com/office/drawing/2014/main" id="{89121AA2-A9CE-4379-AB64-6B8575EF7D3D}"/>
              </a:ext>
            </a:extLst>
          </p:cNvPr>
          <p:cNvSpPr>
            <a:spLocks noGrp="1"/>
          </p:cNvSpPr>
          <p:nvPr>
            <p:ph type="body" sz="quarter" idx="48"/>
          </p:nvPr>
        </p:nvSpPr>
        <p:spPr/>
        <p:txBody>
          <a:bodyPr/>
          <a:lstStyle/>
          <a:p>
            <a:endParaRPr lang="pt-BR"/>
          </a:p>
        </p:txBody>
      </p:sp>
      <p:sp>
        <p:nvSpPr>
          <p:cNvPr id="14" name="Espaço Reservado para Texto 13">
            <a:extLst>
              <a:ext uri="{FF2B5EF4-FFF2-40B4-BE49-F238E27FC236}">
                <a16:creationId xmlns:a16="http://schemas.microsoft.com/office/drawing/2014/main" id="{46EA83A3-72B4-4C8E-BE29-7050E71A9CF5}"/>
              </a:ext>
            </a:extLst>
          </p:cNvPr>
          <p:cNvSpPr>
            <a:spLocks noGrp="1"/>
          </p:cNvSpPr>
          <p:nvPr>
            <p:ph type="body" sz="quarter" idx="49"/>
          </p:nvPr>
        </p:nvSpPr>
        <p:spPr/>
        <p:txBody>
          <a:bodyPr/>
          <a:lstStyle/>
          <a:p>
            <a:r>
              <a:rPr lang="pt-BR" dirty="0"/>
              <a:t>1.0</a:t>
            </a:r>
          </a:p>
        </p:txBody>
      </p:sp>
      <p:sp>
        <p:nvSpPr>
          <p:cNvPr id="15" name="Espaço Reservado para Texto 14">
            <a:extLst>
              <a:ext uri="{FF2B5EF4-FFF2-40B4-BE49-F238E27FC236}">
                <a16:creationId xmlns:a16="http://schemas.microsoft.com/office/drawing/2014/main" id="{7A2C42A9-C392-4029-9F05-74FB151098CB}"/>
              </a:ext>
            </a:extLst>
          </p:cNvPr>
          <p:cNvSpPr>
            <a:spLocks noGrp="1"/>
          </p:cNvSpPr>
          <p:nvPr>
            <p:ph type="body" sz="quarter" idx="50"/>
          </p:nvPr>
        </p:nvSpPr>
        <p:spPr/>
        <p:txBody>
          <a:bodyPr/>
          <a:lstStyle/>
          <a:p>
            <a:endParaRPr lang="pt-BR"/>
          </a:p>
        </p:txBody>
      </p:sp>
      <p:sp>
        <p:nvSpPr>
          <p:cNvPr id="16" name="Espaço Reservado para Texto 15">
            <a:extLst>
              <a:ext uri="{FF2B5EF4-FFF2-40B4-BE49-F238E27FC236}">
                <a16:creationId xmlns:a16="http://schemas.microsoft.com/office/drawing/2014/main" id="{E79BA70D-EF07-462B-BD23-106D8649A772}"/>
              </a:ext>
            </a:extLst>
          </p:cNvPr>
          <p:cNvSpPr>
            <a:spLocks noGrp="1"/>
          </p:cNvSpPr>
          <p:nvPr>
            <p:ph type="body" sz="quarter" idx="51"/>
          </p:nvPr>
        </p:nvSpPr>
        <p:spPr/>
        <p:txBody>
          <a:bodyPr/>
          <a:lstStyle/>
          <a:p>
            <a:endParaRPr lang="pt-BR"/>
          </a:p>
        </p:txBody>
      </p:sp>
      <p:sp>
        <p:nvSpPr>
          <p:cNvPr id="17" name="Espaço Reservado para Texto 16">
            <a:extLst>
              <a:ext uri="{FF2B5EF4-FFF2-40B4-BE49-F238E27FC236}">
                <a16:creationId xmlns:a16="http://schemas.microsoft.com/office/drawing/2014/main" id="{7B1B32A9-16CD-40D9-A594-F4B720E54EB5}"/>
              </a:ext>
            </a:extLst>
          </p:cNvPr>
          <p:cNvSpPr>
            <a:spLocks noGrp="1"/>
          </p:cNvSpPr>
          <p:nvPr>
            <p:ph type="body" sz="quarter" idx="52"/>
          </p:nvPr>
        </p:nvSpPr>
        <p:spPr/>
        <p:txBody>
          <a:bodyPr/>
          <a:lstStyle/>
          <a:p>
            <a:endParaRPr lang="pt-BR"/>
          </a:p>
        </p:txBody>
      </p:sp>
      <p:sp>
        <p:nvSpPr>
          <p:cNvPr id="18" name="Espaço Reservado para Texto 17">
            <a:extLst>
              <a:ext uri="{FF2B5EF4-FFF2-40B4-BE49-F238E27FC236}">
                <a16:creationId xmlns:a16="http://schemas.microsoft.com/office/drawing/2014/main" id="{A4519B84-EC0A-4209-A17E-9D1E5537AB80}"/>
              </a:ext>
            </a:extLst>
          </p:cNvPr>
          <p:cNvSpPr>
            <a:spLocks noGrp="1"/>
          </p:cNvSpPr>
          <p:nvPr>
            <p:ph type="body" sz="quarter" idx="53"/>
          </p:nvPr>
        </p:nvSpPr>
        <p:spPr/>
        <p:txBody>
          <a:bodyPr/>
          <a:lstStyle/>
          <a:p>
            <a:endParaRPr lang="pt-BR" dirty="0"/>
          </a:p>
        </p:txBody>
      </p:sp>
      <p:sp>
        <p:nvSpPr>
          <p:cNvPr id="19" name="Espaço Reservado para Texto 18">
            <a:extLst>
              <a:ext uri="{FF2B5EF4-FFF2-40B4-BE49-F238E27FC236}">
                <a16:creationId xmlns:a16="http://schemas.microsoft.com/office/drawing/2014/main" id="{56B6D502-77B9-4976-8A50-A54CC46CA237}"/>
              </a:ext>
            </a:extLst>
          </p:cNvPr>
          <p:cNvSpPr>
            <a:spLocks noGrp="1"/>
          </p:cNvSpPr>
          <p:nvPr>
            <p:ph type="body" sz="quarter" idx="54"/>
          </p:nvPr>
        </p:nvSpPr>
        <p:spPr/>
        <p:txBody>
          <a:bodyPr/>
          <a:lstStyle/>
          <a:p>
            <a:endParaRPr lang="pt-BR"/>
          </a:p>
        </p:txBody>
      </p:sp>
      <p:sp>
        <p:nvSpPr>
          <p:cNvPr id="20" name="Espaço Reservado para Texto 19">
            <a:extLst>
              <a:ext uri="{FF2B5EF4-FFF2-40B4-BE49-F238E27FC236}">
                <a16:creationId xmlns:a16="http://schemas.microsoft.com/office/drawing/2014/main" id="{31F88E15-1943-4A6B-A7C3-3232F27AF8EC}"/>
              </a:ext>
            </a:extLst>
          </p:cNvPr>
          <p:cNvSpPr>
            <a:spLocks noGrp="1"/>
          </p:cNvSpPr>
          <p:nvPr>
            <p:ph type="body" sz="quarter" idx="55"/>
          </p:nvPr>
        </p:nvSpPr>
        <p:spPr/>
        <p:txBody>
          <a:bodyPr/>
          <a:lstStyle/>
          <a:p>
            <a:endParaRPr lang="pt-BR"/>
          </a:p>
        </p:txBody>
      </p:sp>
      <p:sp>
        <p:nvSpPr>
          <p:cNvPr id="21" name="Espaço Reservado para Texto 20">
            <a:extLst>
              <a:ext uri="{FF2B5EF4-FFF2-40B4-BE49-F238E27FC236}">
                <a16:creationId xmlns:a16="http://schemas.microsoft.com/office/drawing/2014/main" id="{4904E9FF-E8EE-4921-8D1A-E5E602693FE4}"/>
              </a:ext>
            </a:extLst>
          </p:cNvPr>
          <p:cNvSpPr>
            <a:spLocks noGrp="1"/>
          </p:cNvSpPr>
          <p:nvPr>
            <p:ph type="body" sz="quarter" idx="56"/>
          </p:nvPr>
        </p:nvSpPr>
        <p:spPr/>
        <p:txBody>
          <a:bodyPr/>
          <a:lstStyle/>
          <a:p>
            <a:endParaRPr lang="pt-BR"/>
          </a:p>
        </p:txBody>
      </p:sp>
      <p:sp>
        <p:nvSpPr>
          <p:cNvPr id="22" name="Espaço Reservado para Texto 21">
            <a:extLst>
              <a:ext uri="{FF2B5EF4-FFF2-40B4-BE49-F238E27FC236}">
                <a16:creationId xmlns:a16="http://schemas.microsoft.com/office/drawing/2014/main" id="{13F69D63-51FC-410B-9872-DBA0DD556BCF}"/>
              </a:ext>
            </a:extLst>
          </p:cNvPr>
          <p:cNvSpPr>
            <a:spLocks noGrp="1"/>
          </p:cNvSpPr>
          <p:nvPr>
            <p:ph type="body" sz="quarter" idx="57"/>
          </p:nvPr>
        </p:nvSpPr>
        <p:spPr/>
        <p:txBody>
          <a:bodyPr/>
          <a:lstStyle/>
          <a:p>
            <a:endParaRPr lang="pt-BR"/>
          </a:p>
        </p:txBody>
      </p:sp>
    </p:spTree>
    <p:extLst>
      <p:ext uri="{BB962C8B-B14F-4D97-AF65-F5344CB8AC3E}">
        <p14:creationId xmlns:p14="http://schemas.microsoft.com/office/powerpoint/2010/main" val="1181985111"/>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Texto 1">
            <a:extLst>
              <a:ext uri="{FF2B5EF4-FFF2-40B4-BE49-F238E27FC236}">
                <a16:creationId xmlns:a16="http://schemas.microsoft.com/office/drawing/2014/main" id="{E78277DF-BCA1-4B9F-86C1-2331D2E59ABD}"/>
              </a:ext>
            </a:extLst>
          </p:cNvPr>
          <p:cNvSpPr>
            <a:spLocks noGrp="1"/>
          </p:cNvSpPr>
          <p:nvPr>
            <p:ph type="body" sz="quarter" idx="21"/>
          </p:nvPr>
        </p:nvSpPr>
        <p:spPr/>
        <p:txBody>
          <a:bodyPr>
            <a:normAutofit/>
          </a:bodyPr>
          <a:lstStyle/>
          <a:p>
            <a:pPr marL="171450" indent="-171450">
              <a:buFont typeface="Arial" panose="020B0604020202020204" pitchFamily="34" charset="0"/>
              <a:buChar char="•"/>
            </a:pPr>
            <a:r>
              <a:rPr lang="pt-BR" sz="1000" dirty="0"/>
              <a:t>Que a página de </a:t>
            </a:r>
            <a:r>
              <a:rPr lang="pt-BR" sz="1000" dirty="0" err="1"/>
              <a:t>de</a:t>
            </a:r>
            <a:r>
              <a:rPr lang="pt-BR" sz="1000" dirty="0"/>
              <a:t> reset de senha seja integrada ao sistema da Intelsat, e que seja possível trafegar e resetar a senha através da </a:t>
            </a:r>
            <a:r>
              <a:rPr lang="pt-BR" sz="1000" dirty="0" err="1"/>
              <a:t>Webview</a:t>
            </a:r>
            <a:endParaRPr lang="pt-BR" sz="1000" dirty="0"/>
          </a:p>
          <a:p>
            <a:pPr marL="171450" indent="-171450">
              <a:buFont typeface="Arial" panose="020B0604020202020204" pitchFamily="34" charset="0"/>
              <a:buChar char="•"/>
            </a:pPr>
            <a:endParaRPr lang="pt-BR" sz="1000" dirty="0"/>
          </a:p>
          <a:p>
            <a:pPr marL="171450" indent="-171450">
              <a:buFont typeface="Arial" panose="020B0604020202020204" pitchFamily="34" charset="0"/>
              <a:buChar char="•"/>
            </a:pPr>
            <a:r>
              <a:rPr lang="pt-BR" sz="1000" dirty="0"/>
              <a:t>Abaixo segue a URL utilizada pelo APP Beta para Reset de senha, porém, TI precisa nos informar qual será o melhor caminho.:  </a:t>
            </a:r>
          </a:p>
          <a:p>
            <a:pPr marL="171450" indent="-171450">
              <a:buFont typeface="Arial" panose="020B0604020202020204" pitchFamily="34" charset="0"/>
              <a:buChar char="•"/>
            </a:pPr>
            <a:endParaRPr lang="pt-BR" sz="1000" dirty="0"/>
          </a:p>
          <a:p>
            <a:r>
              <a:rPr lang="pt-BR" sz="1000" dirty="0"/>
              <a:t>https://auth3.tim.com.br/webapp-resetSenha/forgotPassword?layout=meutimapp&amp;loginType=USER&amp;channel=4&amp;msisdn=</a:t>
            </a:r>
            <a:r>
              <a:rPr lang="pt-BR" sz="1000" b="1" dirty="0">
                <a:highlight>
                  <a:srgbClr val="FFFF00"/>
                </a:highlight>
              </a:rPr>
              <a:t>DD</a:t>
            </a:r>
            <a:r>
              <a:rPr lang="pt-BR" sz="1000" dirty="0"/>
              <a:t>%</a:t>
            </a:r>
            <a:r>
              <a:rPr lang="pt-BR" sz="1000" b="1" dirty="0">
                <a:highlight>
                  <a:srgbClr val="FFFF00"/>
                </a:highlight>
              </a:rPr>
              <a:t>”MSISDN”</a:t>
            </a:r>
          </a:p>
        </p:txBody>
      </p:sp>
      <p:sp>
        <p:nvSpPr>
          <p:cNvPr id="3" name="Espaço Reservado para Texto 2">
            <a:extLst>
              <a:ext uri="{FF2B5EF4-FFF2-40B4-BE49-F238E27FC236}">
                <a16:creationId xmlns:a16="http://schemas.microsoft.com/office/drawing/2014/main" id="{37B8FFBE-3948-4CD7-8682-230F5EB5057C}"/>
              </a:ext>
            </a:extLst>
          </p:cNvPr>
          <p:cNvSpPr>
            <a:spLocks noGrp="1"/>
          </p:cNvSpPr>
          <p:nvPr>
            <p:ph type="body" sz="quarter" idx="28"/>
          </p:nvPr>
        </p:nvSpPr>
        <p:spPr/>
        <p:txBody>
          <a:bodyPr>
            <a:normAutofit/>
          </a:bodyPr>
          <a:lstStyle/>
          <a:p>
            <a:r>
              <a:rPr lang="pt-BR" sz="1000" dirty="0"/>
              <a:t>Solicitamos que seja alterado a atual forma de reset de senha para o produto </a:t>
            </a:r>
            <a:r>
              <a:rPr lang="pt-BR" sz="1000" dirty="0" err="1"/>
              <a:t>Inflight</a:t>
            </a:r>
            <a:r>
              <a:rPr lang="pt-BR" sz="1000" dirty="0"/>
              <a:t>.</a:t>
            </a:r>
          </a:p>
          <a:p>
            <a:endParaRPr lang="pt-BR" sz="1000" dirty="0"/>
          </a:p>
          <a:p>
            <a:r>
              <a:rPr lang="pt-BR" sz="1000" b="1" dirty="0"/>
              <a:t>Cenário atual:</a:t>
            </a:r>
            <a:r>
              <a:rPr lang="pt-BR" sz="1000" dirty="0"/>
              <a:t> a parte de “Esqueci minha senha” está apenas orientativo.</a:t>
            </a:r>
          </a:p>
          <a:p>
            <a:endParaRPr lang="pt-BR" sz="1000" dirty="0"/>
          </a:p>
          <a:p>
            <a:r>
              <a:rPr lang="pt-BR" sz="1000" b="1" dirty="0"/>
              <a:t>Cenário desejado:</a:t>
            </a:r>
            <a:r>
              <a:rPr lang="pt-BR" sz="1000" dirty="0"/>
              <a:t> Que seja inserido um botão que leve para a página de reset de senha da TIM (</a:t>
            </a:r>
            <a:r>
              <a:rPr lang="pt-BR" sz="1000" dirty="0" err="1"/>
              <a:t>Webview</a:t>
            </a:r>
            <a:r>
              <a:rPr lang="pt-BR" sz="1000" dirty="0"/>
              <a:t>)</a:t>
            </a:r>
          </a:p>
          <a:p>
            <a:endParaRPr lang="pt-BR" sz="1000" dirty="0"/>
          </a:p>
        </p:txBody>
      </p:sp>
      <p:sp>
        <p:nvSpPr>
          <p:cNvPr id="4" name="Espaço Reservado para Texto 3">
            <a:extLst>
              <a:ext uri="{FF2B5EF4-FFF2-40B4-BE49-F238E27FC236}">
                <a16:creationId xmlns:a16="http://schemas.microsoft.com/office/drawing/2014/main" id="{75DC843A-8421-4E93-88A9-1B28EE262384}"/>
              </a:ext>
            </a:extLst>
          </p:cNvPr>
          <p:cNvSpPr>
            <a:spLocks noGrp="1"/>
          </p:cNvSpPr>
          <p:nvPr>
            <p:ph type="body" sz="quarter" idx="31"/>
          </p:nvPr>
        </p:nvSpPr>
        <p:spPr/>
        <p:txBody>
          <a:bodyPr>
            <a:normAutofit/>
          </a:bodyPr>
          <a:lstStyle/>
          <a:p>
            <a:endParaRPr lang="pt-BR" sz="900" dirty="0"/>
          </a:p>
        </p:txBody>
      </p:sp>
      <p:sp>
        <p:nvSpPr>
          <p:cNvPr id="5" name="Espaço Reservado para Texto 4">
            <a:extLst>
              <a:ext uri="{FF2B5EF4-FFF2-40B4-BE49-F238E27FC236}">
                <a16:creationId xmlns:a16="http://schemas.microsoft.com/office/drawing/2014/main" id="{2BFB5509-15BB-4A87-8A27-A8DEFEFB67BD}"/>
              </a:ext>
            </a:extLst>
          </p:cNvPr>
          <p:cNvSpPr>
            <a:spLocks noGrp="1"/>
          </p:cNvSpPr>
          <p:nvPr>
            <p:ph type="body" sz="quarter" idx="33"/>
          </p:nvPr>
        </p:nvSpPr>
        <p:spPr/>
        <p:txBody>
          <a:bodyPr/>
          <a:lstStyle/>
          <a:p>
            <a:endParaRPr lang="pt-BR" dirty="0"/>
          </a:p>
        </p:txBody>
      </p:sp>
    </p:spTree>
    <p:extLst>
      <p:ext uri="{BB962C8B-B14F-4D97-AF65-F5344CB8AC3E}">
        <p14:creationId xmlns:p14="http://schemas.microsoft.com/office/powerpoint/2010/main" val="3712669517"/>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Espaço Reservado para Texto 2">
            <a:extLst>
              <a:ext uri="{FF2B5EF4-FFF2-40B4-BE49-F238E27FC236}">
                <a16:creationId xmlns:a16="http://schemas.microsoft.com/office/drawing/2014/main" id="{1D057513-0470-4394-8BAA-08532EEF7A8A}"/>
              </a:ext>
            </a:extLst>
          </p:cNvPr>
          <p:cNvSpPr>
            <a:spLocks noGrp="1"/>
          </p:cNvSpPr>
          <p:nvPr>
            <p:ph type="body" sz="quarter" idx="32"/>
          </p:nvPr>
        </p:nvSpPr>
        <p:spPr/>
        <p:txBody>
          <a:bodyPr/>
          <a:lstStyle/>
          <a:p>
            <a:r>
              <a:rPr lang="pt-BR" dirty="0"/>
              <a:t>Nacional</a:t>
            </a:r>
          </a:p>
        </p:txBody>
      </p:sp>
      <p:sp>
        <p:nvSpPr>
          <p:cNvPr id="4" name="Espaço Reservado para Texto 3">
            <a:extLst>
              <a:ext uri="{FF2B5EF4-FFF2-40B4-BE49-F238E27FC236}">
                <a16:creationId xmlns:a16="http://schemas.microsoft.com/office/drawing/2014/main" id="{DF20CC58-1D0B-4CFF-81E9-831A8C47EED0}"/>
              </a:ext>
            </a:extLst>
          </p:cNvPr>
          <p:cNvSpPr>
            <a:spLocks noGrp="1"/>
          </p:cNvSpPr>
          <p:nvPr>
            <p:ph type="body" sz="quarter" idx="37"/>
          </p:nvPr>
        </p:nvSpPr>
        <p:spPr/>
        <p:txBody>
          <a:bodyPr/>
          <a:lstStyle/>
          <a:p>
            <a:r>
              <a:rPr lang="pt-BR" dirty="0"/>
              <a:t>A ser definido com TI</a:t>
            </a:r>
          </a:p>
        </p:txBody>
      </p:sp>
      <p:sp>
        <p:nvSpPr>
          <p:cNvPr id="5" name="Espaço Reservado para Texto 4">
            <a:extLst>
              <a:ext uri="{FF2B5EF4-FFF2-40B4-BE49-F238E27FC236}">
                <a16:creationId xmlns:a16="http://schemas.microsoft.com/office/drawing/2014/main" id="{46871D1F-C9A1-41CC-A0CE-F71C26EBAAF2}"/>
              </a:ext>
            </a:extLst>
          </p:cNvPr>
          <p:cNvSpPr>
            <a:spLocks noGrp="1"/>
          </p:cNvSpPr>
          <p:nvPr>
            <p:ph type="body" sz="quarter" idx="39"/>
          </p:nvPr>
        </p:nvSpPr>
        <p:spPr/>
        <p:txBody>
          <a:bodyPr/>
          <a:lstStyle/>
          <a:p>
            <a:endParaRPr lang="pt-BR" dirty="0"/>
          </a:p>
        </p:txBody>
      </p:sp>
      <p:sp>
        <p:nvSpPr>
          <p:cNvPr id="6" name="Espaço Reservado para Texto 5">
            <a:extLst>
              <a:ext uri="{FF2B5EF4-FFF2-40B4-BE49-F238E27FC236}">
                <a16:creationId xmlns:a16="http://schemas.microsoft.com/office/drawing/2014/main" id="{0B8C6418-E28E-412D-8DB0-895F266888DB}"/>
              </a:ext>
            </a:extLst>
          </p:cNvPr>
          <p:cNvSpPr>
            <a:spLocks noGrp="1"/>
          </p:cNvSpPr>
          <p:nvPr>
            <p:ph type="body" sz="quarter" idx="80"/>
          </p:nvPr>
        </p:nvSpPr>
        <p:spPr/>
        <p:txBody>
          <a:bodyPr/>
          <a:lstStyle/>
          <a:p>
            <a:r>
              <a:rPr lang="pt-BR" dirty="0"/>
              <a:t>Não há</a:t>
            </a:r>
          </a:p>
        </p:txBody>
      </p:sp>
      <p:sp>
        <p:nvSpPr>
          <p:cNvPr id="7" name="Espaço Reservado para Texto 6">
            <a:extLst>
              <a:ext uri="{FF2B5EF4-FFF2-40B4-BE49-F238E27FC236}">
                <a16:creationId xmlns:a16="http://schemas.microsoft.com/office/drawing/2014/main" id="{BCFAF607-B78E-425A-A767-A475B998D2C2}"/>
              </a:ext>
            </a:extLst>
          </p:cNvPr>
          <p:cNvSpPr>
            <a:spLocks noGrp="1"/>
          </p:cNvSpPr>
          <p:nvPr>
            <p:ph type="body" sz="quarter" idx="81"/>
          </p:nvPr>
        </p:nvSpPr>
        <p:spPr/>
        <p:txBody>
          <a:bodyPr/>
          <a:lstStyle/>
          <a:p>
            <a:endParaRPr lang="pt-BR" dirty="0"/>
          </a:p>
        </p:txBody>
      </p:sp>
      <p:sp>
        <p:nvSpPr>
          <p:cNvPr id="9" name="Espaço Reservado para Texto 8">
            <a:extLst>
              <a:ext uri="{FF2B5EF4-FFF2-40B4-BE49-F238E27FC236}">
                <a16:creationId xmlns:a16="http://schemas.microsoft.com/office/drawing/2014/main" id="{4103C1BD-EB8A-4EB3-8118-44925AB9F609}"/>
              </a:ext>
            </a:extLst>
          </p:cNvPr>
          <p:cNvSpPr>
            <a:spLocks noGrp="1"/>
          </p:cNvSpPr>
          <p:nvPr>
            <p:ph type="body" sz="quarter" idx="83"/>
          </p:nvPr>
        </p:nvSpPr>
        <p:spPr>
          <a:xfrm>
            <a:off x="10197435" y="2315430"/>
            <a:ext cx="349660" cy="385109"/>
          </a:xfrm>
        </p:spPr>
        <p:txBody>
          <a:bodyPr/>
          <a:lstStyle/>
          <a:p>
            <a:pPr algn="ctr"/>
            <a:r>
              <a:rPr lang="pt-BR" dirty="0"/>
              <a:t>x</a:t>
            </a:r>
          </a:p>
        </p:txBody>
      </p:sp>
      <p:sp>
        <p:nvSpPr>
          <p:cNvPr id="10" name="Espaço Reservado para Texto 9">
            <a:extLst>
              <a:ext uri="{FF2B5EF4-FFF2-40B4-BE49-F238E27FC236}">
                <a16:creationId xmlns:a16="http://schemas.microsoft.com/office/drawing/2014/main" id="{E881C256-D790-407A-B336-68A6CC4478AE}"/>
              </a:ext>
            </a:extLst>
          </p:cNvPr>
          <p:cNvSpPr>
            <a:spLocks noGrp="1"/>
          </p:cNvSpPr>
          <p:nvPr>
            <p:ph type="body" sz="quarter" idx="193"/>
          </p:nvPr>
        </p:nvSpPr>
        <p:spPr/>
        <p:txBody>
          <a:bodyPr/>
          <a:lstStyle/>
          <a:p>
            <a:endParaRPr lang="pt-BR" dirty="0"/>
          </a:p>
        </p:txBody>
      </p:sp>
      <p:sp>
        <p:nvSpPr>
          <p:cNvPr id="12" name="Text Placeholder 11">
            <a:extLst>
              <a:ext uri="{FF2B5EF4-FFF2-40B4-BE49-F238E27FC236}">
                <a16:creationId xmlns:a16="http://schemas.microsoft.com/office/drawing/2014/main" id="{90F56241-DE2C-A354-7152-4C7A0E5CCD14}"/>
              </a:ext>
            </a:extLst>
          </p:cNvPr>
          <p:cNvSpPr>
            <a:spLocks noGrp="1"/>
          </p:cNvSpPr>
          <p:nvPr>
            <p:ph type="body" sz="quarter" idx="29"/>
          </p:nvPr>
        </p:nvSpPr>
        <p:spPr/>
        <p:txBody>
          <a:bodyPr/>
          <a:lstStyle/>
          <a:p>
            <a:r>
              <a:rPr lang="pt-BR" dirty="0"/>
              <a:t>Este projeto não altera a base elegível</a:t>
            </a:r>
          </a:p>
        </p:txBody>
      </p:sp>
      <p:sp>
        <p:nvSpPr>
          <p:cNvPr id="14" name="Text Placeholder 13">
            <a:extLst>
              <a:ext uri="{FF2B5EF4-FFF2-40B4-BE49-F238E27FC236}">
                <a16:creationId xmlns:a16="http://schemas.microsoft.com/office/drawing/2014/main" id="{FA6DE4EC-E354-1BD3-65BB-C1388DEE04C0}"/>
              </a:ext>
            </a:extLst>
          </p:cNvPr>
          <p:cNvSpPr>
            <a:spLocks noGrp="1"/>
          </p:cNvSpPr>
          <p:nvPr>
            <p:ph type="body" sz="quarter" idx="82"/>
          </p:nvPr>
        </p:nvSpPr>
        <p:spPr/>
        <p:txBody>
          <a:bodyPr/>
          <a:lstStyle/>
          <a:p>
            <a:endParaRPr lang="pt-BR"/>
          </a:p>
        </p:txBody>
      </p:sp>
    </p:spTree>
    <p:extLst>
      <p:ext uri="{BB962C8B-B14F-4D97-AF65-F5344CB8AC3E}">
        <p14:creationId xmlns:p14="http://schemas.microsoft.com/office/powerpoint/2010/main" val="3862773325"/>
      </p:ext>
    </p:extLst>
  </p:cSld>
  <p:clrMapOvr>
    <a:masterClrMapping/>
  </p:clrMapOvr>
  <mc:AlternateContent xmlns:mc="http://schemas.openxmlformats.org/markup-compatibility/2006" xmlns:p14="http://schemas.microsoft.com/office/powerpoint/2010/main">
    <mc:Choice Requires="p14">
      <p:transition p14:dur="300">
        <p:fade/>
      </p:transition>
    </mc:Choice>
    <mc:Fallback xmlns="">
      <p:transition>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ectangle: Rounded Corners 22">
            <a:extLst>
              <a:ext uri="{FF2B5EF4-FFF2-40B4-BE49-F238E27FC236}">
                <a16:creationId xmlns:a16="http://schemas.microsoft.com/office/drawing/2014/main" id="{5B3F0777-3B8F-8AD8-608E-5A5D8853C38D}"/>
              </a:ext>
            </a:extLst>
          </p:cNvPr>
          <p:cNvSpPr/>
          <p:nvPr/>
        </p:nvSpPr>
        <p:spPr>
          <a:xfrm>
            <a:off x="110903" y="84085"/>
            <a:ext cx="12025930" cy="6718712"/>
          </a:xfrm>
          <a:prstGeom prst="roundRect">
            <a:avLst>
              <a:gd name="adj" fmla="val 7073"/>
            </a:avLst>
          </a:prstGeom>
          <a:solidFill>
            <a:schemeClr val="bg1"/>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5" name="Picture 4" descr="A screenshot of a cell phone&#10;&#10;AI-generated content may be incorrect.">
            <a:extLst>
              <a:ext uri="{FF2B5EF4-FFF2-40B4-BE49-F238E27FC236}">
                <a16:creationId xmlns:a16="http://schemas.microsoft.com/office/drawing/2014/main" id="{39A8F349-E29E-3BAA-40F6-89F3A1BCC601}"/>
              </a:ext>
            </a:extLst>
          </p:cNvPr>
          <p:cNvPicPr>
            <a:picLocks noChangeAspect="1"/>
          </p:cNvPicPr>
          <p:nvPr/>
        </p:nvPicPr>
        <p:blipFill>
          <a:blip r:embed="rId2"/>
          <a:stretch>
            <a:fillRect/>
          </a:stretch>
        </p:blipFill>
        <p:spPr>
          <a:xfrm>
            <a:off x="558804" y="2881042"/>
            <a:ext cx="906902" cy="3566671"/>
          </a:xfrm>
          <a:prstGeom prst="rect">
            <a:avLst/>
          </a:prstGeom>
          <a:effectLst>
            <a:outerShdw blurRad="50800" dist="38100" dir="2700000" algn="tl" rotWithShape="0">
              <a:prstClr val="black">
                <a:alpha val="40000"/>
              </a:prstClr>
            </a:outerShdw>
          </a:effectLst>
        </p:spPr>
      </p:pic>
      <p:pic>
        <p:nvPicPr>
          <p:cNvPr id="7" name="Picture 6" descr="A screenshot of a phone&#10;&#10;AI-generated content may be incorrect.">
            <a:extLst>
              <a:ext uri="{FF2B5EF4-FFF2-40B4-BE49-F238E27FC236}">
                <a16:creationId xmlns:a16="http://schemas.microsoft.com/office/drawing/2014/main" id="{B8C615DC-46BD-622A-0F27-4ADEBC7F56DD}"/>
              </a:ext>
            </a:extLst>
          </p:cNvPr>
          <p:cNvPicPr>
            <a:picLocks noChangeAspect="1"/>
          </p:cNvPicPr>
          <p:nvPr/>
        </p:nvPicPr>
        <p:blipFill>
          <a:blip r:embed="rId3"/>
          <a:stretch>
            <a:fillRect/>
          </a:stretch>
        </p:blipFill>
        <p:spPr>
          <a:xfrm>
            <a:off x="2126579" y="2929667"/>
            <a:ext cx="2256727" cy="3373164"/>
          </a:xfrm>
          <a:prstGeom prst="rect">
            <a:avLst/>
          </a:prstGeom>
          <a:effectLst>
            <a:outerShdw blurRad="50800" dist="38100" dir="2700000" algn="tl" rotWithShape="0">
              <a:prstClr val="black">
                <a:alpha val="40000"/>
              </a:prstClr>
            </a:outerShdw>
          </a:effectLst>
        </p:spPr>
      </p:pic>
      <p:pic>
        <p:nvPicPr>
          <p:cNvPr id="8" name="Picture 7" descr="A screenshot of a phone&#10;&#10;AI-generated content may be incorrect.">
            <a:extLst>
              <a:ext uri="{FF2B5EF4-FFF2-40B4-BE49-F238E27FC236}">
                <a16:creationId xmlns:a16="http://schemas.microsoft.com/office/drawing/2014/main" id="{8407AFBE-AE51-4A55-C390-B781BF92BA17}"/>
              </a:ext>
            </a:extLst>
          </p:cNvPr>
          <p:cNvPicPr>
            <a:picLocks noChangeAspect="1"/>
          </p:cNvPicPr>
          <p:nvPr/>
        </p:nvPicPr>
        <p:blipFill>
          <a:blip r:embed="rId3"/>
          <a:stretch>
            <a:fillRect/>
          </a:stretch>
        </p:blipFill>
        <p:spPr>
          <a:xfrm>
            <a:off x="4679482" y="2929667"/>
            <a:ext cx="2256727" cy="3373164"/>
          </a:xfrm>
          <a:prstGeom prst="rect">
            <a:avLst/>
          </a:prstGeom>
          <a:effectLst>
            <a:outerShdw blurRad="50800" dist="38100" dir="2700000" algn="tl" rotWithShape="0">
              <a:prstClr val="black">
                <a:alpha val="40000"/>
              </a:prstClr>
            </a:outerShdw>
          </a:effectLst>
        </p:spPr>
      </p:pic>
      <p:sp>
        <p:nvSpPr>
          <p:cNvPr id="9" name="Rectangle 8">
            <a:extLst>
              <a:ext uri="{FF2B5EF4-FFF2-40B4-BE49-F238E27FC236}">
                <a16:creationId xmlns:a16="http://schemas.microsoft.com/office/drawing/2014/main" id="{9F9F3DE3-4396-526F-3294-83B7742CB244}"/>
              </a:ext>
            </a:extLst>
          </p:cNvPr>
          <p:cNvSpPr/>
          <p:nvPr/>
        </p:nvSpPr>
        <p:spPr>
          <a:xfrm>
            <a:off x="4819474" y="4827358"/>
            <a:ext cx="2015277" cy="530685"/>
          </a:xfrm>
          <a:prstGeom prst="rect">
            <a:avLst/>
          </a:prstGeom>
          <a:solidFill>
            <a:srgbClr val="061B3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TextBox 9">
            <a:extLst>
              <a:ext uri="{FF2B5EF4-FFF2-40B4-BE49-F238E27FC236}">
                <a16:creationId xmlns:a16="http://schemas.microsoft.com/office/drawing/2014/main" id="{FB2EC26F-7953-C94F-E268-25DE62D9022C}"/>
              </a:ext>
            </a:extLst>
          </p:cNvPr>
          <p:cNvSpPr txBox="1"/>
          <p:nvPr/>
        </p:nvSpPr>
        <p:spPr>
          <a:xfrm>
            <a:off x="4838321" y="4794152"/>
            <a:ext cx="1935489" cy="507831"/>
          </a:xfrm>
          <a:prstGeom prst="rect">
            <a:avLst/>
          </a:prstGeom>
          <a:noFill/>
        </p:spPr>
        <p:txBody>
          <a:bodyPr wrap="square" rtlCol="0">
            <a:spAutoFit/>
          </a:bodyPr>
          <a:lstStyle/>
          <a:p>
            <a:r>
              <a:rPr lang="pt-BR" sz="900" dirty="0">
                <a:solidFill>
                  <a:schemeClr val="bg1"/>
                </a:solidFill>
              </a:rPr>
              <a:t>Se ainda estiver em solo, desligue seu Wi-Fi, conecte-se a sua rede TIM 5G, e resgate sua senha </a:t>
            </a:r>
            <a:r>
              <a:rPr lang="pt-BR" sz="900" b="1" u="sng" dirty="0">
                <a:solidFill>
                  <a:srgbClr val="00B0F0"/>
                </a:solidFill>
              </a:rPr>
              <a:t>CLICANDO</a:t>
            </a:r>
            <a:r>
              <a:rPr lang="pt-BR" sz="900" u="sng" dirty="0">
                <a:solidFill>
                  <a:srgbClr val="00B0F0"/>
                </a:solidFill>
              </a:rPr>
              <a:t> </a:t>
            </a:r>
            <a:r>
              <a:rPr lang="pt-BR" sz="900" b="1" u="sng" dirty="0">
                <a:solidFill>
                  <a:srgbClr val="00B0F0"/>
                </a:solidFill>
              </a:rPr>
              <a:t>AQUI.</a:t>
            </a:r>
          </a:p>
        </p:txBody>
      </p:sp>
      <p:sp>
        <p:nvSpPr>
          <p:cNvPr id="11" name="Rectangle: Rounded Corners 10">
            <a:extLst>
              <a:ext uri="{FF2B5EF4-FFF2-40B4-BE49-F238E27FC236}">
                <a16:creationId xmlns:a16="http://schemas.microsoft.com/office/drawing/2014/main" id="{EE28C84B-4B67-A662-40B3-97BBD9ED6273}"/>
              </a:ext>
            </a:extLst>
          </p:cNvPr>
          <p:cNvSpPr/>
          <p:nvPr/>
        </p:nvSpPr>
        <p:spPr>
          <a:xfrm>
            <a:off x="376787" y="4917135"/>
            <a:ext cx="1295358" cy="1281752"/>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cxnSp>
        <p:nvCxnSpPr>
          <p:cNvPr id="13" name="Straight Arrow Connector 12">
            <a:extLst>
              <a:ext uri="{FF2B5EF4-FFF2-40B4-BE49-F238E27FC236}">
                <a16:creationId xmlns:a16="http://schemas.microsoft.com/office/drawing/2014/main" id="{5E36AAE7-DEDB-441B-287C-E7731098B67F}"/>
              </a:ext>
            </a:extLst>
          </p:cNvPr>
          <p:cNvCxnSpPr>
            <a:cxnSpLocks/>
            <a:stCxn id="11" idx="3"/>
          </p:cNvCxnSpPr>
          <p:nvPr/>
        </p:nvCxnSpPr>
        <p:spPr>
          <a:xfrm flipV="1">
            <a:off x="1672145" y="5134792"/>
            <a:ext cx="607494" cy="423219"/>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08526945-C900-67E7-CA1F-D0C87A4213E1}"/>
              </a:ext>
            </a:extLst>
          </p:cNvPr>
          <p:cNvSpPr txBox="1"/>
          <p:nvPr/>
        </p:nvSpPr>
        <p:spPr>
          <a:xfrm>
            <a:off x="2118112" y="2589221"/>
            <a:ext cx="1935489" cy="338554"/>
          </a:xfrm>
          <a:prstGeom prst="rect">
            <a:avLst/>
          </a:prstGeom>
          <a:noFill/>
        </p:spPr>
        <p:txBody>
          <a:bodyPr wrap="square" rtlCol="0">
            <a:spAutoFit/>
          </a:bodyPr>
          <a:lstStyle/>
          <a:p>
            <a:pPr algn="ctr"/>
            <a:r>
              <a:rPr lang="pt-BR" sz="1600" b="1" dirty="0"/>
              <a:t>CENÁRIO ATUAL</a:t>
            </a:r>
            <a:endParaRPr lang="pt-BR" sz="1600" b="1" u="sng" dirty="0"/>
          </a:p>
        </p:txBody>
      </p:sp>
      <p:sp>
        <p:nvSpPr>
          <p:cNvPr id="15" name="TextBox 14">
            <a:extLst>
              <a:ext uri="{FF2B5EF4-FFF2-40B4-BE49-F238E27FC236}">
                <a16:creationId xmlns:a16="http://schemas.microsoft.com/office/drawing/2014/main" id="{3E51AA23-E780-B9B1-53CC-9B3B99948009}"/>
              </a:ext>
            </a:extLst>
          </p:cNvPr>
          <p:cNvSpPr txBox="1"/>
          <p:nvPr/>
        </p:nvSpPr>
        <p:spPr>
          <a:xfrm>
            <a:off x="4679482" y="2589221"/>
            <a:ext cx="2155269" cy="338554"/>
          </a:xfrm>
          <a:prstGeom prst="rect">
            <a:avLst/>
          </a:prstGeom>
          <a:noFill/>
        </p:spPr>
        <p:txBody>
          <a:bodyPr wrap="square" rtlCol="0">
            <a:spAutoFit/>
          </a:bodyPr>
          <a:lstStyle/>
          <a:p>
            <a:pPr algn="ctr"/>
            <a:r>
              <a:rPr lang="pt-BR" sz="1600" b="1" dirty="0"/>
              <a:t>CENÁRIO SOLICITADO</a:t>
            </a:r>
            <a:endParaRPr lang="pt-BR" sz="1600" b="1" u="sng" dirty="0"/>
          </a:p>
        </p:txBody>
      </p:sp>
      <p:sp>
        <p:nvSpPr>
          <p:cNvPr id="18" name="Rectangle: Rounded Corners 17">
            <a:extLst>
              <a:ext uri="{FF2B5EF4-FFF2-40B4-BE49-F238E27FC236}">
                <a16:creationId xmlns:a16="http://schemas.microsoft.com/office/drawing/2014/main" id="{F1B2D68F-1F83-A75A-146C-A0BB7409E3FC}"/>
              </a:ext>
            </a:extLst>
          </p:cNvPr>
          <p:cNvSpPr/>
          <p:nvPr/>
        </p:nvSpPr>
        <p:spPr>
          <a:xfrm>
            <a:off x="4669321" y="4567895"/>
            <a:ext cx="2294805" cy="829477"/>
          </a:xfrm>
          <a:prstGeom prst="round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21" name="Group 20">
            <a:extLst>
              <a:ext uri="{FF2B5EF4-FFF2-40B4-BE49-F238E27FC236}">
                <a16:creationId xmlns:a16="http://schemas.microsoft.com/office/drawing/2014/main" id="{421F3E6A-E60D-CF34-67F0-6AD926BC19E5}"/>
              </a:ext>
            </a:extLst>
          </p:cNvPr>
          <p:cNvGrpSpPr/>
          <p:nvPr/>
        </p:nvGrpSpPr>
        <p:grpSpPr>
          <a:xfrm>
            <a:off x="7331937" y="2855222"/>
            <a:ext cx="2211307" cy="3871161"/>
            <a:chOff x="8343749" y="3258720"/>
            <a:chExt cx="2211307" cy="3871161"/>
          </a:xfrm>
          <a:effectLst>
            <a:outerShdw blurRad="50800" dist="38100" dir="2700000" algn="tl" rotWithShape="0">
              <a:prstClr val="black">
                <a:alpha val="40000"/>
              </a:prstClr>
            </a:outerShdw>
          </a:effectLst>
        </p:grpSpPr>
        <p:pic>
          <p:nvPicPr>
            <p:cNvPr id="17" name="Picture 16">
              <a:extLst>
                <a:ext uri="{FF2B5EF4-FFF2-40B4-BE49-F238E27FC236}">
                  <a16:creationId xmlns:a16="http://schemas.microsoft.com/office/drawing/2014/main" id="{971E150E-2621-3090-A438-5A8FA9D4E9B5}"/>
                </a:ext>
              </a:extLst>
            </p:cNvPr>
            <p:cNvPicPr>
              <a:picLocks noChangeAspect="1"/>
            </p:cNvPicPr>
            <p:nvPr/>
          </p:nvPicPr>
          <p:blipFill>
            <a:blip r:embed="rId4"/>
            <a:stretch>
              <a:fillRect/>
            </a:stretch>
          </p:blipFill>
          <p:spPr>
            <a:xfrm>
              <a:off x="8343749" y="3258720"/>
              <a:ext cx="2211307" cy="3871161"/>
            </a:xfrm>
            <a:prstGeom prst="rect">
              <a:avLst/>
            </a:prstGeom>
          </p:spPr>
        </p:pic>
        <p:sp>
          <p:nvSpPr>
            <p:cNvPr id="20" name="Oval 19">
              <a:extLst>
                <a:ext uri="{FF2B5EF4-FFF2-40B4-BE49-F238E27FC236}">
                  <a16:creationId xmlns:a16="http://schemas.microsoft.com/office/drawing/2014/main" id="{7F5DEECA-22FF-B913-7A8E-D880BF96C03D}"/>
                </a:ext>
              </a:extLst>
            </p:cNvPr>
            <p:cNvSpPr/>
            <p:nvPr/>
          </p:nvSpPr>
          <p:spPr>
            <a:xfrm>
              <a:off x="8928100" y="3351213"/>
              <a:ext cx="280988" cy="163512"/>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cxnSp>
        <p:nvCxnSpPr>
          <p:cNvPr id="19" name="Straight Arrow Connector 18">
            <a:extLst>
              <a:ext uri="{FF2B5EF4-FFF2-40B4-BE49-F238E27FC236}">
                <a16:creationId xmlns:a16="http://schemas.microsoft.com/office/drawing/2014/main" id="{1233CC29-F7AA-49DD-0CE0-C07A5CCB13FF}"/>
              </a:ext>
            </a:extLst>
          </p:cNvPr>
          <p:cNvCxnSpPr>
            <a:cxnSpLocks/>
          </p:cNvCxnSpPr>
          <p:nvPr/>
        </p:nvCxnSpPr>
        <p:spPr>
          <a:xfrm flipV="1">
            <a:off x="6970274" y="4561715"/>
            <a:ext cx="568102" cy="433746"/>
          </a:xfrm>
          <a:prstGeom prst="straightConnector1">
            <a:avLst/>
          </a:prstGeom>
          <a:ln w="285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Rounded Corners 23">
            <a:extLst>
              <a:ext uri="{FF2B5EF4-FFF2-40B4-BE49-F238E27FC236}">
                <a16:creationId xmlns:a16="http://schemas.microsoft.com/office/drawing/2014/main" id="{3AD7BD85-7459-C092-77F0-44C9473C8916}"/>
              </a:ext>
            </a:extLst>
          </p:cNvPr>
          <p:cNvSpPr/>
          <p:nvPr/>
        </p:nvSpPr>
        <p:spPr>
          <a:xfrm>
            <a:off x="326108" y="645323"/>
            <a:ext cx="7653236" cy="1608406"/>
          </a:xfrm>
          <a:prstGeom prst="roundRect">
            <a:avLst>
              <a:gd name="adj" fmla="val 7073"/>
            </a:avLst>
          </a:prstGeom>
          <a:solidFill>
            <a:schemeClr val="bg1"/>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2" name="Espaço Reservado para Texto 1">
            <a:extLst>
              <a:ext uri="{FF2B5EF4-FFF2-40B4-BE49-F238E27FC236}">
                <a16:creationId xmlns:a16="http://schemas.microsoft.com/office/drawing/2014/main" id="{3D6360AD-BC92-AAE4-34A4-6C23A49CE6E2}"/>
              </a:ext>
            </a:extLst>
          </p:cNvPr>
          <p:cNvSpPr txBox="1">
            <a:spLocks/>
          </p:cNvSpPr>
          <p:nvPr/>
        </p:nvSpPr>
        <p:spPr>
          <a:xfrm>
            <a:off x="436654" y="930534"/>
            <a:ext cx="9178577" cy="1540852"/>
          </a:xfr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pt-BR" sz="1000" dirty="0"/>
              <a:t>Hoje a jornada é apenas orientativa, e iremos adicionar o botão que irá direcionar para a </a:t>
            </a:r>
            <a:r>
              <a:rPr lang="pt-BR" sz="1000" dirty="0" err="1"/>
              <a:t>Webview</a:t>
            </a:r>
            <a:r>
              <a:rPr lang="pt-BR" sz="1000" dirty="0"/>
              <a:t> de reset de senha.</a:t>
            </a:r>
          </a:p>
          <a:p>
            <a:pPr marL="0" indent="0">
              <a:spcBef>
                <a:spcPts val="0"/>
              </a:spcBef>
              <a:buNone/>
            </a:pPr>
            <a:endParaRPr lang="pt-BR" sz="1000" dirty="0"/>
          </a:p>
          <a:p>
            <a:pPr marL="0" indent="0">
              <a:spcBef>
                <a:spcPts val="0"/>
              </a:spcBef>
              <a:buNone/>
            </a:pPr>
            <a:r>
              <a:rPr lang="pt-BR" sz="1000" dirty="0"/>
              <a:t>A página de reset de senha seja integrada ao sistema da Intelsat, e que seja possível trafegar e resetar a senha através da </a:t>
            </a:r>
            <a:r>
              <a:rPr lang="pt-BR" sz="1000" dirty="0" err="1"/>
              <a:t>Webview</a:t>
            </a:r>
            <a:endParaRPr lang="pt-BR" sz="1000" dirty="0"/>
          </a:p>
          <a:p>
            <a:pPr marL="0" indent="0">
              <a:spcBef>
                <a:spcPts val="0"/>
              </a:spcBef>
              <a:buNone/>
            </a:pPr>
            <a:endParaRPr lang="pt-BR" sz="1000" dirty="0"/>
          </a:p>
          <a:p>
            <a:pPr marL="0" indent="0">
              <a:spcBef>
                <a:spcPts val="0"/>
              </a:spcBef>
              <a:buNone/>
            </a:pPr>
            <a:r>
              <a:rPr lang="pt-BR" sz="1000" dirty="0"/>
              <a:t>Abaixo segue o exemplo da URL utilizada pelo APP Beta para Reset de senha, porém, TI precisa nos informar qual será o melhor caminho.:  </a:t>
            </a:r>
          </a:p>
          <a:p>
            <a:pPr marL="0" indent="0">
              <a:spcBef>
                <a:spcPts val="0"/>
              </a:spcBef>
              <a:buNone/>
            </a:pPr>
            <a:endParaRPr lang="pt-BR" sz="1000" dirty="0"/>
          </a:p>
          <a:p>
            <a:pPr marL="0" indent="0">
              <a:spcBef>
                <a:spcPts val="0"/>
              </a:spcBef>
              <a:buNone/>
            </a:pPr>
            <a:r>
              <a:rPr lang="pt-BR" sz="1000" dirty="0">
                <a:solidFill>
                  <a:srgbClr val="0070C0"/>
                </a:solidFill>
              </a:rPr>
              <a:t>https://auth3.tim.com.br/</a:t>
            </a:r>
            <a:r>
              <a:rPr lang="pt-BR" sz="1000" dirty="0" err="1">
                <a:solidFill>
                  <a:srgbClr val="0070C0"/>
                </a:solidFill>
              </a:rPr>
              <a:t>webapp-resetSenha</a:t>
            </a:r>
            <a:r>
              <a:rPr lang="pt-BR" sz="1000" dirty="0">
                <a:solidFill>
                  <a:srgbClr val="0070C0"/>
                </a:solidFill>
              </a:rPr>
              <a:t>/</a:t>
            </a:r>
            <a:r>
              <a:rPr lang="pt-BR" sz="1000" dirty="0" err="1">
                <a:solidFill>
                  <a:srgbClr val="0070C0"/>
                </a:solidFill>
              </a:rPr>
              <a:t>forgotPassword?layout</a:t>
            </a:r>
            <a:r>
              <a:rPr lang="pt-BR" sz="1000" dirty="0">
                <a:solidFill>
                  <a:srgbClr val="0070C0"/>
                </a:solidFill>
              </a:rPr>
              <a:t>=</a:t>
            </a:r>
            <a:r>
              <a:rPr lang="pt-BR" sz="1000" dirty="0" err="1">
                <a:solidFill>
                  <a:srgbClr val="0070C0"/>
                </a:solidFill>
              </a:rPr>
              <a:t>meutimapp&amp;loginType</a:t>
            </a:r>
            <a:r>
              <a:rPr lang="pt-BR" sz="1000" dirty="0">
                <a:solidFill>
                  <a:srgbClr val="0070C0"/>
                </a:solidFill>
              </a:rPr>
              <a:t>=</a:t>
            </a:r>
            <a:r>
              <a:rPr lang="pt-BR" sz="1000" dirty="0" err="1">
                <a:solidFill>
                  <a:srgbClr val="0070C0"/>
                </a:solidFill>
              </a:rPr>
              <a:t>USER&amp;channel</a:t>
            </a:r>
            <a:r>
              <a:rPr lang="pt-BR" sz="1000" dirty="0">
                <a:solidFill>
                  <a:srgbClr val="0070C0"/>
                </a:solidFill>
              </a:rPr>
              <a:t>=4&amp;msisdn=</a:t>
            </a:r>
            <a:r>
              <a:rPr lang="pt-BR" sz="1000" b="1" dirty="0">
                <a:highlight>
                  <a:srgbClr val="FFFF00"/>
                </a:highlight>
              </a:rPr>
              <a:t>DD</a:t>
            </a:r>
            <a:r>
              <a:rPr lang="pt-BR" sz="1000" dirty="0">
                <a:solidFill>
                  <a:srgbClr val="0070C0"/>
                </a:solidFill>
              </a:rPr>
              <a:t>%</a:t>
            </a:r>
            <a:r>
              <a:rPr lang="pt-BR" sz="1000" b="1" dirty="0">
                <a:highlight>
                  <a:srgbClr val="FFFF00"/>
                </a:highlight>
              </a:rPr>
              <a:t>”MSISDN”</a:t>
            </a:r>
          </a:p>
        </p:txBody>
      </p:sp>
      <p:sp>
        <p:nvSpPr>
          <p:cNvPr id="25" name="TextBox 24">
            <a:extLst>
              <a:ext uri="{FF2B5EF4-FFF2-40B4-BE49-F238E27FC236}">
                <a16:creationId xmlns:a16="http://schemas.microsoft.com/office/drawing/2014/main" id="{2ECAF20D-8064-1955-BC2D-3A40E367C795}"/>
              </a:ext>
            </a:extLst>
          </p:cNvPr>
          <p:cNvSpPr txBox="1"/>
          <p:nvPr/>
        </p:nvSpPr>
        <p:spPr>
          <a:xfrm>
            <a:off x="7358849" y="2541095"/>
            <a:ext cx="2155269" cy="338554"/>
          </a:xfrm>
          <a:prstGeom prst="rect">
            <a:avLst/>
          </a:prstGeom>
          <a:noFill/>
        </p:spPr>
        <p:txBody>
          <a:bodyPr wrap="square" rtlCol="0">
            <a:spAutoFit/>
          </a:bodyPr>
          <a:lstStyle/>
          <a:p>
            <a:pPr algn="ctr"/>
            <a:r>
              <a:rPr lang="pt-BR" sz="1600" b="1" dirty="0"/>
              <a:t>PÁGINA DE RESET</a:t>
            </a:r>
          </a:p>
        </p:txBody>
      </p:sp>
      <p:grpSp>
        <p:nvGrpSpPr>
          <p:cNvPr id="29" name="Group 28">
            <a:extLst>
              <a:ext uri="{FF2B5EF4-FFF2-40B4-BE49-F238E27FC236}">
                <a16:creationId xmlns:a16="http://schemas.microsoft.com/office/drawing/2014/main" id="{B2DE542D-3D03-A90F-B6FA-2FCDDED88E22}"/>
              </a:ext>
            </a:extLst>
          </p:cNvPr>
          <p:cNvGrpSpPr/>
          <p:nvPr/>
        </p:nvGrpSpPr>
        <p:grpSpPr>
          <a:xfrm>
            <a:off x="9992456" y="2589221"/>
            <a:ext cx="1878241" cy="4083539"/>
            <a:chOff x="9992456" y="2589221"/>
            <a:chExt cx="1878241" cy="4083539"/>
          </a:xfrm>
        </p:grpSpPr>
        <p:pic>
          <p:nvPicPr>
            <p:cNvPr id="1026" name="36FF3D49-ABAD-438B-A9A9-7A7D2126C757" descr="IMG_9563.PNG">
              <a:extLst>
                <a:ext uri="{FF2B5EF4-FFF2-40B4-BE49-F238E27FC236}">
                  <a16:creationId xmlns:a16="http://schemas.microsoft.com/office/drawing/2014/main" id="{15B53723-9B6A-889D-3A60-645B675EC34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92456" y="2589221"/>
              <a:ext cx="1878241" cy="4083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 name="Oval 27">
              <a:extLst>
                <a:ext uri="{FF2B5EF4-FFF2-40B4-BE49-F238E27FC236}">
                  <a16:creationId xmlns:a16="http://schemas.microsoft.com/office/drawing/2014/main" id="{A6AB1D35-C600-523F-246C-E418E323C51D}"/>
                </a:ext>
              </a:extLst>
            </p:cNvPr>
            <p:cNvSpPr/>
            <p:nvPr/>
          </p:nvSpPr>
          <p:spPr>
            <a:xfrm>
              <a:off x="10512016" y="2668478"/>
              <a:ext cx="161366" cy="145493"/>
            </a:xfrm>
            <a:prstGeom prst="ellipse">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Tree>
    <p:extLst>
      <p:ext uri="{BB962C8B-B14F-4D97-AF65-F5344CB8AC3E}">
        <p14:creationId xmlns:p14="http://schemas.microsoft.com/office/powerpoint/2010/main" val="205284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PRESENTATIONDONOTDELETE" val="&lt;?xml version=&quot;1.0&quot; encoding=&quot;UTF-16&quot; standalone=&quot;yes&quot;?&gt;&lt;root reqver=&quot;25060&quot;&gt;&lt;version val=&quot;28302&quot;/&gt;&lt;CPresentation id=&quot;1&quot;&gt;&lt;m_precDefaultNumber&gt;&lt;m_bNumberIsYear val=&quot;1&quot;/&gt;&lt;m_chMinusSymbol&gt;-&lt;/m_chMinusSymbol&gt;&lt;m_chDecimalSymbol17909&gt;,&lt;/m_chDecimalSymbol17909&gt;&lt;m_nGroupingDigits17909 val=&quot;3&quot;/&gt;&lt;m_chGroupingSymbol17909&gt;.&lt;/m_chGroupingSymbol17909&gt;&lt;m_yearfmt&gt;&lt;begin val=&quot;0&quot;/&gt;&lt;end val=&quot;4&quot;/&gt;&lt;/m_yearfmt&gt;&lt;/m_precDefaultNumber&gt;&lt;m_precDefaultPercent&gt;&lt;m_bNumberIsYear val=&quot;1&quot;/&gt;&lt;m_chMinusSymbol&gt;-&lt;/m_chMinusSymbol&gt;&lt;m_nDecimalDigits17909 val=&quot;1&quot;/&gt;&lt;m_chDecimalSymbol17909&gt;,&lt;/m_chDecimalSymbol17909&gt;&lt;m_nGroupingDigits17909 val=&quot;3&quot;/&gt;&lt;m_chGroupingSymbol17909&gt;.&lt;/m_chGroupingSymbol17909&gt;&lt;m_strSuffix17909&gt;%&lt;/m_strSuffix17909&gt;&lt;m_yearfmt&gt;&lt;begin val=&quot;0&quot;/&gt;&lt;end val=&quot;4&quot;/&gt;&lt;/m_yearfmt&gt;&lt;/m_precDefaultPercent&gt;&lt;m_precDefaultDate&gt;&lt;m_bNumberIsYear val=&quot;0&quot;/&gt;&lt;m_strFormatTime&gt;%d/%m/%Y&lt;/m_strFormatTime&gt;&lt;m_yearfmt&gt;&lt;begin val=&quot;0&quot;/&gt;&lt;end val=&quot;0&quot;/&gt;&lt;/m_yearfmt&gt;&lt;/m_precDefaultDate&gt;&lt;m_precDefaultYear&gt;&lt;m_yearfmt&gt;&lt;begin val=&quot;0&quot;/&gt;&lt;end val=&quot;4&quot;/&gt;&lt;/m_yearfmt&gt;&lt;/m_precDefaultYear&gt;&lt;m_precDefaultQuarter&gt;&lt;m_yearfmt&gt;&lt;begin val=&quot;0&quot;/&gt;&lt;end val=&quot;4&quot;/&gt;&lt;/m_yearfmt&gt;&lt;/m_precDefaultQuarter&gt;&lt;m_precDefaultMonth&gt;&lt;m_yearfmt&gt;&lt;begin val=&quot;0&quot;/&gt;&lt;end val=&quot;4&quot;/&gt;&lt;/m_yearfmt&gt;&lt;/m_precDefaultMonth&gt;&lt;m_precDefaultWeek&gt;&lt;m_yearfmt&gt;&lt;begin val=&quot;0&quot;/&gt;&lt;end val=&quot;4&quot;/&gt;&lt;/m_yearfmt&gt;&lt;/m_precDefaultWeek&gt;&lt;m_precDefaultDay&gt;&lt;m_yearfmt&gt;&lt;begin val=&quot;0&quot;/&gt;&lt;end val=&quot;4&quot;/&gt;&lt;/m_yearfmt&gt;&lt;/m_precDefaultDay&gt;&lt;m_mruColor&gt;&lt;m_vecMRU length=&quot;6&quot;&gt;&lt;elem m_fUsage=&quot;1.00000000000000000000E+00&quot;&gt;&lt;m_msothmcolidx val=&quot;0&quot;/&gt;&lt;m_rgb r=&quot;0A&quot; g=&quot;78&quot; b=&quot;29&quot;/&gt;&lt;m_nBrightness endver=&quot;26206&quot; val=&quot;0&quot;/&gt;&lt;/elem&gt;&lt;elem m_fUsage=&quot;9.00000000000000022204E-01&quot;&gt;&lt;m_msothmcolidx val=&quot;0&quot;/&gt;&lt;m_rgb r=&quot;FF&quot; g=&quot;C0&quot; b=&quot;3C&quot;/&gt;&lt;m_nBrightness endver=&quot;26206&quot; val=&quot;0&quot;/&gt;&lt;/elem&gt;&lt;elem m_fUsage=&quot;8.10000000000000053291E-01&quot;&gt;&lt;m_msothmcolidx val=&quot;0&quot;/&gt;&lt;m_rgb r=&quot;47&quot; g=&quot;66&quot; b=&quot;86&quot;/&gt;&lt;m_nBrightness endver=&quot;26206&quot; val=&quot;0&quot;/&gt;&lt;/elem&gt;&lt;elem m_fUsage=&quot;7.29000000000000092371E-01&quot;&gt;&lt;m_msothmcolidx val=&quot;0&quot;/&gt;&lt;m_rgb r=&quot;39&quot; g=&quot;4C&quot; b=&quot;63&quot;/&gt;&lt;m_nBrightness endver=&quot;26206&quot; val=&quot;0&quot;/&gt;&lt;/elem&gt;&lt;elem m_fUsage=&quot;6.56100000000000127542E-01&quot;&gt;&lt;m_msothmcolidx val=&quot;0&quot;/&gt;&lt;m_rgb r=&quot;DA&quot; g=&quot;29&quot; b=&quot;1C&quot;/&gt;&lt;m_nBrightness endver=&quot;26206&quot; val=&quot;0&quot;/&gt;&lt;/elem&gt;&lt;elem m_fUsage=&quot;5.90490000000000181402E-01&quot;&gt;&lt;m_msothmcolidx val=&quot;0&quot;/&gt;&lt;m_rgb r=&quot;A6&quot; g=&quot;A6&quot; b=&quot;A6&quot;/&gt;&lt;m_nBrightness endver=&quot;26206&quot; val=&quot;0&quot;/&gt;&lt;/elem&gt;&lt;/m_vecMRU&gt;&lt;/m_mruColor&gt;&lt;m_eweekdayFirstOfWeek val=&quot;1&quot;/&gt;&lt;m_eweekdayFirstOfWorkweek val=&quot;2&quot;/&gt;&lt;m_eweekdayFirstOfWeekend val=&quot;7&quot;/&gt;&lt;/CPresentation&gt;&lt;/root&gt;"/>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krT9sd_ls0uRNPi0iRwMK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eiD7KG7N6UG.c52_Kfz_A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2jM_IMpH402XIYhoi7C_T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qKgdva9zwkOOJiIgYbFZG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scLkIFyggEesTMfcK9Zd3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JIzaiKbvjEeJNcNJL_8Sg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JIzaiKbvjEeJNcNJL_8Sg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JIzaiKbvjEeJNcNJL_8Sg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JIzaiKbvjEeJNcNJL_8Sgw"/>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JIzaiKbvjEeJNcNJL_8Sg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JIzaiKbvjEeJNcNJL_8Sg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qKgdva9zwkOOJiIgYbFZG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JIzaiKbvjEeJNcNJL_8Sg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JIzaiKbvjEeJNcNJL_8Sg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qKgdva9zwkOOJiIgYbFZGQ"/>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JIzaiKbvjEeJNcNJL_8Sg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JIzaiKbvjEeJNcNJL_8Sgw"/>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krT9sd_ls0uRNPi0iRwMK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eiD7KG7N6UG.c52_Kfz_A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2jM_IMpH402XIYhoi7C_T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qKgdva9zwkOOJiIgYbFZG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scLkIFyggEesTMfcK9Zd3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qKgdva9zwkOOJiIgYbFZG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qKgdva9zwkOOJiIgYbFZG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krT9sd_ls0uRNPi0iRwMK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eiD7KG7N6UG.c52_Kfz_AQ"/>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2jM_IMpH402XIYhoi7C_T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qKgdva9zwkOOJiIgYbFZG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scLkIFyggEesTMfcK9Zd3A"/>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JIzaiKbvjEeJNcNJL_8Sgw"/>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JIzaiKbvjEeJNcNJL_8Sgw"/>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JIzaiKbvjEeJNcNJL_8Sgw"/>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JIzaiKbvjEeJNcNJL_8Sgw"/>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JIzaiKbvjEeJNcNJL_8Sgw"/>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JIzaiKbvjEeJNcNJL_8Sgw"/>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qKgdva9zwkOOJiIgYbFZGQ"/>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pJIzaiKbvjEeJNcNJL_8Sgw"/>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pJIzaiKbvjEeJNcNJL_8Sgw"/>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qKgdva9zwkOOJiIgYbFZGQ"/>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JIzaiKbvjEeJNcNJL_8Sgw"/>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JIzaiKbvjEeJNcNJL_8Sgw"/>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krT9sd_ls0uRNPi0iRwMKw"/>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peiD7KG7N6UG.c52_Kfz_AQ"/>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p2jM_IMpH402XIYhoi7C_TA"/>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pqKgdva9zwkOOJiIgYbFZGQ"/>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pscLkIFyggEesTMfcK9Zd3A"/>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qKgdva9zwkOOJiIgYbFZGQ"/>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qKgdva9zwkOOJiIgYbFZGQ"/>
</p:tagLst>
</file>

<file path=ppt/theme/theme1.xml><?xml version="1.0" encoding="utf-8"?>
<a:theme xmlns:a="http://schemas.openxmlformats.org/drawingml/2006/main" name="TIM JORNADA DE SOLUÇÃO">
  <a:themeElements>
    <a:clrScheme name="Bip">
      <a:dk1>
        <a:srgbClr val="0C2340"/>
      </a:dk1>
      <a:lt1>
        <a:srgbClr val="FFFFFF"/>
      </a:lt1>
      <a:dk2>
        <a:srgbClr val="B9B9B9"/>
      </a:dk2>
      <a:lt2>
        <a:srgbClr val="DFDFE1"/>
      </a:lt2>
      <a:accent1>
        <a:srgbClr val="0C2340"/>
      </a:accent1>
      <a:accent2>
        <a:srgbClr val="DA291C"/>
      </a:accent2>
      <a:accent3>
        <a:srgbClr val="7030A0"/>
      </a:accent3>
      <a:accent4>
        <a:srgbClr val="B9B9B9"/>
      </a:accent4>
      <a:accent5>
        <a:srgbClr val="B4C7E7"/>
      </a:accent5>
      <a:accent6>
        <a:srgbClr val="C5E0B4"/>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ÓVEL - CONTROLE | PÓS PAGO | SMB | TOP CLIENTS | CROSS | ROAMING">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Tema di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FAF2B1AF24AC1B4896BFF6FB25733F78" ma:contentTypeVersion="12" ma:contentTypeDescription="Crie um novo documento." ma:contentTypeScope="" ma:versionID="876d1ddde4a28baa180f048bda44477e">
  <xsd:schema xmlns:xsd="http://www.w3.org/2001/XMLSchema" xmlns:xs="http://www.w3.org/2001/XMLSchema" xmlns:p="http://schemas.microsoft.com/office/2006/metadata/properties" xmlns:ns2="4e47103c-e28e-43b8-815a-85084769fe9c" xmlns:ns3="bce83d56-2d5a-47e7-b996-b4e365a69f91" targetNamespace="http://schemas.microsoft.com/office/2006/metadata/properties" ma:root="true" ma:fieldsID="540eaf2ff25898ed77ea4e63069ee700" ns2:_="" ns3:_="">
    <xsd:import namespace="4e47103c-e28e-43b8-815a-85084769fe9c"/>
    <xsd:import namespace="bce83d56-2d5a-47e7-b996-b4e365a69f91"/>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AutoKeyPoints" minOccurs="0"/>
                <xsd:element ref="ns2:MediaServiceKeyPoint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e47103c-e28e-43b8-815a-85084769fe9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1" nillable="true" ma:displayName="Tags" ma:internalName="MediaServiceAutoTags"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LengthInSeconds" ma:index="1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bce83d56-2d5a-47e7-b996-b4e365a69f91" elementFormDefault="qualified">
    <xsd:import namespace="http://schemas.microsoft.com/office/2006/documentManagement/types"/>
    <xsd:import namespace="http://schemas.microsoft.com/office/infopath/2007/PartnerControls"/>
    <xsd:element name="SharedWithUsers" ma:index="15"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Detalhes de Compartilhado Com"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132DCE52-F714-4339-86C0-677FEE9DE755}">
  <ds:schemaRefs>
    <ds:schemaRef ds:uri="http://schemas.microsoft.com/office/infopath/2007/PartnerControls"/>
    <ds:schemaRef ds:uri="http://purl.org/dc/elements/1.1/"/>
    <ds:schemaRef ds:uri="http://schemas.microsoft.com/office/2006/documentManagement/types"/>
    <ds:schemaRef ds:uri="http://purl.org/dc/terms/"/>
    <ds:schemaRef ds:uri="http://purl.org/dc/dcmitype/"/>
    <ds:schemaRef ds:uri="4e47103c-e28e-43b8-815a-85084769fe9c"/>
    <ds:schemaRef ds:uri="http://schemas.openxmlformats.org/package/2006/metadata/core-properties"/>
    <ds:schemaRef ds:uri="bce83d56-2d5a-47e7-b996-b4e365a69f91"/>
    <ds:schemaRef ds:uri="http://schemas.microsoft.com/office/2006/metadata/properties"/>
    <ds:schemaRef ds:uri="http://www.w3.org/XML/1998/namespace"/>
  </ds:schemaRefs>
</ds:datastoreItem>
</file>

<file path=customXml/itemProps2.xml><?xml version="1.0" encoding="utf-8"?>
<ds:datastoreItem xmlns:ds="http://schemas.openxmlformats.org/officeDocument/2006/customXml" ds:itemID="{E8EF7CA5-EA7D-4D40-9278-1F8CF8636E56}">
  <ds:schemaRefs>
    <ds:schemaRef ds:uri="http://schemas.microsoft.com/sharepoint/v3/contenttype/forms"/>
  </ds:schemaRefs>
</ds:datastoreItem>
</file>

<file path=customXml/itemProps3.xml><?xml version="1.0" encoding="utf-8"?>
<ds:datastoreItem xmlns:ds="http://schemas.openxmlformats.org/officeDocument/2006/customXml" ds:itemID="{896E51AD-D7DD-4673-81A3-506E97CCAA8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e47103c-e28e-43b8-815a-85084769fe9c"/>
    <ds:schemaRef ds:uri="bce83d56-2d5a-47e7-b996-b4e365a69f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29136</TotalTime>
  <Words>380</Words>
  <Application>Microsoft Office PowerPoint</Application>
  <PresentationFormat>Widescreen</PresentationFormat>
  <Paragraphs>37</Paragraphs>
  <Slides>4</Slides>
  <Notes>0</Notes>
  <HiddenSlides>0</HiddenSlides>
  <MMClips>0</MMClips>
  <ScaleCrop>false</ScaleCrop>
  <HeadingPairs>
    <vt:vector size="8" baseType="variant">
      <vt:variant>
        <vt:lpstr>Fonts Used</vt:lpstr>
      </vt:variant>
      <vt:variant>
        <vt:i4>10</vt:i4>
      </vt:variant>
      <vt:variant>
        <vt:lpstr>Theme</vt:lpstr>
      </vt:variant>
      <vt:variant>
        <vt:i4>2</vt:i4>
      </vt:variant>
      <vt:variant>
        <vt:lpstr>Embedded OLE Servers</vt:lpstr>
      </vt:variant>
      <vt:variant>
        <vt:i4>1</vt:i4>
      </vt:variant>
      <vt:variant>
        <vt:lpstr>Slide Titles</vt:lpstr>
      </vt:variant>
      <vt:variant>
        <vt:i4>4</vt:i4>
      </vt:variant>
    </vt:vector>
  </HeadingPairs>
  <TitlesOfParts>
    <vt:vector size="17" baseType="lpstr">
      <vt:lpstr>ＭＳ Ｐゴシック</vt:lpstr>
      <vt:lpstr>Arial</vt:lpstr>
      <vt:lpstr>Arial Narrow</vt:lpstr>
      <vt:lpstr>Calibri</vt:lpstr>
      <vt:lpstr>Calibri Light</vt:lpstr>
      <vt:lpstr>FS Elliot Pro</vt:lpstr>
      <vt:lpstr>TIM Sans</vt:lpstr>
      <vt:lpstr>TIM Sans Light</vt:lpstr>
      <vt:lpstr>TIM Sans Medium</vt:lpstr>
      <vt:lpstr>Wingdings</vt:lpstr>
      <vt:lpstr>TIM JORNADA DE SOLUÇÃO</vt:lpstr>
      <vt:lpstr>MÓVEL - CONTROLE | PÓS PAGO | SMB | TOP CLIENTS | CROSS | ROAMING</vt:lpstr>
      <vt:lpstr>Slide do think-cell</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Presentazione standard di PowerPoint</dc:title>
  <dc:creator>Monaco, Luca (Bip)</dc:creator>
  <cp:lastModifiedBy>Rodolfo Pontes Marcelino</cp:lastModifiedBy>
  <cp:revision>258</cp:revision>
  <cp:lastPrinted>2022-08-10T11:53:16Z</cp:lastPrinted>
  <dcterms:created xsi:type="dcterms:W3CDTF">2019-10-24T15:06:13Z</dcterms:created>
  <dcterms:modified xsi:type="dcterms:W3CDTF">2025-07-24T13:29:03Z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0x010100FAF2B1AF24AC1B4896BFF6FB25733F78</vt:lpwstr>
  </property>
  <property fmtid="{D5CDD505-2E9C-101B-9397-08002B2CF9AE}" pid="3" name="MSIP_Label_387f406a-379f-47ee-930c-6bec6e76f2a4_Enabled">
    <vt:lpwstr>true</vt:lpwstr>
  </property>
  <property fmtid="{D5CDD505-2E9C-101B-9397-08002B2CF9AE}" pid="4" name="MSIP_Label_387f406a-379f-47ee-930c-6bec6e76f2a4_SetDate">
    <vt:lpwstr>2023-06-16T19:55:32Z</vt:lpwstr>
  </property>
  <property fmtid="{D5CDD505-2E9C-101B-9397-08002B2CF9AE}" pid="5" name="MSIP_Label_387f406a-379f-47ee-930c-6bec6e76f2a4_Method">
    <vt:lpwstr>Privileged</vt:lpwstr>
  </property>
  <property fmtid="{D5CDD505-2E9C-101B-9397-08002B2CF9AE}" pid="6" name="MSIP_Label_387f406a-379f-47ee-930c-6bec6e76f2a4_Name">
    <vt:lpwstr>387f406a-379f-47ee-930c-6bec6e76f2a4</vt:lpwstr>
  </property>
  <property fmtid="{D5CDD505-2E9C-101B-9397-08002B2CF9AE}" pid="7" name="MSIP_Label_387f406a-379f-47ee-930c-6bec6e76f2a4_SiteId">
    <vt:lpwstr>57b8c96e-ac2f-4d78-a149-f1fc6817d3c4</vt:lpwstr>
  </property>
  <property fmtid="{D5CDD505-2E9C-101B-9397-08002B2CF9AE}" pid="8" name="MSIP_Label_387f406a-379f-47ee-930c-6bec6e76f2a4_ActionId">
    <vt:lpwstr>15ed0ee2-7cbc-4406-b8b5-35fb077b10f9</vt:lpwstr>
  </property>
  <property fmtid="{D5CDD505-2E9C-101B-9397-08002B2CF9AE}" pid="9" name="MSIP_Label_387f406a-379f-47ee-930c-6bec6e76f2a4_ContentBits">
    <vt:lpwstr>2</vt:lpwstr>
  </property>
</Properties>
</file>