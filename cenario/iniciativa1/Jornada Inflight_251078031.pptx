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 showGuides="1">
      <p:cViewPr>
        <p:scale>
          <a:sx n="90" d="100"/>
          <a:sy n="90" d="100"/>
        </p:scale>
        <p:origin x="44" y="-24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9E13A2-7C63-57C3-11EA-57D50E430B0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77900C6-C871-FCE2-52AD-67635C32841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pt-B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F4EC7E-67BC-DB33-1FD6-3FDA65BCC3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EB5EAC-C74F-4AA4-A1D8-6BA29E6859BF}" type="datetimeFigureOut">
              <a:rPr lang="pt-BR" smtClean="0"/>
              <a:t>12/09/2025</a:t>
            </a:fld>
            <a:endParaRPr lang="pt-B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3B5AA6-17CB-F3E1-534D-D88075BB5D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F81907-F508-CAE1-665D-5B47775A9A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4210BD-1C8C-452A-87B4-F3CE31B47B37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211016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7D0762-81CB-4516-969E-2D5BE30340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BDB976-A44D-64FE-AB10-C0FD0C3DE4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48C427-AF7B-1EE4-3D9E-DD54497E12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EB5EAC-C74F-4AA4-A1D8-6BA29E6859BF}" type="datetimeFigureOut">
              <a:rPr lang="pt-BR" smtClean="0"/>
              <a:t>12/09/2025</a:t>
            </a:fld>
            <a:endParaRPr lang="pt-B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C4DC56-B80A-D4A4-9B56-7C9EDE57B6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BB3FBB-0B64-CEB8-6DC2-C7EDFC9059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4210BD-1C8C-452A-87B4-F3CE31B47B37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193371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63F7F9-FEFE-A725-E83C-200EFC76BC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D959E89-7326-DB9B-618B-A080123B51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4578FF-8E4B-3E72-7B78-DE61C106C2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EB5EAC-C74F-4AA4-A1D8-6BA29E6859BF}" type="datetimeFigureOut">
              <a:rPr lang="pt-BR" smtClean="0"/>
              <a:t>12/09/2025</a:t>
            </a:fld>
            <a:endParaRPr lang="pt-B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9C38F6-2BAF-32C4-0BAD-A1FF601671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AA087E-ADAF-E61A-78E2-CEDE2CA944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4210BD-1C8C-452A-87B4-F3CE31B47B37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470859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CA87BF-6551-CA56-FB54-238B2A8B7E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2C096E-D9F7-E57E-F615-7E7A81C9489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2CB2429-C378-FF9C-AB9C-CE0DD2858B9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EC26F96-2393-C224-92B4-C15AE618B1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EB5EAC-C74F-4AA4-A1D8-6BA29E6859BF}" type="datetimeFigureOut">
              <a:rPr lang="pt-BR" smtClean="0"/>
              <a:t>12/09/2025</a:t>
            </a:fld>
            <a:endParaRPr lang="pt-B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A113F13-C021-BB40-4E63-ECC6043312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0EB4C8A-9962-0ED1-1BF3-4992A68D26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4210BD-1C8C-452A-87B4-F3CE31B47B37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940076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777C37-02E8-07D9-C038-1E19AE28C2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DF834A7-B5C0-D982-1E9F-F90C492D94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72BC1FF-990C-8C91-89F1-1168FC4360F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F5F9401-4AF9-1FA2-3F49-DA24B99F7E9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A1E6863-33A7-3744-08DC-EDC6AB1F6A2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F3D8A64-791C-1658-687F-3B5F09B4D1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EB5EAC-C74F-4AA4-A1D8-6BA29E6859BF}" type="datetimeFigureOut">
              <a:rPr lang="pt-BR" smtClean="0"/>
              <a:t>12/09/2025</a:t>
            </a:fld>
            <a:endParaRPr lang="pt-BR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D73DD41-6AC4-1663-7F29-783C8E934D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59172F4-9513-DF98-F15D-BFA652B161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4210BD-1C8C-452A-87B4-F3CE31B47B37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133804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7B5FCD-0AE7-01C2-0C59-3797278A1D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550B403-427B-ED4E-204F-977F6FF4CC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EB5EAC-C74F-4AA4-A1D8-6BA29E6859BF}" type="datetimeFigureOut">
              <a:rPr lang="pt-BR" smtClean="0"/>
              <a:t>12/09/2025</a:t>
            </a:fld>
            <a:endParaRPr lang="pt-BR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C24C5A6-E1DE-F930-1974-6B05AC2FF7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083FA8C-7BCC-F339-CBF6-F85E03674F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4210BD-1C8C-452A-87B4-F3CE31B47B37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420808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5A1BC0F-F5CE-9652-9A9F-D8EEB3ACEE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EB5EAC-C74F-4AA4-A1D8-6BA29E6859BF}" type="datetimeFigureOut">
              <a:rPr lang="pt-BR" smtClean="0"/>
              <a:t>12/09/2025</a:t>
            </a:fld>
            <a:endParaRPr lang="pt-BR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528440D-FA1B-1DC7-BD81-A2FCA412E5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54F4D9A-AB57-ACD5-7DA2-8DA2D8E7C6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4210BD-1C8C-452A-87B4-F3CE31B47B37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488801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E0ED30-29F4-B358-ABD9-4319C14E94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1F837E-B9AC-286B-FDB0-BD0CCF1806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232E2E0-F88D-B92C-9C4F-8E2CB9CBB02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E059313-F8B2-13B1-2733-3840EFDBCE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EB5EAC-C74F-4AA4-A1D8-6BA29E6859BF}" type="datetimeFigureOut">
              <a:rPr lang="pt-BR" smtClean="0"/>
              <a:t>12/09/2025</a:t>
            </a:fld>
            <a:endParaRPr lang="pt-B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4E29324-FC70-85C0-9780-04225A1A81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084B375-E51A-D08A-57E4-E02344C7B6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4210BD-1C8C-452A-87B4-F3CE31B47B37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990528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E1E20D-1E6D-EF00-B31B-D039B819A9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B1758F2-56B0-2C33-8392-A90DFDBC707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D853CFF-AD70-32DC-BDCE-9D4EF753301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12CB182-8448-C90B-B1FF-12CF6FBB76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EB5EAC-C74F-4AA4-A1D8-6BA29E6859BF}" type="datetimeFigureOut">
              <a:rPr lang="pt-BR" smtClean="0"/>
              <a:t>12/09/2025</a:t>
            </a:fld>
            <a:endParaRPr lang="pt-B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BC682D1-B39A-3BB0-04CD-6CC0775663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95C4F24-629C-9377-BA8E-95DCC37894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4210BD-1C8C-452A-87B4-F3CE31B47B37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994207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A20DAA-7F3A-88A0-A5FB-3486A9D269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DE2587B-5CB0-9534-921B-155318BD95B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6137A9-4B0F-641F-4848-C3B9B241F9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EB5EAC-C74F-4AA4-A1D8-6BA29E6859BF}" type="datetimeFigureOut">
              <a:rPr lang="pt-BR" smtClean="0"/>
              <a:t>12/09/2025</a:t>
            </a:fld>
            <a:endParaRPr lang="pt-B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A95B69-C9CA-1C08-EBC8-DFBF95B9D0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27A30B-ED6F-11CB-397D-BA27E3DC3E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4210BD-1C8C-452A-87B4-F3CE31B47B37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887570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C66212B-3C62-A1E5-D281-1170817104E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A242197-CFEE-10A0-16C9-A450D8E3712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2AE467-FD33-3937-A48E-768952A8EA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EB5EAC-C74F-4AA4-A1D8-6BA29E6859BF}" type="datetimeFigureOut">
              <a:rPr lang="pt-BR" smtClean="0"/>
              <a:t>12/09/2025</a:t>
            </a:fld>
            <a:endParaRPr lang="pt-B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12FF0E-4D7C-E0D8-B91B-D131FCBB77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0C9091-BE37-17EE-453B-BE731CD848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4210BD-1C8C-452A-87B4-F3CE31B47B37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879747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62E9967-1D9B-EA9A-7D45-4E443CCE23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2D90E03-9F53-CD61-8C83-801E3AABA6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8B2227-2E0B-1928-8DB4-1CAD8326935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AEB5EAC-C74F-4AA4-A1D8-6BA29E6859BF}" type="datetimeFigureOut">
              <a:rPr lang="pt-BR" smtClean="0"/>
              <a:t>12/09/2025</a:t>
            </a:fld>
            <a:endParaRPr lang="pt-B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05FA35-792C-BCFB-68CE-1DFB19E010C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B0F867-0542-32C5-6FFB-ABF8FB37617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34210BD-1C8C-452A-87B4-F3CE31B47B37}" type="slidenum">
              <a:rPr lang="pt-BR" smtClean="0"/>
              <a:t>‹#›</a:t>
            </a:fld>
            <a:endParaRPr lang="pt-BR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7BDB0D4-767B-9F41-D217-AF16989E74B4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562600" y="6545580"/>
            <a:ext cx="1089025" cy="12192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pt-BR" sz="800">
                <a:solidFill>
                  <a:srgbClr val="737373">
                    <a:alpha val="50000"/>
                  </a:srgb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Classificado como Público</a:t>
            </a:r>
          </a:p>
        </p:txBody>
      </p:sp>
    </p:spTree>
    <p:extLst>
      <p:ext uri="{BB962C8B-B14F-4D97-AF65-F5344CB8AC3E}">
        <p14:creationId xmlns:p14="http://schemas.microsoft.com/office/powerpoint/2010/main" val="16680840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D746B7-739F-4389-8BAC-BA23DBBF23D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0D9A030-14B8-90CB-56E7-801C23F7866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2D842116-EA9B-2B9B-DB13-8BBB3E6EA46B}"/>
              </a:ext>
            </a:extLst>
          </p:cNvPr>
          <p:cNvSpPr/>
          <p:nvPr/>
        </p:nvSpPr>
        <p:spPr>
          <a:xfrm>
            <a:off x="110903" y="84085"/>
            <a:ext cx="12025930" cy="6718712"/>
          </a:xfrm>
          <a:prstGeom prst="roundRect">
            <a:avLst>
              <a:gd name="adj" fmla="val 7073"/>
            </a:avLst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6" name="Picture 5" descr="A screenshot of a cell phone&#10;&#10;AI-generated content may be incorrect.">
            <a:extLst>
              <a:ext uri="{FF2B5EF4-FFF2-40B4-BE49-F238E27FC236}">
                <a16:creationId xmlns:a16="http://schemas.microsoft.com/office/drawing/2014/main" id="{E08A26B8-EF0D-8127-EF36-FE5041C3D1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8804" y="2881042"/>
            <a:ext cx="906902" cy="3566671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7" name="Picture 6" descr="A screenshot of a phone&#10;&#10;AI-generated content may be incorrect.">
            <a:extLst>
              <a:ext uri="{FF2B5EF4-FFF2-40B4-BE49-F238E27FC236}">
                <a16:creationId xmlns:a16="http://schemas.microsoft.com/office/drawing/2014/main" id="{10500306-4786-FD0B-866B-40B297E6CB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26579" y="2929667"/>
            <a:ext cx="2256727" cy="337316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8" name="Picture 7" descr="A screenshot of a phone&#10;&#10;AI-generated content may be incorrect.">
            <a:extLst>
              <a:ext uri="{FF2B5EF4-FFF2-40B4-BE49-F238E27FC236}">
                <a16:creationId xmlns:a16="http://schemas.microsoft.com/office/drawing/2014/main" id="{5F82D8DA-5D68-E50A-75B3-C36E639205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9482" y="2929667"/>
            <a:ext cx="2256727" cy="337316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EB1E72A4-1F87-D09E-CF4E-FE583C6C4E4F}"/>
              </a:ext>
            </a:extLst>
          </p:cNvPr>
          <p:cNvSpPr/>
          <p:nvPr/>
        </p:nvSpPr>
        <p:spPr>
          <a:xfrm>
            <a:off x="4819474" y="4827358"/>
            <a:ext cx="2015277" cy="530685"/>
          </a:xfrm>
          <a:prstGeom prst="rect">
            <a:avLst/>
          </a:prstGeom>
          <a:solidFill>
            <a:srgbClr val="061B3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3EF5B00-699D-AE8F-BE20-6711D74DABAC}"/>
              </a:ext>
            </a:extLst>
          </p:cNvPr>
          <p:cNvSpPr txBox="1"/>
          <p:nvPr/>
        </p:nvSpPr>
        <p:spPr>
          <a:xfrm>
            <a:off x="4838321" y="4794152"/>
            <a:ext cx="1935489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900" dirty="0">
                <a:solidFill>
                  <a:schemeClr val="bg1"/>
                </a:solidFill>
              </a:rPr>
              <a:t>Se ainda estiver em solo, desligue seu Wi-Fi, conecte-se a sua rede TIM 5G, e resgate sua senha </a:t>
            </a:r>
            <a:r>
              <a:rPr lang="pt-BR" sz="900" b="1" u="sng" dirty="0">
                <a:solidFill>
                  <a:srgbClr val="00B0F0"/>
                </a:solidFill>
              </a:rPr>
              <a:t>CLICANDO</a:t>
            </a:r>
            <a:r>
              <a:rPr lang="pt-BR" sz="900" u="sng" dirty="0">
                <a:solidFill>
                  <a:srgbClr val="00B0F0"/>
                </a:solidFill>
              </a:rPr>
              <a:t> </a:t>
            </a:r>
            <a:r>
              <a:rPr lang="pt-BR" sz="900" b="1" u="sng" dirty="0">
                <a:solidFill>
                  <a:srgbClr val="00B0F0"/>
                </a:solidFill>
              </a:rPr>
              <a:t>AQUI.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D5706AC5-C598-1FFB-E785-37C85D7305CD}"/>
              </a:ext>
            </a:extLst>
          </p:cNvPr>
          <p:cNvSpPr/>
          <p:nvPr/>
        </p:nvSpPr>
        <p:spPr>
          <a:xfrm>
            <a:off x="376787" y="4917135"/>
            <a:ext cx="1295358" cy="1281752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94C9A804-B5DC-8702-2C25-7EA5F8EB9ED2}"/>
              </a:ext>
            </a:extLst>
          </p:cNvPr>
          <p:cNvCxnSpPr>
            <a:cxnSpLocks/>
            <a:stCxn id="11" idx="3"/>
          </p:cNvCxnSpPr>
          <p:nvPr/>
        </p:nvCxnSpPr>
        <p:spPr>
          <a:xfrm flipV="1">
            <a:off x="1672145" y="5134792"/>
            <a:ext cx="607494" cy="423219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6BFB6B26-79BA-E276-8CBA-2AC4A7FF7C0A}"/>
              </a:ext>
            </a:extLst>
          </p:cNvPr>
          <p:cNvSpPr txBox="1"/>
          <p:nvPr/>
        </p:nvSpPr>
        <p:spPr>
          <a:xfrm>
            <a:off x="2118112" y="2589221"/>
            <a:ext cx="193548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600" b="1" dirty="0"/>
              <a:t>CENÁRIO ATUAL</a:t>
            </a:r>
            <a:endParaRPr lang="pt-BR" sz="1600" b="1" u="sng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BD9D832-30FB-4069-DAB0-CB423CF0095E}"/>
              </a:ext>
            </a:extLst>
          </p:cNvPr>
          <p:cNvSpPr txBox="1"/>
          <p:nvPr/>
        </p:nvSpPr>
        <p:spPr>
          <a:xfrm>
            <a:off x="4679482" y="2589221"/>
            <a:ext cx="215526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600" b="1" dirty="0"/>
              <a:t>CENÁRIO SOLICITADO</a:t>
            </a:r>
            <a:endParaRPr lang="pt-BR" sz="1600" b="1" u="sng" dirty="0"/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EBA1717B-F5E4-038E-13E3-7EF99269571B}"/>
              </a:ext>
            </a:extLst>
          </p:cNvPr>
          <p:cNvSpPr/>
          <p:nvPr/>
        </p:nvSpPr>
        <p:spPr>
          <a:xfrm>
            <a:off x="4669321" y="4567895"/>
            <a:ext cx="2294805" cy="829477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E68D67DA-1B1B-76F9-5F70-6F21D1409E34}"/>
              </a:ext>
            </a:extLst>
          </p:cNvPr>
          <p:cNvGrpSpPr/>
          <p:nvPr/>
        </p:nvGrpSpPr>
        <p:grpSpPr>
          <a:xfrm>
            <a:off x="7331937" y="2855222"/>
            <a:ext cx="2211307" cy="3871161"/>
            <a:chOff x="8343749" y="3258720"/>
            <a:chExt cx="2211307" cy="3871161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id="{6BD056CB-EA6E-9FF0-5AD7-EBD0BDB1750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8343749" y="3258720"/>
              <a:ext cx="2211307" cy="3871161"/>
            </a:xfrm>
            <a:prstGeom prst="rect">
              <a:avLst/>
            </a:prstGeom>
          </p:spPr>
        </p:pic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92794F0F-913E-3472-D3F4-90464CF4E6CF}"/>
                </a:ext>
              </a:extLst>
            </p:cNvPr>
            <p:cNvSpPr/>
            <p:nvPr/>
          </p:nvSpPr>
          <p:spPr>
            <a:xfrm>
              <a:off x="8928100" y="3351213"/>
              <a:ext cx="280988" cy="163512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6D5AAEAB-7CF0-79EB-A204-2E7501605E85}"/>
              </a:ext>
            </a:extLst>
          </p:cNvPr>
          <p:cNvCxnSpPr>
            <a:cxnSpLocks/>
          </p:cNvCxnSpPr>
          <p:nvPr/>
        </p:nvCxnSpPr>
        <p:spPr>
          <a:xfrm flipV="1">
            <a:off x="6970274" y="4561715"/>
            <a:ext cx="568102" cy="433746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45857205-1874-ED86-444A-E999AA005BF9}"/>
              </a:ext>
            </a:extLst>
          </p:cNvPr>
          <p:cNvSpPr/>
          <p:nvPr/>
        </p:nvSpPr>
        <p:spPr>
          <a:xfrm>
            <a:off x="326107" y="645323"/>
            <a:ext cx="8317149" cy="1608406"/>
          </a:xfrm>
          <a:prstGeom prst="roundRect">
            <a:avLst>
              <a:gd name="adj" fmla="val 7073"/>
            </a:avLst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1" name="Espaço Reservado para Texto 1">
            <a:extLst>
              <a:ext uri="{FF2B5EF4-FFF2-40B4-BE49-F238E27FC236}">
                <a16:creationId xmlns:a16="http://schemas.microsoft.com/office/drawing/2014/main" id="{DBD6B75A-E310-13EE-563B-BF392CF29E73}"/>
              </a:ext>
            </a:extLst>
          </p:cNvPr>
          <p:cNvSpPr txBox="1">
            <a:spLocks/>
          </p:cNvSpPr>
          <p:nvPr/>
        </p:nvSpPr>
        <p:spPr>
          <a:xfrm>
            <a:off x="436655" y="930534"/>
            <a:ext cx="7760622" cy="913867"/>
          </a:xfrm>
        </p:spPr>
        <p:txBody>
          <a:bodyPr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0"/>
              </a:spcBef>
              <a:buNone/>
            </a:pPr>
            <a:r>
              <a:rPr lang="pt-BR" sz="1000" dirty="0"/>
              <a:t>Hoje a jornada é apenas orientativa, e iremos adicionar o botão que irá direcionar para a </a:t>
            </a:r>
            <a:r>
              <a:rPr lang="pt-BR" sz="1000" dirty="0" err="1"/>
              <a:t>Webview</a:t>
            </a:r>
            <a:r>
              <a:rPr lang="pt-BR" sz="1000" dirty="0"/>
              <a:t> de reset de senha.</a:t>
            </a:r>
          </a:p>
          <a:p>
            <a:pPr marL="0" indent="0">
              <a:spcBef>
                <a:spcPts val="0"/>
              </a:spcBef>
              <a:buNone/>
            </a:pPr>
            <a:endParaRPr lang="pt-BR" sz="1000" dirty="0"/>
          </a:p>
          <a:p>
            <a:pPr marL="0" indent="0">
              <a:spcBef>
                <a:spcPts val="0"/>
              </a:spcBef>
              <a:buNone/>
            </a:pPr>
            <a:r>
              <a:rPr lang="pt-BR" sz="1000" dirty="0"/>
              <a:t>Abaixo segue o exemplo da URL utilizada pelo APP Beta para Reset de senha, porém, TI precisa nos informar qual será o melhor caminho.:  </a:t>
            </a:r>
          </a:p>
          <a:p>
            <a:pPr marL="0" indent="0">
              <a:spcBef>
                <a:spcPts val="0"/>
              </a:spcBef>
              <a:buNone/>
            </a:pPr>
            <a:endParaRPr lang="pt-BR" sz="1000" dirty="0"/>
          </a:p>
          <a:p>
            <a:pPr marL="0" indent="0">
              <a:spcBef>
                <a:spcPts val="0"/>
              </a:spcBef>
              <a:buNone/>
            </a:pPr>
            <a:r>
              <a:rPr lang="pt-BR" sz="1000" dirty="0">
                <a:solidFill>
                  <a:srgbClr val="0070C0"/>
                </a:solidFill>
              </a:rPr>
              <a:t>https://auth3.tim.com.br/</a:t>
            </a:r>
            <a:r>
              <a:rPr lang="pt-BR" sz="1000" dirty="0" err="1">
                <a:solidFill>
                  <a:srgbClr val="0070C0"/>
                </a:solidFill>
              </a:rPr>
              <a:t>webapp-resetSenha</a:t>
            </a:r>
            <a:r>
              <a:rPr lang="pt-BR" sz="1000" dirty="0">
                <a:solidFill>
                  <a:srgbClr val="0070C0"/>
                </a:solidFill>
              </a:rPr>
              <a:t>/</a:t>
            </a:r>
            <a:r>
              <a:rPr lang="pt-BR" sz="1000" dirty="0" err="1">
                <a:solidFill>
                  <a:srgbClr val="0070C0"/>
                </a:solidFill>
              </a:rPr>
              <a:t>forgotPassword?layout</a:t>
            </a:r>
            <a:r>
              <a:rPr lang="pt-BR" sz="1000" dirty="0">
                <a:solidFill>
                  <a:srgbClr val="0070C0"/>
                </a:solidFill>
              </a:rPr>
              <a:t>=</a:t>
            </a:r>
            <a:r>
              <a:rPr lang="pt-BR" sz="1000" dirty="0" err="1">
                <a:solidFill>
                  <a:srgbClr val="0070C0"/>
                </a:solidFill>
              </a:rPr>
              <a:t>meutimapp&amp;loginType</a:t>
            </a:r>
            <a:r>
              <a:rPr lang="pt-BR" sz="1000" dirty="0">
                <a:solidFill>
                  <a:srgbClr val="0070C0"/>
                </a:solidFill>
              </a:rPr>
              <a:t>=</a:t>
            </a:r>
            <a:r>
              <a:rPr lang="pt-BR" sz="1000" dirty="0" err="1">
                <a:solidFill>
                  <a:srgbClr val="0070C0"/>
                </a:solidFill>
              </a:rPr>
              <a:t>USER&amp;channel</a:t>
            </a:r>
            <a:r>
              <a:rPr lang="pt-BR" sz="1000" dirty="0">
                <a:solidFill>
                  <a:srgbClr val="0070C0"/>
                </a:solidFill>
              </a:rPr>
              <a:t>=4&amp;msisdn=</a:t>
            </a:r>
            <a:r>
              <a:rPr lang="pt-BR" sz="1000" b="1" dirty="0">
                <a:highlight>
                  <a:srgbClr val="FFFF00"/>
                </a:highlight>
              </a:rPr>
              <a:t>DD</a:t>
            </a:r>
            <a:r>
              <a:rPr lang="pt-BR" sz="1000" dirty="0">
                <a:solidFill>
                  <a:srgbClr val="0070C0"/>
                </a:solidFill>
              </a:rPr>
              <a:t>%</a:t>
            </a:r>
            <a:r>
              <a:rPr lang="pt-BR" sz="1000" b="1" dirty="0">
                <a:highlight>
                  <a:srgbClr val="FFFF00"/>
                </a:highlight>
              </a:rPr>
              <a:t>”MSISDN”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1EC0169-10D2-4F4B-9BFA-F52C3F4AEE13}"/>
              </a:ext>
            </a:extLst>
          </p:cNvPr>
          <p:cNvSpPr txBox="1"/>
          <p:nvPr/>
        </p:nvSpPr>
        <p:spPr>
          <a:xfrm>
            <a:off x="7358849" y="2541095"/>
            <a:ext cx="215526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600" b="1" dirty="0"/>
              <a:t>PÁGINA DE RESET</a:t>
            </a: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C8AFDF7F-39DB-A953-09C5-FF72D85ADD35}"/>
              </a:ext>
            </a:extLst>
          </p:cNvPr>
          <p:cNvGrpSpPr/>
          <p:nvPr/>
        </p:nvGrpSpPr>
        <p:grpSpPr>
          <a:xfrm>
            <a:off x="9992456" y="2589221"/>
            <a:ext cx="1878241" cy="4083539"/>
            <a:chOff x="9992456" y="2589221"/>
            <a:chExt cx="1878241" cy="4083539"/>
          </a:xfrm>
        </p:grpSpPr>
        <p:pic>
          <p:nvPicPr>
            <p:cNvPr id="24" name="36FF3D49-ABAD-438B-A9A9-7A7D2126C757" descr="IMG_9563.PNG">
              <a:extLst>
                <a:ext uri="{FF2B5EF4-FFF2-40B4-BE49-F238E27FC236}">
                  <a16:creationId xmlns:a16="http://schemas.microsoft.com/office/drawing/2014/main" id="{051CA405-D3BD-8DD1-33BD-72D9A904062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992456" y="2589221"/>
              <a:ext cx="1878241" cy="408353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8F141D95-F950-03F0-52E9-2136A751BC3E}"/>
                </a:ext>
              </a:extLst>
            </p:cNvPr>
            <p:cNvSpPr/>
            <p:nvPr/>
          </p:nvSpPr>
          <p:spPr>
            <a:xfrm>
              <a:off x="10512016" y="2668478"/>
              <a:ext cx="161366" cy="145493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</p:spTree>
    <p:extLst>
      <p:ext uri="{BB962C8B-B14F-4D97-AF65-F5344CB8AC3E}">
        <p14:creationId xmlns:p14="http://schemas.microsoft.com/office/powerpoint/2010/main" val="47750829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113</Words>
  <Application>Microsoft Office PowerPoint</Application>
  <PresentationFormat>Widescreen</PresentationFormat>
  <Paragraphs>9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Calibri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Ana Maria Lopes Moreira</dc:creator>
  <cp:lastModifiedBy>Ana Maria Lopes Moreira</cp:lastModifiedBy>
  <cp:revision>2</cp:revision>
  <dcterms:created xsi:type="dcterms:W3CDTF">2025-09-05T21:25:57Z</dcterms:created>
  <dcterms:modified xsi:type="dcterms:W3CDTF">2025-09-12T19:32:12Z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66e7e18f-5bef-4af5-83ed-4f28cda7ebe7_Enabled">
    <vt:lpwstr>true</vt:lpwstr>
  </property>
  <property fmtid="{D5CDD505-2E9C-101B-9397-08002B2CF9AE}" pid="3" name="MSIP_Label_66e7e18f-5bef-4af5-83ed-4f28cda7ebe7_SetDate">
    <vt:lpwstr>2025-09-05T21:27:10Z</vt:lpwstr>
  </property>
  <property fmtid="{D5CDD505-2E9C-101B-9397-08002B2CF9AE}" pid="4" name="MSIP_Label_66e7e18f-5bef-4af5-83ed-4f28cda7ebe7_Method">
    <vt:lpwstr>Privileged</vt:lpwstr>
  </property>
  <property fmtid="{D5CDD505-2E9C-101B-9397-08002B2CF9AE}" pid="5" name="MSIP_Label_66e7e18f-5bef-4af5-83ed-4f28cda7ebe7_Name">
    <vt:lpwstr>66e7e18f-5bef-4af5-83ed-4f28cda7ebe7</vt:lpwstr>
  </property>
  <property fmtid="{D5CDD505-2E9C-101B-9397-08002B2CF9AE}" pid="6" name="MSIP_Label_66e7e18f-5bef-4af5-83ed-4f28cda7ebe7_SiteId">
    <vt:lpwstr>57b8c96e-ac2f-4d78-a149-f1fc6817d3c4</vt:lpwstr>
  </property>
  <property fmtid="{D5CDD505-2E9C-101B-9397-08002B2CF9AE}" pid="7" name="MSIP_Label_66e7e18f-5bef-4af5-83ed-4f28cda7ebe7_ActionId">
    <vt:lpwstr>473ceeae-95f8-4ee9-97d7-c243e9051202</vt:lpwstr>
  </property>
  <property fmtid="{D5CDD505-2E9C-101B-9397-08002B2CF9AE}" pid="8" name="MSIP_Label_66e7e18f-5bef-4af5-83ed-4f28cda7ebe7_ContentBits">
    <vt:lpwstr>2</vt:lpwstr>
  </property>
  <property fmtid="{D5CDD505-2E9C-101B-9397-08002B2CF9AE}" pid="9" name="MSIP_Label_66e7e18f-5bef-4af5-83ed-4f28cda7ebe7_Tag">
    <vt:lpwstr>10, 0, 1, 1</vt:lpwstr>
  </property>
  <property fmtid="{D5CDD505-2E9C-101B-9397-08002B2CF9AE}" pid="10" name="ClassificationContentMarkingFooterLocations">
    <vt:lpwstr>Office Theme:8</vt:lpwstr>
  </property>
  <property fmtid="{D5CDD505-2E9C-101B-9397-08002B2CF9AE}" pid="11" name="ClassificationContentMarkingFooterText">
    <vt:lpwstr>Classificado como Público</vt:lpwstr>
  </property>
</Properties>
</file>